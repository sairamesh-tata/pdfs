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3.xml" ContentType="application/vnd.openxmlformats-officedocument.presentationml.tags+xml"/>
  <Override PartName="/ppt/notesSlides/notesSlide5.xml" ContentType="application/vnd.openxmlformats-officedocument.presentationml.notesSlide+xml"/>
  <Override PartName="/ppt/charts/chart1.xml" ContentType="application/vnd.openxmlformats-officedocument.drawingml.chart+xml"/>
  <Override PartName="/ppt/drawings/drawing1.xml" ContentType="application/vnd.openxmlformats-officedocument.drawingml.chartshapes+xml"/>
  <Override PartName="/ppt/charts/chart2.xml" ContentType="application/vnd.openxmlformats-officedocument.drawingml.chart+xml"/>
  <Override PartName="/ppt/drawings/drawing2.xml" ContentType="application/vnd.openxmlformats-officedocument.drawingml.chartshapes+xml"/>
  <Override PartName="/ppt/charts/chart3.xml" ContentType="application/vnd.openxmlformats-officedocument.drawingml.chart+xml"/>
  <Override PartName="/ppt/drawings/drawing3.xml" ContentType="application/vnd.openxmlformats-officedocument.drawingml.chartshapes+xml"/>
  <Override PartName="/ppt/tags/tag4.xml" ContentType="application/vnd.openxmlformats-officedocument.presentationml.tags+xml"/>
  <Override PartName="/ppt/tags/tag5.xml" ContentType="application/vnd.openxmlformats-officedocument.presentationml.tags+xml"/>
  <Override PartName="/ppt/charts/chart4.xml" ContentType="application/vnd.openxmlformats-officedocument.drawingml.chart+xml"/>
  <Override PartName="/ppt/drawings/drawing4.xml" ContentType="application/vnd.openxmlformats-officedocument.drawingml.chartshapes+xml"/>
  <Override PartName="/ppt/charts/chart5.xml" ContentType="application/vnd.openxmlformats-officedocument.drawingml.chart+xml"/>
  <Override PartName="/ppt/drawings/drawing5.xml" ContentType="application/vnd.openxmlformats-officedocument.drawingml.chartshapes+xml"/>
  <Override PartName="/ppt/tags/tag6.xml" ContentType="application/vnd.openxmlformats-officedocument.presentationml.tags+xml"/>
  <Override PartName="/ppt/notesSlides/notesSlide6.xml" ContentType="application/vnd.openxmlformats-officedocument.presentationml.notesSlide+xml"/>
  <Override PartName="/ppt/charts/chart6.xml" ContentType="application/vnd.openxmlformats-officedocument.drawingml.chart+xml"/>
  <Override PartName="/ppt/drawings/drawing6.xml" ContentType="application/vnd.openxmlformats-officedocument.drawingml.chartshapes+xml"/>
  <Override PartName="/ppt/charts/chart7.xml" ContentType="application/vnd.openxmlformats-officedocument.drawingml.chart+xml"/>
  <Override PartName="/ppt/drawings/drawing7.xml" ContentType="application/vnd.openxmlformats-officedocument.drawingml.chartshapes+xml"/>
  <Override PartName="/ppt/charts/chart8.xml" ContentType="application/vnd.openxmlformats-officedocument.drawingml.chart+xml"/>
  <Override PartName="/ppt/drawings/drawing8.xml" ContentType="application/vnd.openxmlformats-officedocument.drawingml.chartshapes+xml"/>
  <Override PartName="/ppt/tags/tag7.xml" ContentType="application/vnd.openxmlformats-officedocument.presentationml.tags+xml"/>
  <Override PartName="/ppt/notesSlides/notesSlide7.xml" ContentType="application/vnd.openxmlformats-officedocument.presentationml.notesSlide+xml"/>
  <Override PartName="/ppt/charts/chart9.xml" ContentType="application/vnd.openxmlformats-officedocument.drawingml.chart+xml"/>
  <Override PartName="/ppt/drawings/drawing9.xml" ContentType="application/vnd.openxmlformats-officedocument.drawingml.chartshapes+xml"/>
  <Override PartName="/ppt/charts/chart10.xml" ContentType="application/vnd.openxmlformats-officedocument.drawingml.chart+xml"/>
  <Override PartName="/ppt/drawings/drawing10.xml" ContentType="application/vnd.openxmlformats-officedocument.drawingml.chartshapes+xml"/>
  <Override PartName="/ppt/charts/chart11.xml" ContentType="application/vnd.openxmlformats-officedocument.drawingml.chart+xml"/>
  <Override PartName="/ppt/drawings/drawing11.xml" ContentType="application/vnd.openxmlformats-officedocument.drawingml.chartshapes+xml"/>
  <Override PartName="/ppt/tags/tag8.xml" ContentType="application/vnd.openxmlformats-officedocument.presentationml.tags+xml"/>
  <Override PartName="/ppt/tags/tag9.xml" ContentType="application/vnd.openxmlformats-officedocument.presentationml.tags+xml"/>
  <Override PartName="/ppt/charts/chart12.xml" ContentType="application/vnd.openxmlformats-officedocument.drawingml.chart+xml"/>
  <Override PartName="/ppt/drawings/drawing12.xml" ContentType="application/vnd.openxmlformats-officedocument.drawingml.chartshape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37"/>
  </p:notesMasterIdLst>
  <p:handoutMasterIdLst>
    <p:handoutMasterId r:id="rId38"/>
  </p:handoutMasterIdLst>
  <p:sldIdLst>
    <p:sldId id="256" r:id="rId2"/>
    <p:sldId id="401" r:id="rId3"/>
    <p:sldId id="402" r:id="rId4"/>
    <p:sldId id="403" r:id="rId5"/>
    <p:sldId id="428" r:id="rId6"/>
    <p:sldId id="431" r:id="rId7"/>
    <p:sldId id="432" r:id="rId8"/>
    <p:sldId id="429" r:id="rId9"/>
    <p:sldId id="425" r:id="rId10"/>
    <p:sldId id="430" r:id="rId11"/>
    <p:sldId id="433" r:id="rId12"/>
    <p:sldId id="434" r:id="rId13"/>
    <p:sldId id="426" r:id="rId14"/>
    <p:sldId id="404" r:id="rId15"/>
    <p:sldId id="405" r:id="rId16"/>
    <p:sldId id="406" r:id="rId17"/>
    <p:sldId id="410" r:id="rId18"/>
    <p:sldId id="435" r:id="rId19"/>
    <p:sldId id="436" r:id="rId20"/>
    <p:sldId id="412" r:id="rId21"/>
    <p:sldId id="413" r:id="rId22"/>
    <p:sldId id="414" r:id="rId23"/>
    <p:sldId id="415" r:id="rId24"/>
    <p:sldId id="416" r:id="rId25"/>
    <p:sldId id="437" r:id="rId26"/>
    <p:sldId id="438" r:id="rId27"/>
    <p:sldId id="439" r:id="rId28"/>
    <p:sldId id="417" r:id="rId29"/>
    <p:sldId id="418" r:id="rId30"/>
    <p:sldId id="419" r:id="rId31"/>
    <p:sldId id="420" r:id="rId32"/>
    <p:sldId id="421" r:id="rId33"/>
    <p:sldId id="422" r:id="rId34"/>
    <p:sldId id="423" r:id="rId35"/>
    <p:sldId id="427" r:id="rId36"/>
  </p:sldIdLst>
  <p:sldSz cx="9144000" cy="6858000" type="screen4x3"/>
  <p:notesSz cx="7010400" cy="9296400"/>
  <p:custDataLst>
    <p:tags r:id="rId39"/>
  </p:custDataLst>
  <p:defaultTextStyle>
    <a:defPPr>
      <a:defRPr lang="en-US"/>
    </a:defPPr>
    <a:lvl1pPr algn="l" rtl="0" fontAlgn="base">
      <a:spcBef>
        <a:spcPct val="0"/>
      </a:spcBef>
      <a:spcAft>
        <a:spcPct val="0"/>
      </a:spcAft>
      <a:defRPr sz="2400" kern="1200">
        <a:solidFill>
          <a:schemeClr val="tx1"/>
        </a:solidFill>
        <a:latin typeface="Arial" charset="0"/>
        <a:ea typeface="+mn-ea"/>
        <a:cs typeface="Arial" charset="0"/>
      </a:defRPr>
    </a:lvl1pPr>
    <a:lvl2pPr marL="457200" algn="l" rtl="0" fontAlgn="base">
      <a:spcBef>
        <a:spcPct val="0"/>
      </a:spcBef>
      <a:spcAft>
        <a:spcPct val="0"/>
      </a:spcAft>
      <a:defRPr sz="2400" kern="1200">
        <a:solidFill>
          <a:schemeClr val="tx1"/>
        </a:solidFill>
        <a:latin typeface="Arial" charset="0"/>
        <a:ea typeface="+mn-ea"/>
        <a:cs typeface="Arial" charset="0"/>
      </a:defRPr>
    </a:lvl2pPr>
    <a:lvl3pPr marL="914400" algn="l" rtl="0" fontAlgn="base">
      <a:spcBef>
        <a:spcPct val="0"/>
      </a:spcBef>
      <a:spcAft>
        <a:spcPct val="0"/>
      </a:spcAft>
      <a:defRPr sz="2400" kern="1200">
        <a:solidFill>
          <a:schemeClr val="tx1"/>
        </a:solidFill>
        <a:latin typeface="Arial" charset="0"/>
        <a:ea typeface="+mn-ea"/>
        <a:cs typeface="Arial" charset="0"/>
      </a:defRPr>
    </a:lvl3pPr>
    <a:lvl4pPr marL="1371600" algn="l" rtl="0" fontAlgn="base">
      <a:spcBef>
        <a:spcPct val="0"/>
      </a:spcBef>
      <a:spcAft>
        <a:spcPct val="0"/>
      </a:spcAft>
      <a:defRPr sz="2400" kern="1200">
        <a:solidFill>
          <a:schemeClr val="tx1"/>
        </a:solidFill>
        <a:latin typeface="Arial" charset="0"/>
        <a:ea typeface="+mn-ea"/>
        <a:cs typeface="Arial" charset="0"/>
      </a:defRPr>
    </a:lvl4pPr>
    <a:lvl5pPr marL="1828800" algn="l" rtl="0" fontAlgn="base">
      <a:spcBef>
        <a:spcPct val="0"/>
      </a:spcBef>
      <a:spcAft>
        <a:spcPct val="0"/>
      </a:spcAft>
      <a:defRPr sz="2400" kern="1200">
        <a:solidFill>
          <a:schemeClr val="tx1"/>
        </a:solidFill>
        <a:latin typeface="Arial" charset="0"/>
        <a:ea typeface="+mn-ea"/>
        <a:cs typeface="Arial" charset="0"/>
      </a:defRPr>
    </a:lvl5pPr>
    <a:lvl6pPr marL="2286000" algn="l" defTabSz="914400" rtl="0" eaLnBrk="1" latinLnBrk="0" hangingPunct="1">
      <a:defRPr sz="2400" kern="1200">
        <a:solidFill>
          <a:schemeClr val="tx1"/>
        </a:solidFill>
        <a:latin typeface="Arial" charset="0"/>
        <a:ea typeface="+mn-ea"/>
        <a:cs typeface="Arial" charset="0"/>
      </a:defRPr>
    </a:lvl6pPr>
    <a:lvl7pPr marL="2743200" algn="l" defTabSz="914400" rtl="0" eaLnBrk="1" latinLnBrk="0" hangingPunct="1">
      <a:defRPr sz="2400" kern="1200">
        <a:solidFill>
          <a:schemeClr val="tx1"/>
        </a:solidFill>
        <a:latin typeface="Arial" charset="0"/>
        <a:ea typeface="+mn-ea"/>
        <a:cs typeface="Arial" charset="0"/>
      </a:defRPr>
    </a:lvl7pPr>
    <a:lvl8pPr marL="3200400" algn="l" defTabSz="914400" rtl="0" eaLnBrk="1" latinLnBrk="0" hangingPunct="1">
      <a:defRPr sz="2400" kern="1200">
        <a:solidFill>
          <a:schemeClr val="tx1"/>
        </a:solidFill>
        <a:latin typeface="Arial" charset="0"/>
        <a:ea typeface="+mn-ea"/>
        <a:cs typeface="Arial" charset="0"/>
      </a:defRPr>
    </a:lvl8pPr>
    <a:lvl9pPr marL="3657600" algn="l" defTabSz="914400" rtl="0" eaLnBrk="1" latinLnBrk="0" hangingPunct="1">
      <a:defRPr sz="2400"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66"/>
    <a:srgbClr val="F5F95D"/>
    <a:srgbClr val="FFD85D"/>
    <a:srgbClr val="FFFF66"/>
    <a:srgbClr val="FFCC00"/>
    <a:srgbClr val="CC00CC"/>
    <a:srgbClr val="00FF00"/>
    <a:srgbClr val="0033CC"/>
    <a:srgbClr val="FF000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39" autoAdjust="0"/>
    <p:restoredTop sz="94714" autoAdjust="0"/>
  </p:normalViewPr>
  <p:slideViewPr>
    <p:cSldViewPr>
      <p:cViewPr varScale="1">
        <p:scale>
          <a:sx n="94" d="100"/>
          <a:sy n="94" d="100"/>
        </p:scale>
        <p:origin x="-294"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0" d="100"/>
        <a:sy n="70" d="100"/>
      </p:scale>
      <p:origin x="0" y="978"/>
    </p:cViewPr>
  </p:sorterViewPr>
  <p:notesViewPr>
    <p:cSldViewPr>
      <p:cViewPr varScale="1">
        <p:scale>
          <a:sx n="56" d="100"/>
          <a:sy n="56" d="100"/>
        </p:scale>
        <p:origin x="-2844" y="-90"/>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2" Type="http://schemas.openxmlformats.org/officeDocument/2006/relationships/chartUserShapes" Target="../drawings/drawing3.xml"/><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2" Type="http://schemas.openxmlformats.org/officeDocument/2006/relationships/chartUserShapes" Target="../drawings/drawing4.xml"/><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2" Type="http://schemas.openxmlformats.org/officeDocument/2006/relationships/chartUserShapes" Target="../drawings/drawing5.xml"/><Relationship Id="rId1" Type="http://schemas.openxmlformats.org/officeDocument/2006/relationships/oleObject" Target="file:///C:\Users\reiland\Documents\LAPTOP\XLStatistics_ver10-05-30\PDFET.xls" TargetMode="External"/></Relationships>
</file>

<file path=ppt/charts/_rels/chart6.xml.rels><?xml version="1.0" encoding="UTF-8" standalone="yes"?>
<Relationships xmlns="http://schemas.openxmlformats.org/package/2006/relationships"><Relationship Id="rId2" Type="http://schemas.openxmlformats.org/officeDocument/2006/relationships/chartUserShapes" Target="../drawings/drawing6.xml"/><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2" Type="http://schemas.openxmlformats.org/officeDocument/2006/relationships/chartUserShapes" Target="../drawings/drawing7.xml"/><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2" Type="http://schemas.openxmlformats.org/officeDocument/2006/relationships/chartUserShapes" Target="../drawings/drawing8.xml"/><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2" Type="http://schemas.openxmlformats.org/officeDocument/2006/relationships/chartUserShapes" Target="../drawings/drawing9.xml"/><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2" Type="http://schemas.openxmlformats.org/officeDocument/2006/relationships/chartUserShapes" Target="../drawings/drawing10.xml"/><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2" Type="http://schemas.openxmlformats.org/officeDocument/2006/relationships/chartUserShapes" Target="../drawings/drawing11.xml"/><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2" Type="http://schemas.openxmlformats.org/officeDocument/2006/relationships/chartUserShapes" Target="../drawings/drawing12.xml"/><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strRef>
          <c:f>Normal!$J$11</c:f>
          <c:strCache>
            <c:ptCount val="1"/>
          </c:strCache>
        </c:strRef>
      </c:tx>
      <c:layout>
        <c:manualLayout>
          <c:xMode val="edge"/>
          <c:yMode val="edge"/>
          <c:x val="0.3770053475935829"/>
          <c:y val="4.2553191489361701E-2"/>
        </c:manualLayout>
      </c:layout>
      <c:overlay val="0"/>
      <c:spPr>
        <a:noFill/>
        <a:ln w="25400">
          <a:noFill/>
        </a:ln>
      </c:spPr>
      <c:txPr>
        <a:bodyPr/>
        <a:lstStyle/>
        <a:p>
          <a:pPr>
            <a:defRPr sz="800" b="0" i="0" u="none" strike="noStrike" baseline="0">
              <a:solidFill>
                <a:srgbClr val="800080"/>
              </a:solidFill>
              <a:latin typeface="Arial"/>
              <a:ea typeface="Arial"/>
              <a:cs typeface="Arial"/>
            </a:defRPr>
          </a:pPr>
          <a:endParaRPr lang="en-US"/>
        </a:p>
      </c:txPr>
    </c:title>
    <c:autoTitleDeleted val="0"/>
    <c:plotArea>
      <c:layout>
        <c:manualLayout>
          <c:layoutTarget val="inner"/>
          <c:xMode val="edge"/>
          <c:yMode val="edge"/>
          <c:x val="0.12923351158645277"/>
          <c:y val="0.15319193611436868"/>
          <c:w val="0.78253119429590012"/>
          <c:h val="0.61276723064999716"/>
        </c:manualLayout>
      </c:layout>
      <c:barChart>
        <c:barDir val="col"/>
        <c:grouping val="clustered"/>
        <c:varyColors val="0"/>
        <c:ser>
          <c:idx val="1"/>
          <c:order val="0"/>
          <c:spPr>
            <a:solidFill>
              <a:srgbClr val="800080"/>
            </a:solidFill>
            <a:ln w="25400">
              <a:noFill/>
            </a:ln>
          </c:spPr>
          <c:invertIfNegative val="0"/>
          <c:cat>
            <c:strRef>
              <c:f>Normal!$O$2:$O$202</c:f>
              <c:strCache>
                <c:ptCount val="201"/>
                <c:pt idx="0">
                  <c:v>-4</c:v>
                </c:pt>
                <c:pt idx="100">
                  <c:v>0</c:v>
                </c:pt>
                <c:pt idx="141">
                  <c:v>1.645</c:v>
                </c:pt>
                <c:pt idx="200">
                  <c:v>4</c:v>
                </c:pt>
              </c:strCache>
            </c:strRef>
          </c:cat>
          <c:val>
            <c:numRef>
              <c:f>Normal!$M$2:$M$202</c:f>
              <c:numCache>
                <c:formatCode>General</c:formatCode>
                <c:ptCount val="201"/>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9.7282269331467539E-2</c:v>
                </c:pt>
                <c:pt idx="143">
                  <c:v>9.0886979016282898E-2</c:v>
                </c:pt>
                <c:pt idx="144">
                  <c:v>8.4776361308022255E-2</c:v>
                </c:pt>
                <c:pt idx="145">
                  <c:v>7.8950158300894177E-2</c:v>
                </c:pt>
                <c:pt idx="146">
                  <c:v>7.3406812581656919E-2</c:v>
                </c:pt>
                <c:pt idx="147">
                  <c:v>6.8143566101044578E-2</c:v>
                </c:pt>
                <c:pt idx="148">
                  <c:v>6.3156561435198655E-2</c:v>
                </c:pt>
                <c:pt idx="149">
                  <c:v>5.8440944333451469E-2</c:v>
                </c:pt>
                <c:pt idx="150">
                  <c:v>5.3990966513188063E-2</c:v>
                </c:pt>
                <c:pt idx="151">
                  <c:v>4.9800087735070775E-2</c:v>
                </c:pt>
                <c:pt idx="152">
                  <c:v>4.5861076271054887E-2</c:v>
                </c:pt>
                <c:pt idx="153">
                  <c:v>4.2166106961770311E-2</c:v>
                </c:pt>
                <c:pt idx="154">
                  <c:v>3.8706856147455608E-2</c:v>
                </c:pt>
                <c:pt idx="155">
                  <c:v>3.5474592846231424E-2</c:v>
                </c:pt>
                <c:pt idx="156">
                  <c:v>3.2460265643697445E-2</c:v>
                </c:pt>
                <c:pt idx="157">
                  <c:v>2.965458484734125E-2</c:v>
                </c:pt>
                <c:pt idx="158">
                  <c:v>2.7048099546881761E-2</c:v>
                </c:pt>
                <c:pt idx="159">
                  <c:v>2.4631269306382486E-2</c:v>
                </c:pt>
                <c:pt idx="160">
                  <c:v>2.2394530294842882E-2</c:v>
                </c:pt>
                <c:pt idx="161">
                  <c:v>2.032835573822582E-2</c:v>
                </c:pt>
                <c:pt idx="162">
                  <c:v>1.8423310646862031E-2</c:v>
                </c:pt>
                <c:pt idx="163">
                  <c:v>1.6670100837381043E-2</c:v>
                </c:pt>
                <c:pt idx="164">
                  <c:v>1.505961632737743E-2</c:v>
                </c:pt>
                <c:pt idx="165">
                  <c:v>1.3582969233685602E-2</c:v>
                </c:pt>
                <c:pt idx="166">
                  <c:v>1.2231526351277954E-2</c:v>
                </c:pt>
                <c:pt idx="167">
                  <c:v>1.0996936629405587E-2</c:v>
                </c:pt>
                <c:pt idx="168">
                  <c:v>9.8711537947511439E-3</c:v>
                </c:pt>
                <c:pt idx="169">
                  <c:v>8.8464543982372315E-3</c:v>
                </c:pt>
                <c:pt idx="170">
                  <c:v>7.9154515829799686E-3</c:v>
                </c:pt>
                <c:pt idx="171">
                  <c:v>7.0711048860194487E-3</c:v>
                </c:pt>
                <c:pt idx="172">
                  <c:v>6.3067263962659275E-3</c:v>
                </c:pt>
                <c:pt idx="173">
                  <c:v>5.615983595990969E-3</c:v>
                </c:pt>
                <c:pt idx="174">
                  <c:v>4.9928992136123763E-3</c:v>
                </c:pt>
                <c:pt idx="175">
                  <c:v>4.4318484119380075E-3</c:v>
                </c:pt>
                <c:pt idx="176">
                  <c:v>3.9275536289247789E-3</c:v>
                </c:pt>
                <c:pt idx="177">
                  <c:v>3.4750773778549375E-3</c:v>
                </c:pt>
                <c:pt idx="178">
                  <c:v>3.0698133011047403E-3</c:v>
                </c:pt>
                <c:pt idx="179">
                  <c:v>2.7074757568406999E-3</c:v>
                </c:pt>
                <c:pt idx="180">
                  <c:v>2.3840882014648404E-3</c:v>
                </c:pt>
                <c:pt idx="181">
                  <c:v>2.0959706128579419E-3</c:v>
                </c:pt>
                <c:pt idx="182">
                  <c:v>1.8397261808242775E-3</c:v>
                </c:pt>
                <c:pt idx="183">
                  <c:v>1.6122274719771231E-3</c:v>
                </c:pt>
                <c:pt idx="184">
                  <c:v>1.4106022569413824E-3</c:v>
                </c:pt>
                <c:pt idx="185">
                  <c:v>1.2322191684730175E-3</c:v>
                </c:pt>
                <c:pt idx="186">
                  <c:v>1.0746733401537337E-3</c:v>
                </c:pt>
                <c:pt idx="187">
                  <c:v>9.3577215692747804E-4</c:v>
                </c:pt>
                <c:pt idx="188">
                  <c:v>8.1352123108180689E-4</c:v>
                </c:pt>
                <c:pt idx="189">
                  <c:v>7.0611070048803501E-4</c:v>
                </c:pt>
                <c:pt idx="190">
                  <c:v>6.1190193011377092E-4</c:v>
                </c:pt>
                <c:pt idx="191">
                  <c:v>5.2941468309493378E-4</c:v>
                </c:pt>
                <c:pt idx="192">
                  <c:v>4.5731481405985762E-4</c:v>
                </c:pt>
                <c:pt idx="193">
                  <c:v>3.9440252496915693E-4</c:v>
                </c:pt>
                <c:pt idx="194">
                  <c:v>3.3960121248365478E-4</c:v>
                </c:pt>
                <c:pt idx="195">
                  <c:v>2.9194692579146027E-4</c:v>
                </c:pt>
                <c:pt idx="196">
                  <c:v>2.5057844489086075E-4</c:v>
                </c:pt>
                <c:pt idx="197">
                  <c:v>2.1472798150036704E-4</c:v>
                </c:pt>
                <c:pt idx="198">
                  <c:v>1.8371249800245711E-4</c:v>
                </c:pt>
                <c:pt idx="199">
                  <c:v>1.5692563406553226E-4</c:v>
                </c:pt>
                <c:pt idx="200">
                  <c:v>1.3383022576488537E-4</c:v>
                </c:pt>
              </c:numCache>
            </c:numRef>
          </c:val>
        </c:ser>
        <c:ser>
          <c:idx val="2"/>
          <c:order val="1"/>
          <c:spPr>
            <a:solidFill>
              <a:srgbClr val="800080"/>
            </a:solidFill>
            <a:ln w="25400">
              <a:noFill/>
            </a:ln>
          </c:spPr>
          <c:invertIfNegative val="0"/>
          <c:cat>
            <c:numRef>
              <c:f>Normal!$K$2:$K$202</c:f>
              <c:numCache>
                <c:formatCode>General</c:formatCode>
                <c:ptCount val="201"/>
                <c:pt idx="0">
                  <c:v>-4</c:v>
                </c:pt>
                <c:pt idx="1">
                  <c:v>-3.96</c:v>
                </c:pt>
                <c:pt idx="2">
                  <c:v>-3.92</c:v>
                </c:pt>
                <c:pt idx="3">
                  <c:v>-3.88</c:v>
                </c:pt>
                <c:pt idx="4">
                  <c:v>-3.84</c:v>
                </c:pt>
                <c:pt idx="5">
                  <c:v>-3.8</c:v>
                </c:pt>
                <c:pt idx="6">
                  <c:v>-3.76</c:v>
                </c:pt>
                <c:pt idx="7">
                  <c:v>-3.7199999999999998</c:v>
                </c:pt>
                <c:pt idx="8">
                  <c:v>-3.68</c:v>
                </c:pt>
                <c:pt idx="9">
                  <c:v>-3.64</c:v>
                </c:pt>
                <c:pt idx="10">
                  <c:v>-3.6</c:v>
                </c:pt>
                <c:pt idx="11">
                  <c:v>-3.56</c:v>
                </c:pt>
                <c:pt idx="12">
                  <c:v>-3.52</c:v>
                </c:pt>
                <c:pt idx="13">
                  <c:v>-3.48</c:v>
                </c:pt>
                <c:pt idx="14">
                  <c:v>-3.44</c:v>
                </c:pt>
                <c:pt idx="15">
                  <c:v>-3.4</c:v>
                </c:pt>
                <c:pt idx="16">
                  <c:v>-3.36</c:v>
                </c:pt>
                <c:pt idx="17">
                  <c:v>-3.32</c:v>
                </c:pt>
                <c:pt idx="18">
                  <c:v>-3.2800000000000002</c:v>
                </c:pt>
                <c:pt idx="19">
                  <c:v>-3.24</c:v>
                </c:pt>
                <c:pt idx="20">
                  <c:v>-3.2</c:v>
                </c:pt>
                <c:pt idx="21">
                  <c:v>-3.16</c:v>
                </c:pt>
                <c:pt idx="22">
                  <c:v>-3.12</c:v>
                </c:pt>
                <c:pt idx="23">
                  <c:v>-3.08</c:v>
                </c:pt>
                <c:pt idx="24">
                  <c:v>-3.04</c:v>
                </c:pt>
                <c:pt idx="25">
                  <c:v>-3</c:v>
                </c:pt>
                <c:pt idx="26">
                  <c:v>-2.96</c:v>
                </c:pt>
                <c:pt idx="27">
                  <c:v>-2.92</c:v>
                </c:pt>
                <c:pt idx="28">
                  <c:v>-2.88</c:v>
                </c:pt>
                <c:pt idx="29">
                  <c:v>-2.84</c:v>
                </c:pt>
                <c:pt idx="30">
                  <c:v>-2.8</c:v>
                </c:pt>
                <c:pt idx="31">
                  <c:v>-2.76</c:v>
                </c:pt>
                <c:pt idx="32">
                  <c:v>-2.7199999999999998</c:v>
                </c:pt>
                <c:pt idx="33">
                  <c:v>-2.6799999999999997</c:v>
                </c:pt>
                <c:pt idx="34">
                  <c:v>-2.6399999999999997</c:v>
                </c:pt>
                <c:pt idx="35">
                  <c:v>-2.5999999999999996</c:v>
                </c:pt>
                <c:pt idx="36">
                  <c:v>-2.56</c:v>
                </c:pt>
                <c:pt idx="37">
                  <c:v>-2.52</c:v>
                </c:pt>
                <c:pt idx="38">
                  <c:v>-2.48</c:v>
                </c:pt>
                <c:pt idx="39">
                  <c:v>-2.44</c:v>
                </c:pt>
                <c:pt idx="40">
                  <c:v>-2.4</c:v>
                </c:pt>
                <c:pt idx="41">
                  <c:v>-2.36</c:v>
                </c:pt>
                <c:pt idx="42">
                  <c:v>-2.3200000000000003</c:v>
                </c:pt>
                <c:pt idx="43">
                  <c:v>-2.2800000000000002</c:v>
                </c:pt>
                <c:pt idx="44">
                  <c:v>-2.2400000000000002</c:v>
                </c:pt>
                <c:pt idx="45">
                  <c:v>-2.2000000000000002</c:v>
                </c:pt>
                <c:pt idx="46">
                  <c:v>-2.16</c:v>
                </c:pt>
                <c:pt idx="47">
                  <c:v>-2.12</c:v>
                </c:pt>
                <c:pt idx="48">
                  <c:v>-2.08</c:v>
                </c:pt>
                <c:pt idx="49">
                  <c:v>-2.04</c:v>
                </c:pt>
                <c:pt idx="50">
                  <c:v>-2</c:v>
                </c:pt>
                <c:pt idx="51">
                  <c:v>-1.96</c:v>
                </c:pt>
                <c:pt idx="52">
                  <c:v>-1.92</c:v>
                </c:pt>
                <c:pt idx="53">
                  <c:v>-1.88</c:v>
                </c:pt>
                <c:pt idx="54">
                  <c:v>-1.8399999999999999</c:v>
                </c:pt>
                <c:pt idx="55">
                  <c:v>-1.7999999999999998</c:v>
                </c:pt>
                <c:pt idx="56">
                  <c:v>-1.7599999999999998</c:v>
                </c:pt>
                <c:pt idx="57">
                  <c:v>-1.7199999999999998</c:v>
                </c:pt>
                <c:pt idx="58">
                  <c:v>-1.6800000000000002</c:v>
                </c:pt>
                <c:pt idx="59">
                  <c:v>-1.6400000000000001</c:v>
                </c:pt>
                <c:pt idx="60">
                  <c:v>-1.6</c:v>
                </c:pt>
                <c:pt idx="61">
                  <c:v>-1.56</c:v>
                </c:pt>
                <c:pt idx="62">
                  <c:v>-1.52</c:v>
                </c:pt>
                <c:pt idx="63">
                  <c:v>-1.48</c:v>
                </c:pt>
                <c:pt idx="64">
                  <c:v>-1.44</c:v>
                </c:pt>
                <c:pt idx="65">
                  <c:v>-1.4</c:v>
                </c:pt>
                <c:pt idx="66">
                  <c:v>-1.3599999999999999</c:v>
                </c:pt>
                <c:pt idx="67">
                  <c:v>-1.3199999999999998</c:v>
                </c:pt>
                <c:pt idx="68">
                  <c:v>-1.2799999999999998</c:v>
                </c:pt>
                <c:pt idx="69">
                  <c:v>-1.2399999999999998</c:v>
                </c:pt>
                <c:pt idx="70">
                  <c:v>-1.1999999999999997</c:v>
                </c:pt>
                <c:pt idx="71">
                  <c:v>-1.1600000000000001</c:v>
                </c:pt>
                <c:pt idx="72">
                  <c:v>-1.1200000000000001</c:v>
                </c:pt>
                <c:pt idx="73">
                  <c:v>-1.08</c:v>
                </c:pt>
                <c:pt idx="74">
                  <c:v>-1.04</c:v>
                </c:pt>
                <c:pt idx="75">
                  <c:v>-1</c:v>
                </c:pt>
                <c:pt idx="76">
                  <c:v>-0.96</c:v>
                </c:pt>
                <c:pt idx="77">
                  <c:v>-0.91999999999999993</c:v>
                </c:pt>
                <c:pt idx="78">
                  <c:v>-0.87999999999999989</c:v>
                </c:pt>
                <c:pt idx="79">
                  <c:v>-0.83999999999999986</c:v>
                </c:pt>
                <c:pt idx="80">
                  <c:v>-0.79999999999999982</c:v>
                </c:pt>
                <c:pt idx="81">
                  <c:v>-0.75999999999999979</c:v>
                </c:pt>
                <c:pt idx="82">
                  <c:v>-0.71999999999999975</c:v>
                </c:pt>
                <c:pt idx="83">
                  <c:v>-0.67999999999999972</c:v>
                </c:pt>
                <c:pt idx="84">
                  <c:v>-0.64000000000000012</c:v>
                </c:pt>
                <c:pt idx="85">
                  <c:v>-0.60000000000000009</c:v>
                </c:pt>
                <c:pt idx="86">
                  <c:v>-0.56000000000000005</c:v>
                </c:pt>
                <c:pt idx="87">
                  <c:v>-0.52</c:v>
                </c:pt>
                <c:pt idx="88">
                  <c:v>-0.48</c:v>
                </c:pt>
                <c:pt idx="89">
                  <c:v>-0.43999999999999995</c:v>
                </c:pt>
                <c:pt idx="90">
                  <c:v>-0.39999999999999991</c:v>
                </c:pt>
                <c:pt idx="91">
                  <c:v>-0.35999999999999988</c:v>
                </c:pt>
                <c:pt idx="92">
                  <c:v>-0.31999999999999984</c:v>
                </c:pt>
                <c:pt idx="93">
                  <c:v>-0.2799999999999998</c:v>
                </c:pt>
                <c:pt idx="94">
                  <c:v>-0.23999999999999977</c:v>
                </c:pt>
                <c:pt idx="95">
                  <c:v>-0.19999999999999973</c:v>
                </c:pt>
                <c:pt idx="96">
                  <c:v>-0.16000000000000014</c:v>
                </c:pt>
                <c:pt idx="97">
                  <c:v>-0.12000000000000011</c:v>
                </c:pt>
                <c:pt idx="98">
                  <c:v>-8.0000000000000071E-2</c:v>
                </c:pt>
                <c:pt idx="99">
                  <c:v>-4.0000000000000036E-2</c:v>
                </c:pt>
                <c:pt idx="100">
                  <c:v>0</c:v>
                </c:pt>
                <c:pt idx="101">
                  <c:v>4.0000000000000036E-2</c:v>
                </c:pt>
                <c:pt idx="102">
                  <c:v>8.0000000000000071E-2</c:v>
                </c:pt>
                <c:pt idx="103">
                  <c:v>0.12000000000000011</c:v>
                </c:pt>
                <c:pt idx="104">
                  <c:v>0.16000000000000014</c:v>
                </c:pt>
                <c:pt idx="105">
                  <c:v>0.20000000000000018</c:v>
                </c:pt>
                <c:pt idx="106">
                  <c:v>0.24000000000000021</c:v>
                </c:pt>
                <c:pt idx="107">
                  <c:v>0.28000000000000025</c:v>
                </c:pt>
                <c:pt idx="108">
                  <c:v>0.32000000000000028</c:v>
                </c:pt>
                <c:pt idx="109">
                  <c:v>0.36000000000000032</c:v>
                </c:pt>
                <c:pt idx="110">
                  <c:v>0.40000000000000036</c:v>
                </c:pt>
                <c:pt idx="111">
                  <c:v>0.44000000000000039</c:v>
                </c:pt>
                <c:pt idx="112">
                  <c:v>0.48000000000000043</c:v>
                </c:pt>
                <c:pt idx="113">
                  <c:v>0.52000000000000046</c:v>
                </c:pt>
                <c:pt idx="114">
                  <c:v>0.5600000000000005</c:v>
                </c:pt>
                <c:pt idx="115">
                  <c:v>0.60000000000000053</c:v>
                </c:pt>
                <c:pt idx="116">
                  <c:v>0.63999999999999968</c:v>
                </c:pt>
                <c:pt idx="117">
                  <c:v>0.67999999999999972</c:v>
                </c:pt>
                <c:pt idx="118">
                  <c:v>0.71999999999999975</c:v>
                </c:pt>
                <c:pt idx="119">
                  <c:v>0.75999999999999979</c:v>
                </c:pt>
                <c:pt idx="120">
                  <c:v>0.79999999999999982</c:v>
                </c:pt>
                <c:pt idx="121">
                  <c:v>0.83999999999999986</c:v>
                </c:pt>
                <c:pt idx="122">
                  <c:v>0.87999999999999989</c:v>
                </c:pt>
                <c:pt idx="123">
                  <c:v>0.91999999999999993</c:v>
                </c:pt>
                <c:pt idx="124">
                  <c:v>0.96</c:v>
                </c:pt>
                <c:pt idx="125">
                  <c:v>1</c:v>
                </c:pt>
                <c:pt idx="126">
                  <c:v>1.04</c:v>
                </c:pt>
                <c:pt idx="127">
                  <c:v>1.08</c:v>
                </c:pt>
                <c:pt idx="128">
                  <c:v>1.1200000000000001</c:v>
                </c:pt>
                <c:pt idx="129">
                  <c:v>1.1600000000000001</c:v>
                </c:pt>
                <c:pt idx="130">
                  <c:v>1.2000000000000002</c:v>
                </c:pt>
                <c:pt idx="131">
                  <c:v>1.2400000000000002</c:v>
                </c:pt>
                <c:pt idx="132">
                  <c:v>1.2800000000000002</c:v>
                </c:pt>
                <c:pt idx="133">
                  <c:v>1.3200000000000003</c:v>
                </c:pt>
                <c:pt idx="134">
                  <c:v>1.3600000000000003</c:v>
                </c:pt>
                <c:pt idx="135">
                  <c:v>1.4000000000000004</c:v>
                </c:pt>
                <c:pt idx="136">
                  <c:v>1.4400000000000004</c:v>
                </c:pt>
                <c:pt idx="137">
                  <c:v>1.4800000000000004</c:v>
                </c:pt>
                <c:pt idx="138">
                  <c:v>1.5200000000000005</c:v>
                </c:pt>
                <c:pt idx="139">
                  <c:v>1.5600000000000005</c:v>
                </c:pt>
                <c:pt idx="140">
                  <c:v>1.6000000000000005</c:v>
                </c:pt>
                <c:pt idx="141">
                  <c:v>1.6399999999999997</c:v>
                </c:pt>
                <c:pt idx="142">
                  <c:v>1.6799999999999997</c:v>
                </c:pt>
                <c:pt idx="143">
                  <c:v>1.7199999999999998</c:v>
                </c:pt>
                <c:pt idx="144">
                  <c:v>1.7599999999999998</c:v>
                </c:pt>
                <c:pt idx="145">
                  <c:v>1.7999999999999998</c:v>
                </c:pt>
                <c:pt idx="146">
                  <c:v>1.8399999999999999</c:v>
                </c:pt>
                <c:pt idx="147">
                  <c:v>1.88</c:v>
                </c:pt>
                <c:pt idx="148">
                  <c:v>1.92</c:v>
                </c:pt>
                <c:pt idx="149">
                  <c:v>1.96</c:v>
                </c:pt>
                <c:pt idx="150">
                  <c:v>2</c:v>
                </c:pt>
                <c:pt idx="151">
                  <c:v>2.04</c:v>
                </c:pt>
                <c:pt idx="152">
                  <c:v>2.08</c:v>
                </c:pt>
                <c:pt idx="153">
                  <c:v>2.12</c:v>
                </c:pt>
                <c:pt idx="154">
                  <c:v>2.16</c:v>
                </c:pt>
                <c:pt idx="155">
                  <c:v>2.2000000000000002</c:v>
                </c:pt>
                <c:pt idx="156">
                  <c:v>2.2400000000000002</c:v>
                </c:pt>
                <c:pt idx="157">
                  <c:v>2.2800000000000002</c:v>
                </c:pt>
                <c:pt idx="158">
                  <c:v>2.3200000000000003</c:v>
                </c:pt>
                <c:pt idx="159">
                  <c:v>2.3600000000000003</c:v>
                </c:pt>
                <c:pt idx="160">
                  <c:v>2.4000000000000004</c:v>
                </c:pt>
                <c:pt idx="161">
                  <c:v>2.4400000000000004</c:v>
                </c:pt>
                <c:pt idx="162">
                  <c:v>2.4800000000000004</c:v>
                </c:pt>
                <c:pt idx="163">
                  <c:v>2.5200000000000005</c:v>
                </c:pt>
                <c:pt idx="164">
                  <c:v>2.5600000000000005</c:v>
                </c:pt>
                <c:pt idx="165">
                  <c:v>2.6000000000000005</c:v>
                </c:pt>
                <c:pt idx="166">
                  <c:v>2.6400000000000006</c:v>
                </c:pt>
                <c:pt idx="167">
                  <c:v>2.6799999999999997</c:v>
                </c:pt>
                <c:pt idx="168">
                  <c:v>2.7199999999999998</c:v>
                </c:pt>
                <c:pt idx="169">
                  <c:v>2.76</c:v>
                </c:pt>
                <c:pt idx="170">
                  <c:v>2.8</c:v>
                </c:pt>
                <c:pt idx="171">
                  <c:v>2.84</c:v>
                </c:pt>
                <c:pt idx="172">
                  <c:v>2.88</c:v>
                </c:pt>
                <c:pt idx="173">
                  <c:v>2.92</c:v>
                </c:pt>
                <c:pt idx="174">
                  <c:v>2.96</c:v>
                </c:pt>
                <c:pt idx="175">
                  <c:v>3</c:v>
                </c:pt>
                <c:pt idx="176">
                  <c:v>3.04</c:v>
                </c:pt>
                <c:pt idx="177">
                  <c:v>3.08</c:v>
                </c:pt>
                <c:pt idx="178">
                  <c:v>3.12</c:v>
                </c:pt>
                <c:pt idx="179">
                  <c:v>3.16</c:v>
                </c:pt>
                <c:pt idx="180">
                  <c:v>3.2</c:v>
                </c:pt>
                <c:pt idx="181">
                  <c:v>3.24</c:v>
                </c:pt>
                <c:pt idx="182">
                  <c:v>3.2800000000000002</c:v>
                </c:pt>
                <c:pt idx="183">
                  <c:v>3.3200000000000003</c:v>
                </c:pt>
                <c:pt idx="184">
                  <c:v>3.3600000000000003</c:v>
                </c:pt>
                <c:pt idx="185">
                  <c:v>3.4000000000000004</c:v>
                </c:pt>
                <c:pt idx="186">
                  <c:v>3.4400000000000004</c:v>
                </c:pt>
                <c:pt idx="187">
                  <c:v>3.4800000000000004</c:v>
                </c:pt>
                <c:pt idx="188">
                  <c:v>3.5200000000000005</c:v>
                </c:pt>
                <c:pt idx="189">
                  <c:v>3.5600000000000005</c:v>
                </c:pt>
                <c:pt idx="190">
                  <c:v>3.6000000000000005</c:v>
                </c:pt>
                <c:pt idx="191">
                  <c:v>3.6400000000000006</c:v>
                </c:pt>
                <c:pt idx="192">
                  <c:v>3.6799999999999997</c:v>
                </c:pt>
                <c:pt idx="193">
                  <c:v>3.7199999999999998</c:v>
                </c:pt>
                <c:pt idx="194">
                  <c:v>3.76</c:v>
                </c:pt>
                <c:pt idx="195">
                  <c:v>3.8</c:v>
                </c:pt>
                <c:pt idx="196">
                  <c:v>3.84</c:v>
                </c:pt>
                <c:pt idx="197">
                  <c:v>3.88</c:v>
                </c:pt>
                <c:pt idx="198">
                  <c:v>3.92</c:v>
                </c:pt>
                <c:pt idx="199">
                  <c:v>3.96</c:v>
                </c:pt>
                <c:pt idx="200">
                  <c:v>4</c:v>
                </c:pt>
              </c:numCache>
            </c:numRef>
          </c:cat>
          <c:val>
            <c:numRef>
              <c:f>Normal!$N$2:$N$202</c:f>
              <c:numCache>
                <c:formatCode>General</c:formatCode>
                <c:ptCount val="201"/>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#N/A</c:v>
                </c:pt>
                <c:pt idx="143">
                  <c:v>#N/A</c:v>
                </c:pt>
                <c:pt idx="144">
                  <c:v>#N/A</c:v>
                </c:pt>
                <c:pt idx="145">
                  <c:v>#N/A</c:v>
                </c:pt>
                <c:pt idx="146">
                  <c:v>#N/A</c:v>
                </c:pt>
                <c:pt idx="147">
                  <c:v>#N/A</c:v>
                </c:pt>
                <c:pt idx="148">
                  <c:v>#N/A</c:v>
                </c:pt>
                <c:pt idx="149">
                  <c:v>#N/A</c:v>
                </c:pt>
                <c:pt idx="150">
                  <c:v>#N/A</c:v>
                </c:pt>
                <c:pt idx="151">
                  <c:v>#N/A</c:v>
                </c:pt>
                <c:pt idx="152">
                  <c:v>#N/A</c:v>
                </c:pt>
                <c:pt idx="153">
                  <c:v>#N/A</c:v>
                </c:pt>
                <c:pt idx="154">
                  <c:v>#N/A</c:v>
                </c:pt>
                <c:pt idx="155">
                  <c:v>#N/A</c:v>
                </c:pt>
                <c:pt idx="156">
                  <c:v>#N/A</c:v>
                </c:pt>
                <c:pt idx="157">
                  <c:v>#N/A</c:v>
                </c:pt>
                <c:pt idx="158">
                  <c:v>#N/A</c:v>
                </c:pt>
                <c:pt idx="159">
                  <c:v>#N/A</c:v>
                </c:pt>
                <c:pt idx="160">
                  <c:v>#N/A</c:v>
                </c:pt>
                <c:pt idx="161">
                  <c:v>#N/A</c:v>
                </c:pt>
                <c:pt idx="162">
                  <c:v>#N/A</c:v>
                </c:pt>
                <c:pt idx="163">
                  <c:v>#N/A</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#N/A</c:v>
                </c:pt>
              </c:numCache>
            </c:numRef>
          </c:val>
        </c:ser>
        <c:dLbls>
          <c:showLegendKey val="0"/>
          <c:showVal val="0"/>
          <c:showCatName val="0"/>
          <c:showSerName val="0"/>
          <c:showPercent val="0"/>
          <c:showBubbleSize val="0"/>
        </c:dLbls>
        <c:gapWidth val="0"/>
        <c:overlap val="100"/>
        <c:axId val="73819648"/>
        <c:axId val="73821184"/>
      </c:barChart>
      <c:lineChart>
        <c:grouping val="standard"/>
        <c:varyColors val="0"/>
        <c:ser>
          <c:idx val="0"/>
          <c:order val="2"/>
          <c:spPr>
            <a:ln w="25400">
              <a:solidFill>
                <a:srgbClr val="000080"/>
              </a:solidFill>
              <a:prstDash val="solid"/>
            </a:ln>
          </c:spPr>
          <c:marker>
            <c:symbol val="none"/>
          </c:marker>
          <c:cat>
            <c:numRef>
              <c:f>Normal!$K$2:$K$202</c:f>
              <c:numCache>
                <c:formatCode>General</c:formatCode>
                <c:ptCount val="201"/>
                <c:pt idx="0">
                  <c:v>-4</c:v>
                </c:pt>
                <c:pt idx="1">
                  <c:v>-3.96</c:v>
                </c:pt>
                <c:pt idx="2">
                  <c:v>-3.92</c:v>
                </c:pt>
                <c:pt idx="3">
                  <c:v>-3.88</c:v>
                </c:pt>
                <c:pt idx="4">
                  <c:v>-3.84</c:v>
                </c:pt>
                <c:pt idx="5">
                  <c:v>-3.8</c:v>
                </c:pt>
                <c:pt idx="6">
                  <c:v>-3.76</c:v>
                </c:pt>
                <c:pt idx="7">
                  <c:v>-3.7199999999999998</c:v>
                </c:pt>
                <c:pt idx="8">
                  <c:v>-3.68</c:v>
                </c:pt>
                <c:pt idx="9">
                  <c:v>-3.64</c:v>
                </c:pt>
                <c:pt idx="10">
                  <c:v>-3.6</c:v>
                </c:pt>
                <c:pt idx="11">
                  <c:v>-3.56</c:v>
                </c:pt>
                <c:pt idx="12">
                  <c:v>-3.52</c:v>
                </c:pt>
                <c:pt idx="13">
                  <c:v>-3.48</c:v>
                </c:pt>
                <c:pt idx="14">
                  <c:v>-3.44</c:v>
                </c:pt>
                <c:pt idx="15">
                  <c:v>-3.4</c:v>
                </c:pt>
                <c:pt idx="16">
                  <c:v>-3.36</c:v>
                </c:pt>
                <c:pt idx="17">
                  <c:v>-3.32</c:v>
                </c:pt>
                <c:pt idx="18">
                  <c:v>-3.2800000000000002</c:v>
                </c:pt>
                <c:pt idx="19">
                  <c:v>-3.24</c:v>
                </c:pt>
                <c:pt idx="20">
                  <c:v>-3.2</c:v>
                </c:pt>
                <c:pt idx="21">
                  <c:v>-3.16</c:v>
                </c:pt>
                <c:pt idx="22">
                  <c:v>-3.12</c:v>
                </c:pt>
                <c:pt idx="23">
                  <c:v>-3.08</c:v>
                </c:pt>
                <c:pt idx="24">
                  <c:v>-3.04</c:v>
                </c:pt>
                <c:pt idx="25">
                  <c:v>-3</c:v>
                </c:pt>
                <c:pt idx="26">
                  <c:v>-2.96</c:v>
                </c:pt>
                <c:pt idx="27">
                  <c:v>-2.92</c:v>
                </c:pt>
                <c:pt idx="28">
                  <c:v>-2.88</c:v>
                </c:pt>
                <c:pt idx="29">
                  <c:v>-2.84</c:v>
                </c:pt>
                <c:pt idx="30">
                  <c:v>-2.8</c:v>
                </c:pt>
                <c:pt idx="31">
                  <c:v>-2.76</c:v>
                </c:pt>
                <c:pt idx="32">
                  <c:v>-2.7199999999999998</c:v>
                </c:pt>
                <c:pt idx="33">
                  <c:v>-2.6799999999999997</c:v>
                </c:pt>
                <c:pt idx="34">
                  <c:v>-2.6399999999999997</c:v>
                </c:pt>
                <c:pt idx="35">
                  <c:v>-2.5999999999999996</c:v>
                </c:pt>
                <c:pt idx="36">
                  <c:v>-2.56</c:v>
                </c:pt>
                <c:pt idx="37">
                  <c:v>-2.52</c:v>
                </c:pt>
                <c:pt idx="38">
                  <c:v>-2.48</c:v>
                </c:pt>
                <c:pt idx="39">
                  <c:v>-2.44</c:v>
                </c:pt>
                <c:pt idx="40">
                  <c:v>-2.4</c:v>
                </c:pt>
                <c:pt idx="41">
                  <c:v>-2.36</c:v>
                </c:pt>
                <c:pt idx="42">
                  <c:v>-2.3200000000000003</c:v>
                </c:pt>
                <c:pt idx="43">
                  <c:v>-2.2800000000000002</c:v>
                </c:pt>
                <c:pt idx="44">
                  <c:v>-2.2400000000000002</c:v>
                </c:pt>
                <c:pt idx="45">
                  <c:v>-2.2000000000000002</c:v>
                </c:pt>
                <c:pt idx="46">
                  <c:v>-2.16</c:v>
                </c:pt>
                <c:pt idx="47">
                  <c:v>-2.12</c:v>
                </c:pt>
                <c:pt idx="48">
                  <c:v>-2.08</c:v>
                </c:pt>
                <c:pt idx="49">
                  <c:v>-2.04</c:v>
                </c:pt>
                <c:pt idx="50">
                  <c:v>-2</c:v>
                </c:pt>
                <c:pt idx="51">
                  <c:v>-1.96</c:v>
                </c:pt>
                <c:pt idx="52">
                  <c:v>-1.92</c:v>
                </c:pt>
                <c:pt idx="53">
                  <c:v>-1.88</c:v>
                </c:pt>
                <c:pt idx="54">
                  <c:v>-1.8399999999999999</c:v>
                </c:pt>
                <c:pt idx="55">
                  <c:v>-1.7999999999999998</c:v>
                </c:pt>
                <c:pt idx="56">
                  <c:v>-1.7599999999999998</c:v>
                </c:pt>
                <c:pt idx="57">
                  <c:v>-1.7199999999999998</c:v>
                </c:pt>
                <c:pt idx="58">
                  <c:v>-1.6800000000000002</c:v>
                </c:pt>
                <c:pt idx="59">
                  <c:v>-1.6400000000000001</c:v>
                </c:pt>
                <c:pt idx="60">
                  <c:v>-1.6</c:v>
                </c:pt>
                <c:pt idx="61">
                  <c:v>-1.56</c:v>
                </c:pt>
                <c:pt idx="62">
                  <c:v>-1.52</c:v>
                </c:pt>
                <c:pt idx="63">
                  <c:v>-1.48</c:v>
                </c:pt>
                <c:pt idx="64">
                  <c:v>-1.44</c:v>
                </c:pt>
                <c:pt idx="65">
                  <c:v>-1.4</c:v>
                </c:pt>
                <c:pt idx="66">
                  <c:v>-1.3599999999999999</c:v>
                </c:pt>
                <c:pt idx="67">
                  <c:v>-1.3199999999999998</c:v>
                </c:pt>
                <c:pt idx="68">
                  <c:v>-1.2799999999999998</c:v>
                </c:pt>
                <c:pt idx="69">
                  <c:v>-1.2399999999999998</c:v>
                </c:pt>
                <c:pt idx="70">
                  <c:v>-1.1999999999999997</c:v>
                </c:pt>
                <c:pt idx="71">
                  <c:v>-1.1600000000000001</c:v>
                </c:pt>
                <c:pt idx="72">
                  <c:v>-1.1200000000000001</c:v>
                </c:pt>
                <c:pt idx="73">
                  <c:v>-1.08</c:v>
                </c:pt>
                <c:pt idx="74">
                  <c:v>-1.04</c:v>
                </c:pt>
                <c:pt idx="75">
                  <c:v>-1</c:v>
                </c:pt>
                <c:pt idx="76">
                  <c:v>-0.96</c:v>
                </c:pt>
                <c:pt idx="77">
                  <c:v>-0.91999999999999993</c:v>
                </c:pt>
                <c:pt idx="78">
                  <c:v>-0.87999999999999989</c:v>
                </c:pt>
                <c:pt idx="79">
                  <c:v>-0.83999999999999986</c:v>
                </c:pt>
                <c:pt idx="80">
                  <c:v>-0.79999999999999982</c:v>
                </c:pt>
                <c:pt idx="81">
                  <c:v>-0.75999999999999979</c:v>
                </c:pt>
                <c:pt idx="82">
                  <c:v>-0.71999999999999975</c:v>
                </c:pt>
                <c:pt idx="83">
                  <c:v>-0.67999999999999972</c:v>
                </c:pt>
                <c:pt idx="84">
                  <c:v>-0.64000000000000012</c:v>
                </c:pt>
                <c:pt idx="85">
                  <c:v>-0.60000000000000009</c:v>
                </c:pt>
                <c:pt idx="86">
                  <c:v>-0.56000000000000005</c:v>
                </c:pt>
                <c:pt idx="87">
                  <c:v>-0.52</c:v>
                </c:pt>
                <c:pt idx="88">
                  <c:v>-0.48</c:v>
                </c:pt>
                <c:pt idx="89">
                  <c:v>-0.43999999999999995</c:v>
                </c:pt>
                <c:pt idx="90">
                  <c:v>-0.39999999999999991</c:v>
                </c:pt>
                <c:pt idx="91">
                  <c:v>-0.35999999999999988</c:v>
                </c:pt>
                <c:pt idx="92">
                  <c:v>-0.31999999999999984</c:v>
                </c:pt>
                <c:pt idx="93">
                  <c:v>-0.2799999999999998</c:v>
                </c:pt>
                <c:pt idx="94">
                  <c:v>-0.23999999999999977</c:v>
                </c:pt>
                <c:pt idx="95">
                  <c:v>-0.19999999999999973</c:v>
                </c:pt>
                <c:pt idx="96">
                  <c:v>-0.16000000000000014</c:v>
                </c:pt>
                <c:pt idx="97">
                  <c:v>-0.12000000000000011</c:v>
                </c:pt>
                <c:pt idx="98">
                  <c:v>-8.0000000000000071E-2</c:v>
                </c:pt>
                <c:pt idx="99">
                  <c:v>-4.0000000000000036E-2</c:v>
                </c:pt>
                <c:pt idx="100">
                  <c:v>0</c:v>
                </c:pt>
                <c:pt idx="101">
                  <c:v>4.0000000000000036E-2</c:v>
                </c:pt>
                <c:pt idx="102">
                  <c:v>8.0000000000000071E-2</c:v>
                </c:pt>
                <c:pt idx="103">
                  <c:v>0.12000000000000011</c:v>
                </c:pt>
                <c:pt idx="104">
                  <c:v>0.16000000000000014</c:v>
                </c:pt>
                <c:pt idx="105">
                  <c:v>0.20000000000000018</c:v>
                </c:pt>
                <c:pt idx="106">
                  <c:v>0.24000000000000021</c:v>
                </c:pt>
                <c:pt idx="107">
                  <c:v>0.28000000000000025</c:v>
                </c:pt>
                <c:pt idx="108">
                  <c:v>0.32000000000000028</c:v>
                </c:pt>
                <c:pt idx="109">
                  <c:v>0.36000000000000032</c:v>
                </c:pt>
                <c:pt idx="110">
                  <c:v>0.40000000000000036</c:v>
                </c:pt>
                <c:pt idx="111">
                  <c:v>0.44000000000000039</c:v>
                </c:pt>
                <c:pt idx="112">
                  <c:v>0.48000000000000043</c:v>
                </c:pt>
                <c:pt idx="113">
                  <c:v>0.52000000000000046</c:v>
                </c:pt>
                <c:pt idx="114">
                  <c:v>0.5600000000000005</c:v>
                </c:pt>
                <c:pt idx="115">
                  <c:v>0.60000000000000053</c:v>
                </c:pt>
                <c:pt idx="116">
                  <c:v>0.63999999999999968</c:v>
                </c:pt>
                <c:pt idx="117">
                  <c:v>0.67999999999999972</c:v>
                </c:pt>
                <c:pt idx="118">
                  <c:v>0.71999999999999975</c:v>
                </c:pt>
                <c:pt idx="119">
                  <c:v>0.75999999999999979</c:v>
                </c:pt>
                <c:pt idx="120">
                  <c:v>0.79999999999999982</c:v>
                </c:pt>
                <c:pt idx="121">
                  <c:v>0.83999999999999986</c:v>
                </c:pt>
                <c:pt idx="122">
                  <c:v>0.87999999999999989</c:v>
                </c:pt>
                <c:pt idx="123">
                  <c:v>0.91999999999999993</c:v>
                </c:pt>
                <c:pt idx="124">
                  <c:v>0.96</c:v>
                </c:pt>
                <c:pt idx="125">
                  <c:v>1</c:v>
                </c:pt>
                <c:pt idx="126">
                  <c:v>1.04</c:v>
                </c:pt>
                <c:pt idx="127">
                  <c:v>1.08</c:v>
                </c:pt>
                <c:pt idx="128">
                  <c:v>1.1200000000000001</c:v>
                </c:pt>
                <c:pt idx="129">
                  <c:v>1.1600000000000001</c:v>
                </c:pt>
                <c:pt idx="130">
                  <c:v>1.2000000000000002</c:v>
                </c:pt>
                <c:pt idx="131">
                  <c:v>1.2400000000000002</c:v>
                </c:pt>
                <c:pt idx="132">
                  <c:v>1.2800000000000002</c:v>
                </c:pt>
                <c:pt idx="133">
                  <c:v>1.3200000000000003</c:v>
                </c:pt>
                <c:pt idx="134">
                  <c:v>1.3600000000000003</c:v>
                </c:pt>
                <c:pt idx="135">
                  <c:v>1.4000000000000004</c:v>
                </c:pt>
                <c:pt idx="136">
                  <c:v>1.4400000000000004</c:v>
                </c:pt>
                <c:pt idx="137">
                  <c:v>1.4800000000000004</c:v>
                </c:pt>
                <c:pt idx="138">
                  <c:v>1.5200000000000005</c:v>
                </c:pt>
                <c:pt idx="139">
                  <c:v>1.5600000000000005</c:v>
                </c:pt>
                <c:pt idx="140">
                  <c:v>1.6000000000000005</c:v>
                </c:pt>
                <c:pt idx="141">
                  <c:v>1.6399999999999997</c:v>
                </c:pt>
                <c:pt idx="142">
                  <c:v>1.6799999999999997</c:v>
                </c:pt>
                <c:pt idx="143">
                  <c:v>1.7199999999999998</c:v>
                </c:pt>
                <c:pt idx="144">
                  <c:v>1.7599999999999998</c:v>
                </c:pt>
                <c:pt idx="145">
                  <c:v>1.7999999999999998</c:v>
                </c:pt>
                <c:pt idx="146">
                  <c:v>1.8399999999999999</c:v>
                </c:pt>
                <c:pt idx="147">
                  <c:v>1.88</c:v>
                </c:pt>
                <c:pt idx="148">
                  <c:v>1.92</c:v>
                </c:pt>
                <c:pt idx="149">
                  <c:v>1.96</c:v>
                </c:pt>
                <c:pt idx="150">
                  <c:v>2</c:v>
                </c:pt>
                <c:pt idx="151">
                  <c:v>2.04</c:v>
                </c:pt>
                <c:pt idx="152">
                  <c:v>2.08</c:v>
                </c:pt>
                <c:pt idx="153">
                  <c:v>2.12</c:v>
                </c:pt>
                <c:pt idx="154">
                  <c:v>2.16</c:v>
                </c:pt>
                <c:pt idx="155">
                  <c:v>2.2000000000000002</c:v>
                </c:pt>
                <c:pt idx="156">
                  <c:v>2.2400000000000002</c:v>
                </c:pt>
                <c:pt idx="157">
                  <c:v>2.2800000000000002</c:v>
                </c:pt>
                <c:pt idx="158">
                  <c:v>2.3200000000000003</c:v>
                </c:pt>
                <c:pt idx="159">
                  <c:v>2.3600000000000003</c:v>
                </c:pt>
                <c:pt idx="160">
                  <c:v>2.4000000000000004</c:v>
                </c:pt>
                <c:pt idx="161">
                  <c:v>2.4400000000000004</c:v>
                </c:pt>
                <c:pt idx="162">
                  <c:v>2.4800000000000004</c:v>
                </c:pt>
                <c:pt idx="163">
                  <c:v>2.5200000000000005</c:v>
                </c:pt>
                <c:pt idx="164">
                  <c:v>2.5600000000000005</c:v>
                </c:pt>
                <c:pt idx="165">
                  <c:v>2.6000000000000005</c:v>
                </c:pt>
                <c:pt idx="166">
                  <c:v>2.6400000000000006</c:v>
                </c:pt>
                <c:pt idx="167">
                  <c:v>2.6799999999999997</c:v>
                </c:pt>
                <c:pt idx="168">
                  <c:v>2.7199999999999998</c:v>
                </c:pt>
                <c:pt idx="169">
                  <c:v>2.76</c:v>
                </c:pt>
                <c:pt idx="170">
                  <c:v>2.8</c:v>
                </c:pt>
                <c:pt idx="171">
                  <c:v>2.84</c:v>
                </c:pt>
                <c:pt idx="172">
                  <c:v>2.88</c:v>
                </c:pt>
                <c:pt idx="173">
                  <c:v>2.92</c:v>
                </c:pt>
                <c:pt idx="174">
                  <c:v>2.96</c:v>
                </c:pt>
                <c:pt idx="175">
                  <c:v>3</c:v>
                </c:pt>
                <c:pt idx="176">
                  <c:v>3.04</c:v>
                </c:pt>
                <c:pt idx="177">
                  <c:v>3.08</c:v>
                </c:pt>
                <c:pt idx="178">
                  <c:v>3.12</c:v>
                </c:pt>
                <c:pt idx="179">
                  <c:v>3.16</c:v>
                </c:pt>
                <c:pt idx="180">
                  <c:v>3.2</c:v>
                </c:pt>
                <c:pt idx="181">
                  <c:v>3.24</c:v>
                </c:pt>
                <c:pt idx="182">
                  <c:v>3.2800000000000002</c:v>
                </c:pt>
                <c:pt idx="183">
                  <c:v>3.3200000000000003</c:v>
                </c:pt>
                <c:pt idx="184">
                  <c:v>3.3600000000000003</c:v>
                </c:pt>
                <c:pt idx="185">
                  <c:v>3.4000000000000004</c:v>
                </c:pt>
                <c:pt idx="186">
                  <c:v>3.4400000000000004</c:v>
                </c:pt>
                <c:pt idx="187">
                  <c:v>3.4800000000000004</c:v>
                </c:pt>
                <c:pt idx="188">
                  <c:v>3.5200000000000005</c:v>
                </c:pt>
                <c:pt idx="189">
                  <c:v>3.5600000000000005</c:v>
                </c:pt>
                <c:pt idx="190">
                  <c:v>3.6000000000000005</c:v>
                </c:pt>
                <c:pt idx="191">
                  <c:v>3.6400000000000006</c:v>
                </c:pt>
                <c:pt idx="192">
                  <c:v>3.6799999999999997</c:v>
                </c:pt>
                <c:pt idx="193">
                  <c:v>3.7199999999999998</c:v>
                </c:pt>
                <c:pt idx="194">
                  <c:v>3.76</c:v>
                </c:pt>
                <c:pt idx="195">
                  <c:v>3.8</c:v>
                </c:pt>
                <c:pt idx="196">
                  <c:v>3.84</c:v>
                </c:pt>
                <c:pt idx="197">
                  <c:v>3.88</c:v>
                </c:pt>
                <c:pt idx="198">
                  <c:v>3.92</c:v>
                </c:pt>
                <c:pt idx="199">
                  <c:v>3.96</c:v>
                </c:pt>
                <c:pt idx="200">
                  <c:v>4</c:v>
                </c:pt>
              </c:numCache>
            </c:numRef>
          </c:cat>
          <c:val>
            <c:numRef>
              <c:f>Normal!$L$2:$L$202</c:f>
              <c:numCache>
                <c:formatCode>General</c:formatCode>
                <c:ptCount val="201"/>
                <c:pt idx="0">
                  <c:v>1.3383022576488537E-4</c:v>
                </c:pt>
                <c:pt idx="1">
                  <c:v>1.5692563406553226E-4</c:v>
                </c:pt>
                <c:pt idx="2">
                  <c:v>1.8371249800245711E-4</c:v>
                </c:pt>
                <c:pt idx="3">
                  <c:v>2.1472798150036704E-4</c:v>
                </c:pt>
                <c:pt idx="4">
                  <c:v>2.5057844489086075E-4</c:v>
                </c:pt>
                <c:pt idx="5">
                  <c:v>2.9194692579146027E-4</c:v>
                </c:pt>
                <c:pt idx="6">
                  <c:v>3.3960121248365478E-4</c:v>
                </c:pt>
                <c:pt idx="7">
                  <c:v>3.9440252496915693E-4</c:v>
                </c:pt>
                <c:pt idx="8">
                  <c:v>4.5731481405985675E-4</c:v>
                </c:pt>
                <c:pt idx="9">
                  <c:v>5.2941468309493475E-4</c:v>
                </c:pt>
                <c:pt idx="10">
                  <c:v>6.119019301137719E-4</c:v>
                </c:pt>
                <c:pt idx="11">
                  <c:v>7.061107004880362E-4</c:v>
                </c:pt>
                <c:pt idx="12">
                  <c:v>8.1352123108180841E-4</c:v>
                </c:pt>
                <c:pt idx="13">
                  <c:v>9.3577215692747977E-4</c:v>
                </c:pt>
                <c:pt idx="14">
                  <c:v>1.0746733401537356E-3</c:v>
                </c:pt>
                <c:pt idx="15">
                  <c:v>1.2322191684730199E-3</c:v>
                </c:pt>
                <c:pt idx="16">
                  <c:v>1.4106022569413848E-3</c:v>
                </c:pt>
                <c:pt idx="17">
                  <c:v>1.6122274719771244E-3</c:v>
                </c:pt>
                <c:pt idx="18">
                  <c:v>1.8397261808242775E-3</c:v>
                </c:pt>
                <c:pt idx="19">
                  <c:v>2.0959706128579419E-3</c:v>
                </c:pt>
                <c:pt idx="20">
                  <c:v>2.3840882014648404E-3</c:v>
                </c:pt>
                <c:pt idx="21">
                  <c:v>2.7074757568406999E-3</c:v>
                </c:pt>
                <c:pt idx="22">
                  <c:v>3.0698133011047403E-3</c:v>
                </c:pt>
                <c:pt idx="23">
                  <c:v>3.4750773778549375E-3</c:v>
                </c:pt>
                <c:pt idx="24">
                  <c:v>3.9275536289247789E-3</c:v>
                </c:pt>
                <c:pt idx="25">
                  <c:v>4.4318484119380075E-3</c:v>
                </c:pt>
                <c:pt idx="26">
                  <c:v>4.9928992136123763E-3</c:v>
                </c:pt>
                <c:pt idx="27">
                  <c:v>5.615983595990969E-3</c:v>
                </c:pt>
                <c:pt idx="28">
                  <c:v>6.3067263962659275E-3</c:v>
                </c:pt>
                <c:pt idx="29">
                  <c:v>7.0711048860194487E-3</c:v>
                </c:pt>
                <c:pt idx="30">
                  <c:v>7.9154515829799686E-3</c:v>
                </c:pt>
                <c:pt idx="31">
                  <c:v>8.8464543982372315E-3</c:v>
                </c:pt>
                <c:pt idx="32">
                  <c:v>9.8711537947511439E-3</c:v>
                </c:pt>
                <c:pt idx="33">
                  <c:v>1.0996936629405587E-2</c:v>
                </c:pt>
                <c:pt idx="34">
                  <c:v>1.2231526351277987E-2</c:v>
                </c:pt>
                <c:pt idx="35">
                  <c:v>1.3582969233685634E-2</c:v>
                </c:pt>
                <c:pt idx="36">
                  <c:v>1.5059616327377449E-2</c:v>
                </c:pt>
                <c:pt idx="37">
                  <c:v>1.6670100837381057E-2</c:v>
                </c:pt>
                <c:pt idx="38">
                  <c:v>1.8423310646862048E-2</c:v>
                </c:pt>
                <c:pt idx="39">
                  <c:v>2.0328355738225837E-2</c:v>
                </c:pt>
                <c:pt idx="40">
                  <c:v>2.2394530294842899E-2</c:v>
                </c:pt>
                <c:pt idx="41">
                  <c:v>2.4631269306382507E-2</c:v>
                </c:pt>
                <c:pt idx="42">
                  <c:v>2.7048099546881761E-2</c:v>
                </c:pt>
                <c:pt idx="43">
                  <c:v>2.965458484734125E-2</c:v>
                </c:pt>
                <c:pt idx="44">
                  <c:v>3.2460265643697445E-2</c:v>
                </c:pt>
                <c:pt idx="45">
                  <c:v>3.5474592846231424E-2</c:v>
                </c:pt>
                <c:pt idx="46">
                  <c:v>3.8706856147455608E-2</c:v>
                </c:pt>
                <c:pt idx="47">
                  <c:v>4.2166106961770311E-2</c:v>
                </c:pt>
                <c:pt idx="48">
                  <c:v>4.5861076271054887E-2</c:v>
                </c:pt>
                <c:pt idx="49">
                  <c:v>4.9800087735070775E-2</c:v>
                </c:pt>
                <c:pt idx="50">
                  <c:v>5.3990966513188063E-2</c:v>
                </c:pt>
                <c:pt idx="51">
                  <c:v>5.8440944333451469E-2</c:v>
                </c:pt>
                <c:pt idx="52">
                  <c:v>6.3156561435198655E-2</c:v>
                </c:pt>
                <c:pt idx="53">
                  <c:v>6.8143566101044578E-2</c:v>
                </c:pt>
                <c:pt idx="54">
                  <c:v>7.3406812581656919E-2</c:v>
                </c:pt>
                <c:pt idx="55">
                  <c:v>7.8950158300894177E-2</c:v>
                </c:pt>
                <c:pt idx="56">
                  <c:v>8.4776361308022255E-2</c:v>
                </c:pt>
                <c:pt idx="57">
                  <c:v>9.0886979016282898E-2</c:v>
                </c:pt>
                <c:pt idx="58">
                  <c:v>9.7282269331467469E-2</c:v>
                </c:pt>
                <c:pt idx="59">
                  <c:v>0.10396109532876419</c:v>
                </c:pt>
                <c:pt idx="60">
                  <c:v>0.11092083467945554</c:v>
                </c:pt>
                <c:pt idx="61">
                  <c:v>0.11815729505958227</c:v>
                </c:pt>
                <c:pt idx="62">
                  <c:v>0.12566463678908815</c:v>
                </c:pt>
                <c:pt idx="63">
                  <c:v>0.13343530395100231</c:v>
                </c:pt>
                <c:pt idx="64">
                  <c:v>0.14145996522483878</c:v>
                </c:pt>
                <c:pt idx="65">
                  <c:v>0.14972746563574488</c:v>
                </c:pt>
                <c:pt idx="66">
                  <c:v>0.15822479037038306</c:v>
                </c:pt>
                <c:pt idx="67">
                  <c:v>0.16693704174171387</c:v>
                </c:pt>
                <c:pt idx="68">
                  <c:v>0.17584743029766242</c:v>
                </c:pt>
                <c:pt idx="69">
                  <c:v>0.18493728096330536</c:v>
                </c:pt>
                <c:pt idx="70">
                  <c:v>0.19418605498321304</c:v>
                </c:pt>
                <c:pt idx="71">
                  <c:v>0.20357138829075938</c:v>
                </c:pt>
                <c:pt idx="72">
                  <c:v>0.21306914677571784</c:v>
                </c:pt>
                <c:pt idx="73">
                  <c:v>0.22265349875176113</c:v>
                </c:pt>
                <c:pt idx="74">
                  <c:v>0.2322970047433662</c:v>
                </c:pt>
                <c:pt idx="75">
                  <c:v>0.24197072451914337</c:v>
                </c:pt>
                <c:pt idx="76">
                  <c:v>0.25164434109811712</c:v>
                </c:pt>
                <c:pt idx="77">
                  <c:v>0.26128630124955315</c:v>
                </c:pt>
                <c:pt idx="78">
                  <c:v>0.27086397179833804</c:v>
                </c:pt>
                <c:pt idx="79">
                  <c:v>0.28034381083962062</c:v>
                </c:pt>
                <c:pt idx="80">
                  <c:v>0.28969155276148278</c:v>
                </c:pt>
                <c:pt idx="81">
                  <c:v>0.29887240577595287</c:v>
                </c:pt>
                <c:pt idx="82">
                  <c:v>0.30785126046985301</c:v>
                </c:pt>
                <c:pt idx="83">
                  <c:v>0.31659290771089288</c:v>
                </c:pt>
                <c:pt idx="84">
                  <c:v>0.32506226408408212</c:v>
                </c:pt>
                <c:pt idx="85">
                  <c:v>0.33322460289179967</c:v>
                </c:pt>
                <c:pt idx="86">
                  <c:v>0.34104578863035256</c:v>
                </c:pt>
                <c:pt idx="87">
                  <c:v>0.34849251275897447</c:v>
                </c:pt>
                <c:pt idx="88">
                  <c:v>0.35553252850599709</c:v>
                </c:pt>
                <c:pt idx="89">
                  <c:v>0.36213488241309222</c:v>
                </c:pt>
                <c:pt idx="90">
                  <c:v>0.36827014030332339</c:v>
                </c:pt>
                <c:pt idx="91">
                  <c:v>0.37391060537312842</c:v>
                </c:pt>
                <c:pt idx="92">
                  <c:v>0.37903052615270172</c:v>
                </c:pt>
                <c:pt idx="93">
                  <c:v>0.38360629215347858</c:v>
                </c:pt>
                <c:pt idx="94">
                  <c:v>0.38761661512501416</c:v>
                </c:pt>
                <c:pt idx="95">
                  <c:v>0.39104269397545594</c:v>
                </c:pt>
                <c:pt idx="96">
                  <c:v>0.39386836156854083</c:v>
                </c:pt>
                <c:pt idx="97">
                  <c:v>0.3960802117936561</c:v>
                </c:pt>
                <c:pt idx="98">
                  <c:v>0.39766770551160885</c:v>
                </c:pt>
                <c:pt idx="99">
                  <c:v>0.39862325420460504</c:v>
                </c:pt>
                <c:pt idx="100">
                  <c:v>0.3989422804014327</c:v>
                </c:pt>
                <c:pt idx="101">
                  <c:v>0.39862325420460504</c:v>
                </c:pt>
                <c:pt idx="102">
                  <c:v>0.39766770551160885</c:v>
                </c:pt>
                <c:pt idx="103">
                  <c:v>0.3960802117936561</c:v>
                </c:pt>
                <c:pt idx="104">
                  <c:v>0.39386836156854083</c:v>
                </c:pt>
                <c:pt idx="105">
                  <c:v>0.39104269397545588</c:v>
                </c:pt>
                <c:pt idx="106">
                  <c:v>0.38761661512501411</c:v>
                </c:pt>
                <c:pt idx="107">
                  <c:v>0.38360629215347852</c:v>
                </c:pt>
                <c:pt idx="108">
                  <c:v>0.37903052615270166</c:v>
                </c:pt>
                <c:pt idx="109">
                  <c:v>0.37391060537312837</c:v>
                </c:pt>
                <c:pt idx="110">
                  <c:v>0.36827014030332328</c:v>
                </c:pt>
                <c:pt idx="111">
                  <c:v>0.36213488241309216</c:v>
                </c:pt>
                <c:pt idx="112">
                  <c:v>0.35553252850599704</c:v>
                </c:pt>
                <c:pt idx="113">
                  <c:v>0.34849251275897447</c:v>
                </c:pt>
                <c:pt idx="114">
                  <c:v>0.34104578863035245</c:v>
                </c:pt>
                <c:pt idx="115">
                  <c:v>0.33322460289179956</c:v>
                </c:pt>
                <c:pt idx="116">
                  <c:v>0.32506226408408218</c:v>
                </c:pt>
                <c:pt idx="117">
                  <c:v>0.31659290771089288</c:v>
                </c:pt>
                <c:pt idx="118">
                  <c:v>0.30785126046985301</c:v>
                </c:pt>
                <c:pt idx="119">
                  <c:v>0.29887240577595287</c:v>
                </c:pt>
                <c:pt idx="120">
                  <c:v>0.28969155276148278</c:v>
                </c:pt>
                <c:pt idx="121">
                  <c:v>0.28034381083962062</c:v>
                </c:pt>
                <c:pt idx="122">
                  <c:v>0.27086397179833804</c:v>
                </c:pt>
                <c:pt idx="123">
                  <c:v>0.26128630124955315</c:v>
                </c:pt>
                <c:pt idx="124">
                  <c:v>0.25164434109811712</c:v>
                </c:pt>
                <c:pt idx="125">
                  <c:v>0.24197072451914337</c:v>
                </c:pt>
                <c:pt idx="126">
                  <c:v>0.2322970047433662</c:v>
                </c:pt>
                <c:pt idx="127">
                  <c:v>0.22265349875176113</c:v>
                </c:pt>
                <c:pt idx="128">
                  <c:v>0.21306914677571784</c:v>
                </c:pt>
                <c:pt idx="129">
                  <c:v>0.20357138829075938</c:v>
                </c:pt>
                <c:pt idx="130">
                  <c:v>0.19418605498321292</c:v>
                </c:pt>
                <c:pt idx="131">
                  <c:v>0.18493728096330525</c:v>
                </c:pt>
                <c:pt idx="132">
                  <c:v>0.17584743029766231</c:v>
                </c:pt>
                <c:pt idx="133">
                  <c:v>0.16693704174171375</c:v>
                </c:pt>
                <c:pt idx="134">
                  <c:v>0.15822479037038298</c:v>
                </c:pt>
                <c:pt idx="135">
                  <c:v>0.14972746563574479</c:v>
                </c:pt>
                <c:pt idx="136">
                  <c:v>0.1414599652248387</c:v>
                </c:pt>
                <c:pt idx="137">
                  <c:v>0.1334353039510022</c:v>
                </c:pt>
                <c:pt idx="138">
                  <c:v>0.12566463678908804</c:v>
                </c:pt>
                <c:pt idx="139">
                  <c:v>0.11815729505958221</c:v>
                </c:pt>
                <c:pt idx="140">
                  <c:v>0.11092083467945546</c:v>
                </c:pt>
                <c:pt idx="141">
                  <c:v>0.10396109532876426</c:v>
                </c:pt>
                <c:pt idx="142">
                  <c:v>9.7282269331467539E-2</c:v>
                </c:pt>
                <c:pt idx="143">
                  <c:v>9.0886979016282898E-2</c:v>
                </c:pt>
                <c:pt idx="144">
                  <c:v>8.4776361308022255E-2</c:v>
                </c:pt>
                <c:pt idx="145">
                  <c:v>7.8950158300894177E-2</c:v>
                </c:pt>
                <c:pt idx="146">
                  <c:v>7.3406812581656919E-2</c:v>
                </c:pt>
                <c:pt idx="147">
                  <c:v>6.8143566101044578E-2</c:v>
                </c:pt>
                <c:pt idx="148">
                  <c:v>6.3156561435198655E-2</c:v>
                </c:pt>
                <c:pt idx="149">
                  <c:v>5.8440944333451469E-2</c:v>
                </c:pt>
                <c:pt idx="150">
                  <c:v>5.3990966513188063E-2</c:v>
                </c:pt>
                <c:pt idx="151">
                  <c:v>4.9800087735070775E-2</c:v>
                </c:pt>
                <c:pt idx="152">
                  <c:v>4.5861076271054887E-2</c:v>
                </c:pt>
                <c:pt idx="153">
                  <c:v>4.2166106961770311E-2</c:v>
                </c:pt>
                <c:pt idx="154">
                  <c:v>3.8706856147455608E-2</c:v>
                </c:pt>
                <c:pt idx="155">
                  <c:v>3.5474592846231424E-2</c:v>
                </c:pt>
                <c:pt idx="156">
                  <c:v>3.2460265643697445E-2</c:v>
                </c:pt>
                <c:pt idx="157">
                  <c:v>2.965458484734125E-2</c:v>
                </c:pt>
                <c:pt idx="158">
                  <c:v>2.7048099546881761E-2</c:v>
                </c:pt>
                <c:pt idx="159">
                  <c:v>2.4631269306382486E-2</c:v>
                </c:pt>
                <c:pt idx="160">
                  <c:v>2.2394530294842882E-2</c:v>
                </c:pt>
                <c:pt idx="161">
                  <c:v>2.032835573822582E-2</c:v>
                </c:pt>
                <c:pt idx="162">
                  <c:v>1.8423310646862031E-2</c:v>
                </c:pt>
                <c:pt idx="163">
                  <c:v>1.6670100837381043E-2</c:v>
                </c:pt>
                <c:pt idx="164">
                  <c:v>1.505961632737743E-2</c:v>
                </c:pt>
                <c:pt idx="165">
                  <c:v>1.3582969233685602E-2</c:v>
                </c:pt>
                <c:pt idx="166">
                  <c:v>1.2231526351277954E-2</c:v>
                </c:pt>
                <c:pt idx="167">
                  <c:v>1.0996936629405587E-2</c:v>
                </c:pt>
                <c:pt idx="168">
                  <c:v>9.8711537947511439E-3</c:v>
                </c:pt>
                <c:pt idx="169">
                  <c:v>8.8464543982372315E-3</c:v>
                </c:pt>
                <c:pt idx="170">
                  <c:v>7.9154515829799686E-3</c:v>
                </c:pt>
                <c:pt idx="171">
                  <c:v>7.0711048860194487E-3</c:v>
                </c:pt>
                <c:pt idx="172">
                  <c:v>6.3067263962659275E-3</c:v>
                </c:pt>
                <c:pt idx="173">
                  <c:v>5.615983595990969E-3</c:v>
                </c:pt>
                <c:pt idx="174">
                  <c:v>4.9928992136123763E-3</c:v>
                </c:pt>
                <c:pt idx="175">
                  <c:v>4.4318484119380075E-3</c:v>
                </c:pt>
                <c:pt idx="176">
                  <c:v>3.9275536289247789E-3</c:v>
                </c:pt>
                <c:pt idx="177">
                  <c:v>3.4750773778549375E-3</c:v>
                </c:pt>
                <c:pt idx="178">
                  <c:v>3.0698133011047403E-3</c:v>
                </c:pt>
                <c:pt idx="179">
                  <c:v>2.7074757568406999E-3</c:v>
                </c:pt>
                <c:pt idx="180">
                  <c:v>2.3840882014648404E-3</c:v>
                </c:pt>
                <c:pt idx="181">
                  <c:v>2.0959706128579419E-3</c:v>
                </c:pt>
                <c:pt idx="182">
                  <c:v>1.8397261808242775E-3</c:v>
                </c:pt>
                <c:pt idx="183">
                  <c:v>1.6122274719771231E-3</c:v>
                </c:pt>
                <c:pt idx="184">
                  <c:v>1.4106022569413824E-3</c:v>
                </c:pt>
                <c:pt idx="185">
                  <c:v>1.2322191684730175E-3</c:v>
                </c:pt>
                <c:pt idx="186">
                  <c:v>1.0746733401537337E-3</c:v>
                </c:pt>
                <c:pt idx="187">
                  <c:v>9.3577215692747804E-4</c:v>
                </c:pt>
                <c:pt idx="188">
                  <c:v>8.1352123108180689E-4</c:v>
                </c:pt>
                <c:pt idx="189">
                  <c:v>7.0611070048803501E-4</c:v>
                </c:pt>
                <c:pt idx="190">
                  <c:v>6.1190193011377092E-4</c:v>
                </c:pt>
                <c:pt idx="191">
                  <c:v>5.2941468309493378E-4</c:v>
                </c:pt>
                <c:pt idx="192">
                  <c:v>4.5731481405985762E-4</c:v>
                </c:pt>
                <c:pt idx="193">
                  <c:v>3.9440252496915693E-4</c:v>
                </c:pt>
                <c:pt idx="194">
                  <c:v>3.3960121248365478E-4</c:v>
                </c:pt>
                <c:pt idx="195">
                  <c:v>2.9194692579146027E-4</c:v>
                </c:pt>
                <c:pt idx="196">
                  <c:v>2.5057844489086075E-4</c:v>
                </c:pt>
                <c:pt idx="197">
                  <c:v>2.1472798150036704E-4</c:v>
                </c:pt>
                <c:pt idx="198">
                  <c:v>1.8371249800245711E-4</c:v>
                </c:pt>
                <c:pt idx="199">
                  <c:v>1.5692563406553226E-4</c:v>
                </c:pt>
                <c:pt idx="200">
                  <c:v>1.3383022576488537E-4</c:v>
                </c:pt>
              </c:numCache>
            </c:numRef>
          </c:val>
          <c:smooth val="1"/>
        </c:ser>
        <c:ser>
          <c:idx val="4"/>
          <c:order val="3"/>
          <c:spPr>
            <a:ln w="28575">
              <a:noFill/>
            </a:ln>
          </c:spPr>
          <c:marker>
            <c:symbol val="plus"/>
            <c:size val="5"/>
            <c:spPr>
              <a:noFill/>
              <a:ln>
                <a:solidFill>
                  <a:srgbClr val="000000"/>
                </a:solidFill>
                <a:prstDash val="solid"/>
              </a:ln>
            </c:spPr>
          </c:marker>
          <c:dLbls>
            <c:dLbl>
              <c:idx val="141"/>
              <c:layout/>
              <c:tx>
                <c:rich>
                  <a:bodyPr/>
                  <a:lstStyle/>
                  <a:p>
                    <a:r>
                      <a:rPr lang="en-US"/>
                      <a:t>1.645</a:t>
                    </a:r>
                  </a:p>
                </c:rich>
              </c:tx>
              <c:dLblPos val="b"/>
              <c:showLegendKey val="0"/>
              <c:showVal val="0"/>
              <c:showCatName val="1"/>
              <c:showSerName val="0"/>
              <c:showPercent val="0"/>
              <c:showBubbleSize val="0"/>
            </c:dLbl>
            <c:dLbl>
              <c:idx val="158"/>
              <c:layout/>
              <c:tx>
                <c:rich>
                  <a:bodyPr/>
                  <a:lstStyle/>
                  <a:p>
                    <a:r>
                      <a:rPr lang="en-US"/>
                      <a:t>2.33</a:t>
                    </a:r>
                  </a:p>
                </c:rich>
              </c:tx>
              <c:dLblPos val="b"/>
              <c:showLegendKey val="0"/>
              <c:showVal val="0"/>
              <c:showCatName val="1"/>
              <c:showSerName val="0"/>
              <c:showPercent val="0"/>
              <c:showBubbleSize val="0"/>
            </c:dLbl>
            <c:txPr>
              <a:bodyPr rot="0" vert="horz"/>
              <a:lstStyle/>
              <a:p>
                <a:pPr algn="ctr">
                  <a:defRPr sz="1100" b="1"/>
                </a:pPr>
                <a:endParaRPr lang="en-US"/>
              </a:p>
            </c:txPr>
            <c:dLblPos val="b"/>
            <c:showLegendKey val="0"/>
            <c:showVal val="0"/>
            <c:showCatName val="1"/>
            <c:showSerName val="0"/>
            <c:showPercent val="0"/>
            <c:showBubbleSize val="0"/>
            <c:showLeaderLines val="0"/>
          </c:dLbls>
          <c:cat>
            <c:strRef>
              <c:f>Normal!$O$2:$O$202</c:f>
              <c:strCache>
                <c:ptCount val="201"/>
                <c:pt idx="0">
                  <c:v>-4</c:v>
                </c:pt>
                <c:pt idx="100">
                  <c:v>0</c:v>
                </c:pt>
                <c:pt idx="141">
                  <c:v>1.645</c:v>
                </c:pt>
                <c:pt idx="200">
                  <c:v>4</c:v>
                </c:pt>
              </c:strCache>
            </c:strRef>
          </c:cat>
          <c:val>
            <c:numRef>
              <c:f>Normal!$P$2:$P$202</c:f>
              <c:numCache>
                <c:formatCode>General</c:formatCode>
                <c:ptCount val="201"/>
                <c:pt idx="0">
                  <c:v>0</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0</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0</c:v>
                </c:pt>
                <c:pt idx="142">
                  <c:v>#N/A</c:v>
                </c:pt>
                <c:pt idx="143">
                  <c:v>#N/A</c:v>
                </c:pt>
                <c:pt idx="144">
                  <c:v>#N/A</c:v>
                </c:pt>
                <c:pt idx="145">
                  <c:v>#N/A</c:v>
                </c:pt>
                <c:pt idx="146">
                  <c:v>#N/A</c:v>
                </c:pt>
                <c:pt idx="147">
                  <c:v>#N/A</c:v>
                </c:pt>
                <c:pt idx="148">
                  <c:v>#N/A</c:v>
                </c:pt>
                <c:pt idx="149">
                  <c:v>#N/A</c:v>
                </c:pt>
                <c:pt idx="150">
                  <c:v>#N/A</c:v>
                </c:pt>
                <c:pt idx="151">
                  <c:v>#N/A</c:v>
                </c:pt>
                <c:pt idx="152">
                  <c:v>#N/A</c:v>
                </c:pt>
                <c:pt idx="153">
                  <c:v>#N/A</c:v>
                </c:pt>
                <c:pt idx="154">
                  <c:v>#N/A</c:v>
                </c:pt>
                <c:pt idx="155">
                  <c:v>#N/A</c:v>
                </c:pt>
                <c:pt idx="156">
                  <c:v>#N/A</c:v>
                </c:pt>
                <c:pt idx="157">
                  <c:v>#N/A</c:v>
                </c:pt>
                <c:pt idx="158">
                  <c:v>#N/A</c:v>
                </c:pt>
                <c:pt idx="159">
                  <c:v>#N/A</c:v>
                </c:pt>
                <c:pt idx="160">
                  <c:v>#N/A</c:v>
                </c:pt>
                <c:pt idx="161">
                  <c:v>#N/A</c:v>
                </c:pt>
                <c:pt idx="162">
                  <c:v>#N/A</c:v>
                </c:pt>
                <c:pt idx="163">
                  <c:v>#N/A</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0</c:v>
                </c:pt>
              </c:numCache>
            </c:numRef>
          </c:val>
          <c:smooth val="0"/>
        </c:ser>
        <c:dLbls>
          <c:showLegendKey val="0"/>
          <c:showVal val="0"/>
          <c:showCatName val="0"/>
          <c:showSerName val="0"/>
          <c:showPercent val="0"/>
          <c:showBubbleSize val="0"/>
        </c:dLbls>
        <c:marker val="1"/>
        <c:smooth val="0"/>
        <c:axId val="73819648"/>
        <c:axId val="73821184"/>
      </c:lineChart>
      <c:catAx>
        <c:axId val="73819648"/>
        <c:scaling>
          <c:orientation val="minMax"/>
        </c:scaling>
        <c:delete val="0"/>
        <c:axPos val="b"/>
        <c:numFmt formatCode="General" sourceLinked="1"/>
        <c:majorTickMark val="none"/>
        <c:minorTickMark val="none"/>
        <c:tickLblPos val="none"/>
        <c:spPr>
          <a:ln w="3175">
            <a:solidFill>
              <a:srgbClr val="000000"/>
            </a:solidFill>
            <a:prstDash val="solid"/>
          </a:ln>
        </c:spPr>
        <c:txPr>
          <a:bodyPr rot="0" vert="horz"/>
          <a:lstStyle/>
          <a:p>
            <a:pPr>
              <a:defRPr sz="800" b="0" i="0" u="none" strike="noStrike" baseline="0">
                <a:solidFill>
                  <a:srgbClr val="000000"/>
                </a:solidFill>
                <a:latin typeface="Arial"/>
                <a:ea typeface="Arial"/>
                <a:cs typeface="Arial"/>
              </a:defRPr>
            </a:pPr>
            <a:endParaRPr lang="en-US"/>
          </a:p>
        </c:txPr>
        <c:crossAx val="73821184"/>
        <c:crosses val="autoZero"/>
        <c:auto val="0"/>
        <c:lblAlgn val="ctr"/>
        <c:lblOffset val="100"/>
        <c:tickLblSkip val="20"/>
        <c:tickMarkSkip val="20"/>
        <c:noMultiLvlLbl val="0"/>
      </c:catAx>
      <c:valAx>
        <c:axId val="73821184"/>
        <c:scaling>
          <c:orientation val="minMax"/>
          <c:min val="0"/>
        </c:scaling>
        <c:delete val="0"/>
        <c:axPos val="l"/>
        <c:numFmt formatCode="General" sourceLinked="1"/>
        <c:majorTickMark val="out"/>
        <c:minorTickMark val="none"/>
        <c:tickLblPos val="nextTo"/>
        <c:spPr>
          <a:ln w="3175">
            <a:solidFill>
              <a:srgbClr val="000000"/>
            </a:solidFill>
            <a:prstDash val="solid"/>
          </a:ln>
        </c:spPr>
        <c:txPr>
          <a:bodyPr rot="0" vert="horz"/>
          <a:lstStyle/>
          <a:p>
            <a:pPr>
              <a:defRPr sz="800" b="0" i="0" u="none" strike="noStrike" baseline="0">
                <a:solidFill>
                  <a:srgbClr val="000000"/>
                </a:solidFill>
                <a:latin typeface="Arial"/>
                <a:ea typeface="Arial"/>
                <a:cs typeface="Arial"/>
              </a:defRPr>
            </a:pPr>
            <a:endParaRPr lang="en-US"/>
          </a:p>
        </c:txPr>
        <c:crossAx val="73819648"/>
        <c:crosses val="autoZero"/>
        <c:crossBetween val="between"/>
      </c:valAx>
      <c:spPr>
        <a:noFill/>
        <a:ln w="25400">
          <a:noFill/>
        </a:ln>
      </c:spPr>
    </c:plotArea>
    <c:plotVisOnly val="1"/>
    <c:dispBlanksAs val="gap"/>
    <c:showDLblsOverMax val="0"/>
  </c:chart>
  <c:spPr>
    <a:solidFill>
      <a:srgbClr val="FFFFFF"/>
    </a:solidFill>
    <a:ln w="9525">
      <a:noFill/>
    </a:ln>
  </c:spPr>
  <c:txPr>
    <a:bodyPr/>
    <a:lstStyle/>
    <a:p>
      <a:pPr>
        <a:defRPr sz="1000" b="0" i="0" u="none" strike="noStrike" baseline="0">
          <a:solidFill>
            <a:srgbClr val="000000"/>
          </a:solidFill>
          <a:latin typeface="Arial"/>
          <a:ea typeface="Arial"/>
          <a:cs typeface="Arial"/>
        </a:defRPr>
      </a:pPr>
      <a:endParaRPr lang="en-US"/>
    </a:p>
  </c:txPr>
  <c:externalData r:id="rId1">
    <c:autoUpdate val="0"/>
  </c:externalData>
  <c:userShapes r:id="rId2"/>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strRef>
          <c:f>Normal!$J$11</c:f>
          <c:strCache>
            <c:ptCount val="1"/>
          </c:strCache>
        </c:strRef>
      </c:tx>
      <c:layout>
        <c:manualLayout>
          <c:xMode val="edge"/>
          <c:yMode val="edge"/>
          <c:x val="0.3770053475935829"/>
          <c:y val="4.2553191489361701E-2"/>
        </c:manualLayout>
      </c:layout>
      <c:overlay val="0"/>
      <c:spPr>
        <a:noFill/>
        <a:ln w="25400">
          <a:noFill/>
        </a:ln>
      </c:spPr>
      <c:txPr>
        <a:bodyPr/>
        <a:lstStyle/>
        <a:p>
          <a:pPr>
            <a:defRPr sz="800" b="0" i="0" u="none" strike="noStrike" baseline="0">
              <a:solidFill>
                <a:srgbClr val="800080"/>
              </a:solidFill>
              <a:latin typeface="Arial"/>
              <a:ea typeface="Arial"/>
              <a:cs typeface="Arial"/>
            </a:defRPr>
          </a:pPr>
          <a:endParaRPr lang="en-US"/>
        </a:p>
      </c:txPr>
    </c:title>
    <c:autoTitleDeleted val="0"/>
    <c:plotArea>
      <c:layout>
        <c:manualLayout>
          <c:layoutTarget val="inner"/>
          <c:xMode val="edge"/>
          <c:yMode val="edge"/>
          <c:x val="0.12923351158645277"/>
          <c:y val="0.15319193611436868"/>
          <c:w val="0.78253119429590012"/>
          <c:h val="0.61276723064999716"/>
        </c:manualLayout>
      </c:layout>
      <c:barChart>
        <c:barDir val="col"/>
        <c:grouping val="clustered"/>
        <c:varyColors val="0"/>
        <c:ser>
          <c:idx val="1"/>
          <c:order val="0"/>
          <c:spPr>
            <a:solidFill>
              <a:srgbClr val="800080"/>
            </a:solidFill>
            <a:ln w="25400">
              <a:noFill/>
            </a:ln>
          </c:spPr>
          <c:invertIfNegative val="0"/>
          <c:cat>
            <c:strRef>
              <c:f>Normal!$O$2:$O$202</c:f>
              <c:strCache>
                <c:ptCount val="201"/>
                <c:pt idx="0">
                  <c:v>-4</c:v>
                </c:pt>
                <c:pt idx="100">
                  <c:v>0</c:v>
                </c:pt>
                <c:pt idx="132">
                  <c:v>1.28</c:v>
                </c:pt>
                <c:pt idx="200">
                  <c:v>4</c:v>
                </c:pt>
              </c:strCache>
            </c:strRef>
          </c:cat>
          <c:val>
            <c:numRef>
              <c:f>Normal!$M$2:$M$202</c:f>
              <c:numCache>
                <c:formatCode>General</c:formatCode>
                <c:ptCount val="201"/>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0.17584743029766231</c:v>
                </c:pt>
                <c:pt idx="133">
                  <c:v>0.16693704174171375</c:v>
                </c:pt>
                <c:pt idx="134">
                  <c:v>0.15822479037038298</c:v>
                </c:pt>
                <c:pt idx="135">
                  <c:v>0.14972746563574479</c:v>
                </c:pt>
                <c:pt idx="136">
                  <c:v>0.1414599652248387</c:v>
                </c:pt>
                <c:pt idx="137">
                  <c:v>0.1334353039510022</c:v>
                </c:pt>
                <c:pt idx="138">
                  <c:v>0.12566463678908804</c:v>
                </c:pt>
                <c:pt idx="139">
                  <c:v>0.11815729505958221</c:v>
                </c:pt>
                <c:pt idx="140">
                  <c:v>0.11092083467945546</c:v>
                </c:pt>
                <c:pt idx="141">
                  <c:v>0.10396109532876426</c:v>
                </c:pt>
                <c:pt idx="142">
                  <c:v>9.7282269331467539E-2</c:v>
                </c:pt>
                <c:pt idx="143">
                  <c:v>9.0886979016282898E-2</c:v>
                </c:pt>
                <c:pt idx="144">
                  <c:v>8.4776361308022255E-2</c:v>
                </c:pt>
                <c:pt idx="145">
                  <c:v>7.8950158300894177E-2</c:v>
                </c:pt>
                <c:pt idx="146">
                  <c:v>7.3406812581656919E-2</c:v>
                </c:pt>
                <c:pt idx="147">
                  <c:v>6.8143566101044578E-2</c:v>
                </c:pt>
                <c:pt idx="148">
                  <c:v>6.3156561435198655E-2</c:v>
                </c:pt>
                <c:pt idx="149">
                  <c:v>5.8440944333451469E-2</c:v>
                </c:pt>
                <c:pt idx="150">
                  <c:v>5.3990966513188063E-2</c:v>
                </c:pt>
                <c:pt idx="151">
                  <c:v>4.9800087735070775E-2</c:v>
                </c:pt>
                <c:pt idx="152">
                  <c:v>4.5861076271054887E-2</c:v>
                </c:pt>
                <c:pt idx="153">
                  <c:v>4.2166106961770311E-2</c:v>
                </c:pt>
                <c:pt idx="154">
                  <c:v>3.8706856147455608E-2</c:v>
                </c:pt>
                <c:pt idx="155">
                  <c:v>3.5474592846231424E-2</c:v>
                </c:pt>
                <c:pt idx="156">
                  <c:v>3.2460265643697445E-2</c:v>
                </c:pt>
                <c:pt idx="157">
                  <c:v>2.965458484734125E-2</c:v>
                </c:pt>
                <c:pt idx="158">
                  <c:v>2.7048099546881761E-2</c:v>
                </c:pt>
                <c:pt idx="159">
                  <c:v>2.4631269306382486E-2</c:v>
                </c:pt>
                <c:pt idx="160">
                  <c:v>2.2394530294842882E-2</c:v>
                </c:pt>
                <c:pt idx="161">
                  <c:v>2.032835573822582E-2</c:v>
                </c:pt>
                <c:pt idx="162">
                  <c:v>1.8423310646862031E-2</c:v>
                </c:pt>
                <c:pt idx="163">
                  <c:v>1.6670100837381043E-2</c:v>
                </c:pt>
                <c:pt idx="164">
                  <c:v>1.505961632737743E-2</c:v>
                </c:pt>
                <c:pt idx="165">
                  <c:v>1.3582969233685602E-2</c:v>
                </c:pt>
                <c:pt idx="166">
                  <c:v>1.2231526351277954E-2</c:v>
                </c:pt>
                <c:pt idx="167">
                  <c:v>1.0996936629405587E-2</c:v>
                </c:pt>
                <c:pt idx="168">
                  <c:v>9.8711537947511439E-3</c:v>
                </c:pt>
                <c:pt idx="169">
                  <c:v>8.8464543982372315E-3</c:v>
                </c:pt>
                <c:pt idx="170">
                  <c:v>7.9154515829799686E-3</c:v>
                </c:pt>
                <c:pt idx="171">
                  <c:v>7.0711048860194487E-3</c:v>
                </c:pt>
                <c:pt idx="172">
                  <c:v>6.3067263962659275E-3</c:v>
                </c:pt>
                <c:pt idx="173">
                  <c:v>5.615983595990969E-3</c:v>
                </c:pt>
                <c:pt idx="174">
                  <c:v>4.9928992136123763E-3</c:v>
                </c:pt>
                <c:pt idx="175">
                  <c:v>4.4318484119380075E-3</c:v>
                </c:pt>
                <c:pt idx="176">
                  <c:v>3.9275536289247789E-3</c:v>
                </c:pt>
                <c:pt idx="177">
                  <c:v>3.4750773778549375E-3</c:v>
                </c:pt>
                <c:pt idx="178">
                  <c:v>3.0698133011047403E-3</c:v>
                </c:pt>
                <c:pt idx="179">
                  <c:v>2.7074757568406999E-3</c:v>
                </c:pt>
                <c:pt idx="180">
                  <c:v>2.3840882014648404E-3</c:v>
                </c:pt>
                <c:pt idx="181">
                  <c:v>2.0959706128579419E-3</c:v>
                </c:pt>
                <c:pt idx="182">
                  <c:v>1.8397261808242775E-3</c:v>
                </c:pt>
                <c:pt idx="183">
                  <c:v>1.6122274719771231E-3</c:v>
                </c:pt>
                <c:pt idx="184">
                  <c:v>1.4106022569413824E-3</c:v>
                </c:pt>
                <c:pt idx="185">
                  <c:v>1.2322191684730175E-3</c:v>
                </c:pt>
                <c:pt idx="186">
                  <c:v>1.0746733401537337E-3</c:v>
                </c:pt>
                <c:pt idx="187">
                  <c:v>9.3577215692747804E-4</c:v>
                </c:pt>
                <c:pt idx="188">
                  <c:v>8.1352123108180689E-4</c:v>
                </c:pt>
                <c:pt idx="189">
                  <c:v>7.0611070048803501E-4</c:v>
                </c:pt>
                <c:pt idx="190">
                  <c:v>6.1190193011377092E-4</c:v>
                </c:pt>
                <c:pt idx="191">
                  <c:v>5.2941468309493378E-4</c:v>
                </c:pt>
                <c:pt idx="192">
                  <c:v>4.5731481405985762E-4</c:v>
                </c:pt>
                <c:pt idx="193">
                  <c:v>3.9440252496915693E-4</c:v>
                </c:pt>
                <c:pt idx="194">
                  <c:v>3.3960121248365478E-4</c:v>
                </c:pt>
                <c:pt idx="195">
                  <c:v>2.9194692579146027E-4</c:v>
                </c:pt>
                <c:pt idx="196">
                  <c:v>2.5057844489086075E-4</c:v>
                </c:pt>
                <c:pt idx="197">
                  <c:v>2.1472798150036704E-4</c:v>
                </c:pt>
                <c:pt idx="198">
                  <c:v>1.8371249800245711E-4</c:v>
                </c:pt>
                <c:pt idx="199">
                  <c:v>1.5692563406553226E-4</c:v>
                </c:pt>
                <c:pt idx="200">
                  <c:v>1.3383022576488537E-4</c:v>
                </c:pt>
              </c:numCache>
            </c:numRef>
          </c:val>
        </c:ser>
        <c:ser>
          <c:idx val="2"/>
          <c:order val="1"/>
          <c:spPr>
            <a:solidFill>
              <a:srgbClr val="800080"/>
            </a:solidFill>
            <a:ln w="25400">
              <a:noFill/>
            </a:ln>
          </c:spPr>
          <c:invertIfNegative val="0"/>
          <c:cat>
            <c:numRef>
              <c:f>Normal!$K$2:$K$202</c:f>
              <c:numCache>
                <c:formatCode>General</c:formatCode>
                <c:ptCount val="201"/>
                <c:pt idx="0">
                  <c:v>-4</c:v>
                </c:pt>
                <c:pt idx="1">
                  <c:v>-3.96</c:v>
                </c:pt>
                <c:pt idx="2">
                  <c:v>-3.92</c:v>
                </c:pt>
                <c:pt idx="3">
                  <c:v>-3.88</c:v>
                </c:pt>
                <c:pt idx="4">
                  <c:v>-3.84</c:v>
                </c:pt>
                <c:pt idx="5">
                  <c:v>-3.8</c:v>
                </c:pt>
                <c:pt idx="6">
                  <c:v>-3.76</c:v>
                </c:pt>
                <c:pt idx="7">
                  <c:v>-3.7199999999999998</c:v>
                </c:pt>
                <c:pt idx="8">
                  <c:v>-3.68</c:v>
                </c:pt>
                <c:pt idx="9">
                  <c:v>-3.64</c:v>
                </c:pt>
                <c:pt idx="10">
                  <c:v>-3.6</c:v>
                </c:pt>
                <c:pt idx="11">
                  <c:v>-3.56</c:v>
                </c:pt>
                <c:pt idx="12">
                  <c:v>-3.52</c:v>
                </c:pt>
                <c:pt idx="13">
                  <c:v>-3.48</c:v>
                </c:pt>
                <c:pt idx="14">
                  <c:v>-3.44</c:v>
                </c:pt>
                <c:pt idx="15">
                  <c:v>-3.4</c:v>
                </c:pt>
                <c:pt idx="16">
                  <c:v>-3.36</c:v>
                </c:pt>
                <c:pt idx="17">
                  <c:v>-3.32</c:v>
                </c:pt>
                <c:pt idx="18">
                  <c:v>-3.2800000000000002</c:v>
                </c:pt>
                <c:pt idx="19">
                  <c:v>-3.24</c:v>
                </c:pt>
                <c:pt idx="20">
                  <c:v>-3.2</c:v>
                </c:pt>
                <c:pt idx="21">
                  <c:v>-3.16</c:v>
                </c:pt>
                <c:pt idx="22">
                  <c:v>-3.12</c:v>
                </c:pt>
                <c:pt idx="23">
                  <c:v>-3.08</c:v>
                </c:pt>
                <c:pt idx="24">
                  <c:v>-3.04</c:v>
                </c:pt>
                <c:pt idx="25">
                  <c:v>-3</c:v>
                </c:pt>
                <c:pt idx="26">
                  <c:v>-2.96</c:v>
                </c:pt>
                <c:pt idx="27">
                  <c:v>-2.92</c:v>
                </c:pt>
                <c:pt idx="28">
                  <c:v>-2.88</c:v>
                </c:pt>
                <c:pt idx="29">
                  <c:v>-2.84</c:v>
                </c:pt>
                <c:pt idx="30">
                  <c:v>-2.8</c:v>
                </c:pt>
                <c:pt idx="31">
                  <c:v>-2.76</c:v>
                </c:pt>
                <c:pt idx="32">
                  <c:v>-2.7199999999999998</c:v>
                </c:pt>
                <c:pt idx="33">
                  <c:v>-2.6799999999999997</c:v>
                </c:pt>
                <c:pt idx="34">
                  <c:v>-2.6399999999999997</c:v>
                </c:pt>
                <c:pt idx="35">
                  <c:v>-2.5999999999999996</c:v>
                </c:pt>
                <c:pt idx="36">
                  <c:v>-2.56</c:v>
                </c:pt>
                <c:pt idx="37">
                  <c:v>-2.52</c:v>
                </c:pt>
                <c:pt idx="38">
                  <c:v>-2.48</c:v>
                </c:pt>
                <c:pt idx="39">
                  <c:v>-2.44</c:v>
                </c:pt>
                <c:pt idx="40">
                  <c:v>-2.4</c:v>
                </c:pt>
                <c:pt idx="41">
                  <c:v>-2.36</c:v>
                </c:pt>
                <c:pt idx="42">
                  <c:v>-2.3200000000000003</c:v>
                </c:pt>
                <c:pt idx="43">
                  <c:v>-2.2800000000000002</c:v>
                </c:pt>
                <c:pt idx="44">
                  <c:v>-2.2400000000000002</c:v>
                </c:pt>
                <c:pt idx="45">
                  <c:v>-2.2000000000000002</c:v>
                </c:pt>
                <c:pt idx="46">
                  <c:v>-2.16</c:v>
                </c:pt>
                <c:pt idx="47">
                  <c:v>-2.12</c:v>
                </c:pt>
                <c:pt idx="48">
                  <c:v>-2.08</c:v>
                </c:pt>
                <c:pt idx="49">
                  <c:v>-2.04</c:v>
                </c:pt>
                <c:pt idx="50">
                  <c:v>-2</c:v>
                </c:pt>
                <c:pt idx="51">
                  <c:v>-1.96</c:v>
                </c:pt>
                <c:pt idx="52">
                  <c:v>-1.92</c:v>
                </c:pt>
                <c:pt idx="53">
                  <c:v>-1.88</c:v>
                </c:pt>
                <c:pt idx="54">
                  <c:v>-1.8399999999999999</c:v>
                </c:pt>
                <c:pt idx="55">
                  <c:v>-1.7999999999999998</c:v>
                </c:pt>
                <c:pt idx="56">
                  <c:v>-1.7599999999999998</c:v>
                </c:pt>
                <c:pt idx="57">
                  <c:v>-1.7199999999999998</c:v>
                </c:pt>
                <c:pt idx="58">
                  <c:v>-1.6800000000000002</c:v>
                </c:pt>
                <c:pt idx="59">
                  <c:v>-1.6400000000000001</c:v>
                </c:pt>
                <c:pt idx="60">
                  <c:v>-1.6</c:v>
                </c:pt>
                <c:pt idx="61">
                  <c:v>-1.56</c:v>
                </c:pt>
                <c:pt idx="62">
                  <c:v>-1.52</c:v>
                </c:pt>
                <c:pt idx="63">
                  <c:v>-1.48</c:v>
                </c:pt>
                <c:pt idx="64">
                  <c:v>-1.44</c:v>
                </c:pt>
                <c:pt idx="65">
                  <c:v>-1.4</c:v>
                </c:pt>
                <c:pt idx="66">
                  <c:v>-1.3599999999999999</c:v>
                </c:pt>
                <c:pt idx="67">
                  <c:v>-1.3199999999999998</c:v>
                </c:pt>
                <c:pt idx="68">
                  <c:v>-1.2799999999999998</c:v>
                </c:pt>
                <c:pt idx="69">
                  <c:v>-1.2399999999999998</c:v>
                </c:pt>
                <c:pt idx="70">
                  <c:v>-1.1999999999999997</c:v>
                </c:pt>
                <c:pt idx="71">
                  <c:v>-1.1600000000000001</c:v>
                </c:pt>
                <c:pt idx="72">
                  <c:v>-1.1200000000000001</c:v>
                </c:pt>
                <c:pt idx="73">
                  <c:v>-1.08</c:v>
                </c:pt>
                <c:pt idx="74">
                  <c:v>-1.04</c:v>
                </c:pt>
                <c:pt idx="75">
                  <c:v>-1</c:v>
                </c:pt>
                <c:pt idx="76">
                  <c:v>-0.96</c:v>
                </c:pt>
                <c:pt idx="77">
                  <c:v>-0.91999999999999993</c:v>
                </c:pt>
                <c:pt idx="78">
                  <c:v>-0.87999999999999989</c:v>
                </c:pt>
                <c:pt idx="79">
                  <c:v>-0.83999999999999986</c:v>
                </c:pt>
                <c:pt idx="80">
                  <c:v>-0.79999999999999982</c:v>
                </c:pt>
                <c:pt idx="81">
                  <c:v>-0.75999999999999979</c:v>
                </c:pt>
                <c:pt idx="82">
                  <c:v>-0.71999999999999975</c:v>
                </c:pt>
                <c:pt idx="83">
                  <c:v>-0.67999999999999972</c:v>
                </c:pt>
                <c:pt idx="84">
                  <c:v>-0.64000000000000012</c:v>
                </c:pt>
                <c:pt idx="85">
                  <c:v>-0.60000000000000009</c:v>
                </c:pt>
                <c:pt idx="86">
                  <c:v>-0.56000000000000005</c:v>
                </c:pt>
                <c:pt idx="87">
                  <c:v>-0.52</c:v>
                </c:pt>
                <c:pt idx="88">
                  <c:v>-0.48</c:v>
                </c:pt>
                <c:pt idx="89">
                  <c:v>-0.43999999999999995</c:v>
                </c:pt>
                <c:pt idx="90">
                  <c:v>-0.39999999999999991</c:v>
                </c:pt>
                <c:pt idx="91">
                  <c:v>-0.35999999999999988</c:v>
                </c:pt>
                <c:pt idx="92">
                  <c:v>-0.31999999999999984</c:v>
                </c:pt>
                <c:pt idx="93">
                  <c:v>-0.2799999999999998</c:v>
                </c:pt>
                <c:pt idx="94">
                  <c:v>-0.23999999999999977</c:v>
                </c:pt>
                <c:pt idx="95">
                  <c:v>-0.19999999999999973</c:v>
                </c:pt>
                <c:pt idx="96">
                  <c:v>-0.16000000000000014</c:v>
                </c:pt>
                <c:pt idx="97">
                  <c:v>-0.12000000000000011</c:v>
                </c:pt>
                <c:pt idx="98">
                  <c:v>-8.0000000000000071E-2</c:v>
                </c:pt>
                <c:pt idx="99">
                  <c:v>-4.0000000000000036E-2</c:v>
                </c:pt>
                <c:pt idx="100">
                  <c:v>0</c:v>
                </c:pt>
                <c:pt idx="101">
                  <c:v>4.0000000000000036E-2</c:v>
                </c:pt>
                <c:pt idx="102">
                  <c:v>8.0000000000000071E-2</c:v>
                </c:pt>
                <c:pt idx="103">
                  <c:v>0.12000000000000011</c:v>
                </c:pt>
                <c:pt idx="104">
                  <c:v>0.16000000000000014</c:v>
                </c:pt>
                <c:pt idx="105">
                  <c:v>0.20000000000000018</c:v>
                </c:pt>
                <c:pt idx="106">
                  <c:v>0.24000000000000021</c:v>
                </c:pt>
                <c:pt idx="107">
                  <c:v>0.28000000000000025</c:v>
                </c:pt>
                <c:pt idx="108">
                  <c:v>0.32000000000000028</c:v>
                </c:pt>
                <c:pt idx="109">
                  <c:v>0.36000000000000032</c:v>
                </c:pt>
                <c:pt idx="110">
                  <c:v>0.40000000000000036</c:v>
                </c:pt>
                <c:pt idx="111">
                  <c:v>0.44000000000000039</c:v>
                </c:pt>
                <c:pt idx="112">
                  <c:v>0.48000000000000043</c:v>
                </c:pt>
                <c:pt idx="113">
                  <c:v>0.52000000000000046</c:v>
                </c:pt>
                <c:pt idx="114">
                  <c:v>0.5600000000000005</c:v>
                </c:pt>
                <c:pt idx="115">
                  <c:v>0.60000000000000053</c:v>
                </c:pt>
                <c:pt idx="116">
                  <c:v>0.63999999999999968</c:v>
                </c:pt>
                <c:pt idx="117">
                  <c:v>0.67999999999999972</c:v>
                </c:pt>
                <c:pt idx="118">
                  <c:v>0.71999999999999975</c:v>
                </c:pt>
                <c:pt idx="119">
                  <c:v>0.75999999999999979</c:v>
                </c:pt>
                <c:pt idx="120">
                  <c:v>0.79999999999999982</c:v>
                </c:pt>
                <c:pt idx="121">
                  <c:v>0.83999999999999986</c:v>
                </c:pt>
                <c:pt idx="122">
                  <c:v>0.87999999999999989</c:v>
                </c:pt>
                <c:pt idx="123">
                  <c:v>0.91999999999999993</c:v>
                </c:pt>
                <c:pt idx="124">
                  <c:v>0.96</c:v>
                </c:pt>
                <c:pt idx="125">
                  <c:v>1</c:v>
                </c:pt>
                <c:pt idx="126">
                  <c:v>1.04</c:v>
                </c:pt>
                <c:pt idx="127">
                  <c:v>1.08</c:v>
                </c:pt>
                <c:pt idx="128">
                  <c:v>1.1200000000000001</c:v>
                </c:pt>
                <c:pt idx="129">
                  <c:v>1.1600000000000001</c:v>
                </c:pt>
                <c:pt idx="130">
                  <c:v>1.2000000000000002</c:v>
                </c:pt>
                <c:pt idx="131">
                  <c:v>1.2400000000000002</c:v>
                </c:pt>
                <c:pt idx="132">
                  <c:v>1.2800000000000002</c:v>
                </c:pt>
                <c:pt idx="133">
                  <c:v>1.3200000000000003</c:v>
                </c:pt>
                <c:pt idx="134">
                  <c:v>1.3600000000000003</c:v>
                </c:pt>
                <c:pt idx="135">
                  <c:v>1.4000000000000004</c:v>
                </c:pt>
                <c:pt idx="136">
                  <c:v>1.4400000000000004</c:v>
                </c:pt>
                <c:pt idx="137">
                  <c:v>1.4800000000000004</c:v>
                </c:pt>
                <c:pt idx="138">
                  <c:v>1.5200000000000005</c:v>
                </c:pt>
                <c:pt idx="139">
                  <c:v>1.5600000000000005</c:v>
                </c:pt>
                <c:pt idx="140">
                  <c:v>1.6000000000000005</c:v>
                </c:pt>
                <c:pt idx="141">
                  <c:v>1.6399999999999997</c:v>
                </c:pt>
                <c:pt idx="142">
                  <c:v>1.6799999999999997</c:v>
                </c:pt>
                <c:pt idx="143">
                  <c:v>1.7199999999999998</c:v>
                </c:pt>
                <c:pt idx="144">
                  <c:v>1.7599999999999998</c:v>
                </c:pt>
                <c:pt idx="145">
                  <c:v>1.7999999999999998</c:v>
                </c:pt>
                <c:pt idx="146">
                  <c:v>1.8399999999999999</c:v>
                </c:pt>
                <c:pt idx="147">
                  <c:v>1.88</c:v>
                </c:pt>
                <c:pt idx="148">
                  <c:v>1.92</c:v>
                </c:pt>
                <c:pt idx="149">
                  <c:v>1.96</c:v>
                </c:pt>
                <c:pt idx="150">
                  <c:v>2</c:v>
                </c:pt>
                <c:pt idx="151">
                  <c:v>2.04</c:v>
                </c:pt>
                <c:pt idx="152">
                  <c:v>2.08</c:v>
                </c:pt>
                <c:pt idx="153">
                  <c:v>2.12</c:v>
                </c:pt>
                <c:pt idx="154">
                  <c:v>2.16</c:v>
                </c:pt>
                <c:pt idx="155">
                  <c:v>2.2000000000000002</c:v>
                </c:pt>
                <c:pt idx="156">
                  <c:v>2.2400000000000002</c:v>
                </c:pt>
                <c:pt idx="157">
                  <c:v>2.2800000000000002</c:v>
                </c:pt>
                <c:pt idx="158">
                  <c:v>2.3200000000000003</c:v>
                </c:pt>
                <c:pt idx="159">
                  <c:v>2.3600000000000003</c:v>
                </c:pt>
                <c:pt idx="160">
                  <c:v>2.4000000000000004</c:v>
                </c:pt>
                <c:pt idx="161">
                  <c:v>2.4400000000000004</c:v>
                </c:pt>
                <c:pt idx="162">
                  <c:v>2.4800000000000004</c:v>
                </c:pt>
                <c:pt idx="163">
                  <c:v>2.5200000000000005</c:v>
                </c:pt>
                <c:pt idx="164">
                  <c:v>2.5600000000000005</c:v>
                </c:pt>
                <c:pt idx="165">
                  <c:v>2.6000000000000005</c:v>
                </c:pt>
                <c:pt idx="166">
                  <c:v>2.6400000000000006</c:v>
                </c:pt>
                <c:pt idx="167">
                  <c:v>2.6799999999999997</c:v>
                </c:pt>
                <c:pt idx="168">
                  <c:v>2.7199999999999998</c:v>
                </c:pt>
                <c:pt idx="169">
                  <c:v>2.76</c:v>
                </c:pt>
                <c:pt idx="170">
                  <c:v>2.8</c:v>
                </c:pt>
                <c:pt idx="171">
                  <c:v>2.84</c:v>
                </c:pt>
                <c:pt idx="172">
                  <c:v>2.88</c:v>
                </c:pt>
                <c:pt idx="173">
                  <c:v>2.92</c:v>
                </c:pt>
                <c:pt idx="174">
                  <c:v>2.96</c:v>
                </c:pt>
                <c:pt idx="175">
                  <c:v>3</c:v>
                </c:pt>
                <c:pt idx="176">
                  <c:v>3.04</c:v>
                </c:pt>
                <c:pt idx="177">
                  <c:v>3.08</c:v>
                </c:pt>
                <c:pt idx="178">
                  <c:v>3.12</c:v>
                </c:pt>
                <c:pt idx="179">
                  <c:v>3.16</c:v>
                </c:pt>
                <c:pt idx="180">
                  <c:v>3.2</c:v>
                </c:pt>
                <c:pt idx="181">
                  <c:v>3.24</c:v>
                </c:pt>
                <c:pt idx="182">
                  <c:v>3.2800000000000002</c:v>
                </c:pt>
                <c:pt idx="183">
                  <c:v>3.3200000000000003</c:v>
                </c:pt>
                <c:pt idx="184">
                  <c:v>3.3600000000000003</c:v>
                </c:pt>
                <c:pt idx="185">
                  <c:v>3.4000000000000004</c:v>
                </c:pt>
                <c:pt idx="186">
                  <c:v>3.4400000000000004</c:v>
                </c:pt>
                <c:pt idx="187">
                  <c:v>3.4800000000000004</c:v>
                </c:pt>
                <c:pt idx="188">
                  <c:v>3.5200000000000005</c:v>
                </c:pt>
                <c:pt idx="189">
                  <c:v>3.5600000000000005</c:v>
                </c:pt>
                <c:pt idx="190">
                  <c:v>3.6000000000000005</c:v>
                </c:pt>
                <c:pt idx="191">
                  <c:v>3.6400000000000006</c:v>
                </c:pt>
                <c:pt idx="192">
                  <c:v>3.6799999999999997</c:v>
                </c:pt>
                <c:pt idx="193">
                  <c:v>3.7199999999999998</c:v>
                </c:pt>
                <c:pt idx="194">
                  <c:v>3.76</c:v>
                </c:pt>
                <c:pt idx="195">
                  <c:v>3.8</c:v>
                </c:pt>
                <c:pt idx="196">
                  <c:v>3.84</c:v>
                </c:pt>
                <c:pt idx="197">
                  <c:v>3.88</c:v>
                </c:pt>
                <c:pt idx="198">
                  <c:v>3.92</c:v>
                </c:pt>
                <c:pt idx="199">
                  <c:v>3.96</c:v>
                </c:pt>
                <c:pt idx="200">
                  <c:v>4</c:v>
                </c:pt>
              </c:numCache>
            </c:numRef>
          </c:cat>
          <c:val>
            <c:numRef>
              <c:f>Normal!$N$2:$N$202</c:f>
              <c:numCache>
                <c:formatCode>General</c:formatCode>
                <c:ptCount val="201"/>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#N/A</c:v>
                </c:pt>
                <c:pt idx="143">
                  <c:v>#N/A</c:v>
                </c:pt>
                <c:pt idx="144">
                  <c:v>#N/A</c:v>
                </c:pt>
                <c:pt idx="145">
                  <c:v>#N/A</c:v>
                </c:pt>
                <c:pt idx="146">
                  <c:v>#N/A</c:v>
                </c:pt>
                <c:pt idx="147">
                  <c:v>#N/A</c:v>
                </c:pt>
                <c:pt idx="148">
                  <c:v>#N/A</c:v>
                </c:pt>
                <c:pt idx="149">
                  <c:v>#N/A</c:v>
                </c:pt>
                <c:pt idx="150">
                  <c:v>#N/A</c:v>
                </c:pt>
                <c:pt idx="151">
                  <c:v>#N/A</c:v>
                </c:pt>
                <c:pt idx="152">
                  <c:v>#N/A</c:v>
                </c:pt>
                <c:pt idx="153">
                  <c:v>#N/A</c:v>
                </c:pt>
                <c:pt idx="154">
                  <c:v>#N/A</c:v>
                </c:pt>
                <c:pt idx="155">
                  <c:v>#N/A</c:v>
                </c:pt>
                <c:pt idx="156">
                  <c:v>#N/A</c:v>
                </c:pt>
                <c:pt idx="157">
                  <c:v>#N/A</c:v>
                </c:pt>
                <c:pt idx="158">
                  <c:v>#N/A</c:v>
                </c:pt>
                <c:pt idx="159">
                  <c:v>#N/A</c:v>
                </c:pt>
                <c:pt idx="160">
                  <c:v>#N/A</c:v>
                </c:pt>
                <c:pt idx="161">
                  <c:v>#N/A</c:v>
                </c:pt>
                <c:pt idx="162">
                  <c:v>#N/A</c:v>
                </c:pt>
                <c:pt idx="163">
                  <c:v>#N/A</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#N/A</c:v>
                </c:pt>
              </c:numCache>
            </c:numRef>
          </c:val>
        </c:ser>
        <c:dLbls>
          <c:showLegendKey val="0"/>
          <c:showVal val="0"/>
          <c:showCatName val="0"/>
          <c:showSerName val="0"/>
          <c:showPercent val="0"/>
          <c:showBubbleSize val="0"/>
        </c:dLbls>
        <c:gapWidth val="0"/>
        <c:overlap val="100"/>
        <c:axId val="75328512"/>
        <c:axId val="75342592"/>
      </c:barChart>
      <c:lineChart>
        <c:grouping val="standard"/>
        <c:varyColors val="0"/>
        <c:ser>
          <c:idx val="0"/>
          <c:order val="2"/>
          <c:spPr>
            <a:ln w="25400">
              <a:solidFill>
                <a:srgbClr val="000080"/>
              </a:solidFill>
              <a:prstDash val="solid"/>
            </a:ln>
          </c:spPr>
          <c:marker>
            <c:symbol val="none"/>
          </c:marker>
          <c:cat>
            <c:numRef>
              <c:f>Normal!$K$2:$K$202</c:f>
              <c:numCache>
                <c:formatCode>General</c:formatCode>
                <c:ptCount val="201"/>
                <c:pt idx="0">
                  <c:v>-4</c:v>
                </c:pt>
                <c:pt idx="1">
                  <c:v>-3.96</c:v>
                </c:pt>
                <c:pt idx="2">
                  <c:v>-3.92</c:v>
                </c:pt>
                <c:pt idx="3">
                  <c:v>-3.88</c:v>
                </c:pt>
                <c:pt idx="4">
                  <c:v>-3.84</c:v>
                </c:pt>
                <c:pt idx="5">
                  <c:v>-3.8</c:v>
                </c:pt>
                <c:pt idx="6">
                  <c:v>-3.76</c:v>
                </c:pt>
                <c:pt idx="7">
                  <c:v>-3.7199999999999998</c:v>
                </c:pt>
                <c:pt idx="8">
                  <c:v>-3.68</c:v>
                </c:pt>
                <c:pt idx="9">
                  <c:v>-3.64</c:v>
                </c:pt>
                <c:pt idx="10">
                  <c:v>-3.6</c:v>
                </c:pt>
                <c:pt idx="11">
                  <c:v>-3.56</c:v>
                </c:pt>
                <c:pt idx="12">
                  <c:v>-3.52</c:v>
                </c:pt>
                <c:pt idx="13">
                  <c:v>-3.48</c:v>
                </c:pt>
                <c:pt idx="14">
                  <c:v>-3.44</c:v>
                </c:pt>
                <c:pt idx="15">
                  <c:v>-3.4</c:v>
                </c:pt>
                <c:pt idx="16">
                  <c:v>-3.36</c:v>
                </c:pt>
                <c:pt idx="17">
                  <c:v>-3.32</c:v>
                </c:pt>
                <c:pt idx="18">
                  <c:v>-3.2800000000000002</c:v>
                </c:pt>
                <c:pt idx="19">
                  <c:v>-3.24</c:v>
                </c:pt>
                <c:pt idx="20">
                  <c:v>-3.2</c:v>
                </c:pt>
                <c:pt idx="21">
                  <c:v>-3.16</c:v>
                </c:pt>
                <c:pt idx="22">
                  <c:v>-3.12</c:v>
                </c:pt>
                <c:pt idx="23">
                  <c:v>-3.08</c:v>
                </c:pt>
                <c:pt idx="24">
                  <c:v>-3.04</c:v>
                </c:pt>
                <c:pt idx="25">
                  <c:v>-3</c:v>
                </c:pt>
                <c:pt idx="26">
                  <c:v>-2.96</c:v>
                </c:pt>
                <c:pt idx="27">
                  <c:v>-2.92</c:v>
                </c:pt>
                <c:pt idx="28">
                  <c:v>-2.88</c:v>
                </c:pt>
                <c:pt idx="29">
                  <c:v>-2.84</c:v>
                </c:pt>
                <c:pt idx="30">
                  <c:v>-2.8</c:v>
                </c:pt>
                <c:pt idx="31">
                  <c:v>-2.76</c:v>
                </c:pt>
                <c:pt idx="32">
                  <c:v>-2.7199999999999998</c:v>
                </c:pt>
                <c:pt idx="33">
                  <c:v>-2.6799999999999997</c:v>
                </c:pt>
                <c:pt idx="34">
                  <c:v>-2.6399999999999997</c:v>
                </c:pt>
                <c:pt idx="35">
                  <c:v>-2.5999999999999996</c:v>
                </c:pt>
                <c:pt idx="36">
                  <c:v>-2.56</c:v>
                </c:pt>
                <c:pt idx="37">
                  <c:v>-2.52</c:v>
                </c:pt>
                <c:pt idx="38">
                  <c:v>-2.48</c:v>
                </c:pt>
                <c:pt idx="39">
                  <c:v>-2.44</c:v>
                </c:pt>
                <c:pt idx="40">
                  <c:v>-2.4</c:v>
                </c:pt>
                <c:pt idx="41">
                  <c:v>-2.36</c:v>
                </c:pt>
                <c:pt idx="42">
                  <c:v>-2.3200000000000003</c:v>
                </c:pt>
                <c:pt idx="43">
                  <c:v>-2.2800000000000002</c:v>
                </c:pt>
                <c:pt idx="44">
                  <c:v>-2.2400000000000002</c:v>
                </c:pt>
                <c:pt idx="45">
                  <c:v>-2.2000000000000002</c:v>
                </c:pt>
                <c:pt idx="46">
                  <c:v>-2.16</c:v>
                </c:pt>
                <c:pt idx="47">
                  <c:v>-2.12</c:v>
                </c:pt>
                <c:pt idx="48">
                  <c:v>-2.08</c:v>
                </c:pt>
                <c:pt idx="49">
                  <c:v>-2.04</c:v>
                </c:pt>
                <c:pt idx="50">
                  <c:v>-2</c:v>
                </c:pt>
                <c:pt idx="51">
                  <c:v>-1.96</c:v>
                </c:pt>
                <c:pt idx="52">
                  <c:v>-1.92</c:v>
                </c:pt>
                <c:pt idx="53">
                  <c:v>-1.88</c:v>
                </c:pt>
                <c:pt idx="54">
                  <c:v>-1.8399999999999999</c:v>
                </c:pt>
                <c:pt idx="55">
                  <c:v>-1.7999999999999998</c:v>
                </c:pt>
                <c:pt idx="56">
                  <c:v>-1.7599999999999998</c:v>
                </c:pt>
                <c:pt idx="57">
                  <c:v>-1.7199999999999998</c:v>
                </c:pt>
                <c:pt idx="58">
                  <c:v>-1.6800000000000002</c:v>
                </c:pt>
                <c:pt idx="59">
                  <c:v>-1.6400000000000001</c:v>
                </c:pt>
                <c:pt idx="60">
                  <c:v>-1.6</c:v>
                </c:pt>
                <c:pt idx="61">
                  <c:v>-1.56</c:v>
                </c:pt>
                <c:pt idx="62">
                  <c:v>-1.52</c:v>
                </c:pt>
                <c:pt idx="63">
                  <c:v>-1.48</c:v>
                </c:pt>
                <c:pt idx="64">
                  <c:v>-1.44</c:v>
                </c:pt>
                <c:pt idx="65">
                  <c:v>-1.4</c:v>
                </c:pt>
                <c:pt idx="66">
                  <c:v>-1.3599999999999999</c:v>
                </c:pt>
                <c:pt idx="67">
                  <c:v>-1.3199999999999998</c:v>
                </c:pt>
                <c:pt idx="68">
                  <c:v>-1.2799999999999998</c:v>
                </c:pt>
                <c:pt idx="69">
                  <c:v>-1.2399999999999998</c:v>
                </c:pt>
                <c:pt idx="70">
                  <c:v>-1.1999999999999997</c:v>
                </c:pt>
                <c:pt idx="71">
                  <c:v>-1.1600000000000001</c:v>
                </c:pt>
                <c:pt idx="72">
                  <c:v>-1.1200000000000001</c:v>
                </c:pt>
                <c:pt idx="73">
                  <c:v>-1.08</c:v>
                </c:pt>
                <c:pt idx="74">
                  <c:v>-1.04</c:v>
                </c:pt>
                <c:pt idx="75">
                  <c:v>-1</c:v>
                </c:pt>
                <c:pt idx="76">
                  <c:v>-0.96</c:v>
                </c:pt>
                <c:pt idx="77">
                  <c:v>-0.91999999999999993</c:v>
                </c:pt>
                <c:pt idx="78">
                  <c:v>-0.87999999999999989</c:v>
                </c:pt>
                <c:pt idx="79">
                  <c:v>-0.83999999999999986</c:v>
                </c:pt>
                <c:pt idx="80">
                  <c:v>-0.79999999999999982</c:v>
                </c:pt>
                <c:pt idx="81">
                  <c:v>-0.75999999999999979</c:v>
                </c:pt>
                <c:pt idx="82">
                  <c:v>-0.71999999999999975</c:v>
                </c:pt>
                <c:pt idx="83">
                  <c:v>-0.67999999999999972</c:v>
                </c:pt>
                <c:pt idx="84">
                  <c:v>-0.64000000000000012</c:v>
                </c:pt>
                <c:pt idx="85">
                  <c:v>-0.60000000000000009</c:v>
                </c:pt>
                <c:pt idx="86">
                  <c:v>-0.56000000000000005</c:v>
                </c:pt>
                <c:pt idx="87">
                  <c:v>-0.52</c:v>
                </c:pt>
                <c:pt idx="88">
                  <c:v>-0.48</c:v>
                </c:pt>
                <c:pt idx="89">
                  <c:v>-0.43999999999999995</c:v>
                </c:pt>
                <c:pt idx="90">
                  <c:v>-0.39999999999999991</c:v>
                </c:pt>
                <c:pt idx="91">
                  <c:v>-0.35999999999999988</c:v>
                </c:pt>
                <c:pt idx="92">
                  <c:v>-0.31999999999999984</c:v>
                </c:pt>
                <c:pt idx="93">
                  <c:v>-0.2799999999999998</c:v>
                </c:pt>
                <c:pt idx="94">
                  <c:v>-0.23999999999999977</c:v>
                </c:pt>
                <c:pt idx="95">
                  <c:v>-0.19999999999999973</c:v>
                </c:pt>
                <c:pt idx="96">
                  <c:v>-0.16000000000000014</c:v>
                </c:pt>
                <c:pt idx="97">
                  <c:v>-0.12000000000000011</c:v>
                </c:pt>
                <c:pt idx="98">
                  <c:v>-8.0000000000000071E-2</c:v>
                </c:pt>
                <c:pt idx="99">
                  <c:v>-4.0000000000000036E-2</c:v>
                </c:pt>
                <c:pt idx="100">
                  <c:v>0</c:v>
                </c:pt>
                <c:pt idx="101">
                  <c:v>4.0000000000000036E-2</c:v>
                </c:pt>
                <c:pt idx="102">
                  <c:v>8.0000000000000071E-2</c:v>
                </c:pt>
                <c:pt idx="103">
                  <c:v>0.12000000000000011</c:v>
                </c:pt>
                <c:pt idx="104">
                  <c:v>0.16000000000000014</c:v>
                </c:pt>
                <c:pt idx="105">
                  <c:v>0.20000000000000018</c:v>
                </c:pt>
                <c:pt idx="106">
                  <c:v>0.24000000000000021</c:v>
                </c:pt>
                <c:pt idx="107">
                  <c:v>0.28000000000000025</c:v>
                </c:pt>
                <c:pt idx="108">
                  <c:v>0.32000000000000028</c:v>
                </c:pt>
                <c:pt idx="109">
                  <c:v>0.36000000000000032</c:v>
                </c:pt>
                <c:pt idx="110">
                  <c:v>0.40000000000000036</c:v>
                </c:pt>
                <c:pt idx="111">
                  <c:v>0.44000000000000039</c:v>
                </c:pt>
                <c:pt idx="112">
                  <c:v>0.48000000000000043</c:v>
                </c:pt>
                <c:pt idx="113">
                  <c:v>0.52000000000000046</c:v>
                </c:pt>
                <c:pt idx="114">
                  <c:v>0.5600000000000005</c:v>
                </c:pt>
                <c:pt idx="115">
                  <c:v>0.60000000000000053</c:v>
                </c:pt>
                <c:pt idx="116">
                  <c:v>0.63999999999999968</c:v>
                </c:pt>
                <c:pt idx="117">
                  <c:v>0.67999999999999972</c:v>
                </c:pt>
                <c:pt idx="118">
                  <c:v>0.71999999999999975</c:v>
                </c:pt>
                <c:pt idx="119">
                  <c:v>0.75999999999999979</c:v>
                </c:pt>
                <c:pt idx="120">
                  <c:v>0.79999999999999982</c:v>
                </c:pt>
                <c:pt idx="121">
                  <c:v>0.83999999999999986</c:v>
                </c:pt>
                <c:pt idx="122">
                  <c:v>0.87999999999999989</c:v>
                </c:pt>
                <c:pt idx="123">
                  <c:v>0.91999999999999993</c:v>
                </c:pt>
                <c:pt idx="124">
                  <c:v>0.96</c:v>
                </c:pt>
                <c:pt idx="125">
                  <c:v>1</c:v>
                </c:pt>
                <c:pt idx="126">
                  <c:v>1.04</c:v>
                </c:pt>
                <c:pt idx="127">
                  <c:v>1.08</c:v>
                </c:pt>
                <c:pt idx="128">
                  <c:v>1.1200000000000001</c:v>
                </c:pt>
                <c:pt idx="129">
                  <c:v>1.1600000000000001</c:v>
                </c:pt>
                <c:pt idx="130">
                  <c:v>1.2000000000000002</c:v>
                </c:pt>
                <c:pt idx="131">
                  <c:v>1.2400000000000002</c:v>
                </c:pt>
                <c:pt idx="132">
                  <c:v>1.2800000000000002</c:v>
                </c:pt>
                <c:pt idx="133">
                  <c:v>1.3200000000000003</c:v>
                </c:pt>
                <c:pt idx="134">
                  <c:v>1.3600000000000003</c:v>
                </c:pt>
                <c:pt idx="135">
                  <c:v>1.4000000000000004</c:v>
                </c:pt>
                <c:pt idx="136">
                  <c:v>1.4400000000000004</c:v>
                </c:pt>
                <c:pt idx="137">
                  <c:v>1.4800000000000004</c:v>
                </c:pt>
                <c:pt idx="138">
                  <c:v>1.5200000000000005</c:v>
                </c:pt>
                <c:pt idx="139">
                  <c:v>1.5600000000000005</c:v>
                </c:pt>
                <c:pt idx="140">
                  <c:v>1.6000000000000005</c:v>
                </c:pt>
                <c:pt idx="141">
                  <c:v>1.6399999999999997</c:v>
                </c:pt>
                <c:pt idx="142">
                  <c:v>1.6799999999999997</c:v>
                </c:pt>
                <c:pt idx="143">
                  <c:v>1.7199999999999998</c:v>
                </c:pt>
                <c:pt idx="144">
                  <c:v>1.7599999999999998</c:v>
                </c:pt>
                <c:pt idx="145">
                  <c:v>1.7999999999999998</c:v>
                </c:pt>
                <c:pt idx="146">
                  <c:v>1.8399999999999999</c:v>
                </c:pt>
                <c:pt idx="147">
                  <c:v>1.88</c:v>
                </c:pt>
                <c:pt idx="148">
                  <c:v>1.92</c:v>
                </c:pt>
                <c:pt idx="149">
                  <c:v>1.96</c:v>
                </c:pt>
                <c:pt idx="150">
                  <c:v>2</c:v>
                </c:pt>
                <c:pt idx="151">
                  <c:v>2.04</c:v>
                </c:pt>
                <c:pt idx="152">
                  <c:v>2.08</c:v>
                </c:pt>
                <c:pt idx="153">
                  <c:v>2.12</c:v>
                </c:pt>
                <c:pt idx="154">
                  <c:v>2.16</c:v>
                </c:pt>
                <c:pt idx="155">
                  <c:v>2.2000000000000002</c:v>
                </c:pt>
                <c:pt idx="156">
                  <c:v>2.2400000000000002</c:v>
                </c:pt>
                <c:pt idx="157">
                  <c:v>2.2800000000000002</c:v>
                </c:pt>
                <c:pt idx="158">
                  <c:v>2.3200000000000003</c:v>
                </c:pt>
                <c:pt idx="159">
                  <c:v>2.3600000000000003</c:v>
                </c:pt>
                <c:pt idx="160">
                  <c:v>2.4000000000000004</c:v>
                </c:pt>
                <c:pt idx="161">
                  <c:v>2.4400000000000004</c:v>
                </c:pt>
                <c:pt idx="162">
                  <c:v>2.4800000000000004</c:v>
                </c:pt>
                <c:pt idx="163">
                  <c:v>2.5200000000000005</c:v>
                </c:pt>
                <c:pt idx="164">
                  <c:v>2.5600000000000005</c:v>
                </c:pt>
                <c:pt idx="165">
                  <c:v>2.6000000000000005</c:v>
                </c:pt>
                <c:pt idx="166">
                  <c:v>2.6400000000000006</c:v>
                </c:pt>
                <c:pt idx="167">
                  <c:v>2.6799999999999997</c:v>
                </c:pt>
                <c:pt idx="168">
                  <c:v>2.7199999999999998</c:v>
                </c:pt>
                <c:pt idx="169">
                  <c:v>2.76</c:v>
                </c:pt>
                <c:pt idx="170">
                  <c:v>2.8</c:v>
                </c:pt>
                <c:pt idx="171">
                  <c:v>2.84</c:v>
                </c:pt>
                <c:pt idx="172">
                  <c:v>2.88</c:v>
                </c:pt>
                <c:pt idx="173">
                  <c:v>2.92</c:v>
                </c:pt>
                <c:pt idx="174">
                  <c:v>2.96</c:v>
                </c:pt>
                <c:pt idx="175">
                  <c:v>3</c:v>
                </c:pt>
                <c:pt idx="176">
                  <c:v>3.04</c:v>
                </c:pt>
                <c:pt idx="177">
                  <c:v>3.08</c:v>
                </c:pt>
                <c:pt idx="178">
                  <c:v>3.12</c:v>
                </c:pt>
                <c:pt idx="179">
                  <c:v>3.16</c:v>
                </c:pt>
                <c:pt idx="180">
                  <c:v>3.2</c:v>
                </c:pt>
                <c:pt idx="181">
                  <c:v>3.24</c:v>
                </c:pt>
                <c:pt idx="182">
                  <c:v>3.2800000000000002</c:v>
                </c:pt>
                <c:pt idx="183">
                  <c:v>3.3200000000000003</c:v>
                </c:pt>
                <c:pt idx="184">
                  <c:v>3.3600000000000003</c:v>
                </c:pt>
                <c:pt idx="185">
                  <c:v>3.4000000000000004</c:v>
                </c:pt>
                <c:pt idx="186">
                  <c:v>3.4400000000000004</c:v>
                </c:pt>
                <c:pt idx="187">
                  <c:v>3.4800000000000004</c:v>
                </c:pt>
                <c:pt idx="188">
                  <c:v>3.5200000000000005</c:v>
                </c:pt>
                <c:pt idx="189">
                  <c:v>3.5600000000000005</c:v>
                </c:pt>
                <c:pt idx="190">
                  <c:v>3.6000000000000005</c:v>
                </c:pt>
                <c:pt idx="191">
                  <c:v>3.6400000000000006</c:v>
                </c:pt>
                <c:pt idx="192">
                  <c:v>3.6799999999999997</c:v>
                </c:pt>
                <c:pt idx="193">
                  <c:v>3.7199999999999998</c:v>
                </c:pt>
                <c:pt idx="194">
                  <c:v>3.76</c:v>
                </c:pt>
                <c:pt idx="195">
                  <c:v>3.8</c:v>
                </c:pt>
                <c:pt idx="196">
                  <c:v>3.84</c:v>
                </c:pt>
                <c:pt idx="197">
                  <c:v>3.88</c:v>
                </c:pt>
                <c:pt idx="198">
                  <c:v>3.92</c:v>
                </c:pt>
                <c:pt idx="199">
                  <c:v>3.96</c:v>
                </c:pt>
                <c:pt idx="200">
                  <c:v>4</c:v>
                </c:pt>
              </c:numCache>
            </c:numRef>
          </c:cat>
          <c:val>
            <c:numRef>
              <c:f>Normal!$L$2:$L$202</c:f>
              <c:numCache>
                <c:formatCode>General</c:formatCode>
                <c:ptCount val="201"/>
                <c:pt idx="0">
                  <c:v>1.3383022576488537E-4</c:v>
                </c:pt>
                <c:pt idx="1">
                  <c:v>1.5692563406553226E-4</c:v>
                </c:pt>
                <c:pt idx="2">
                  <c:v>1.8371249800245711E-4</c:v>
                </c:pt>
                <c:pt idx="3">
                  <c:v>2.1472798150036704E-4</c:v>
                </c:pt>
                <c:pt idx="4">
                  <c:v>2.5057844489086075E-4</c:v>
                </c:pt>
                <c:pt idx="5">
                  <c:v>2.9194692579146027E-4</c:v>
                </c:pt>
                <c:pt idx="6">
                  <c:v>3.3960121248365478E-4</c:v>
                </c:pt>
                <c:pt idx="7">
                  <c:v>3.9440252496915693E-4</c:v>
                </c:pt>
                <c:pt idx="8">
                  <c:v>4.5731481405985675E-4</c:v>
                </c:pt>
                <c:pt idx="9">
                  <c:v>5.2941468309493475E-4</c:v>
                </c:pt>
                <c:pt idx="10">
                  <c:v>6.119019301137719E-4</c:v>
                </c:pt>
                <c:pt idx="11">
                  <c:v>7.061107004880362E-4</c:v>
                </c:pt>
                <c:pt idx="12">
                  <c:v>8.1352123108180841E-4</c:v>
                </c:pt>
                <c:pt idx="13">
                  <c:v>9.3577215692747977E-4</c:v>
                </c:pt>
                <c:pt idx="14">
                  <c:v>1.0746733401537356E-3</c:v>
                </c:pt>
                <c:pt idx="15">
                  <c:v>1.2322191684730199E-3</c:v>
                </c:pt>
                <c:pt idx="16">
                  <c:v>1.4106022569413848E-3</c:v>
                </c:pt>
                <c:pt idx="17">
                  <c:v>1.6122274719771244E-3</c:v>
                </c:pt>
                <c:pt idx="18">
                  <c:v>1.8397261808242775E-3</c:v>
                </c:pt>
                <c:pt idx="19">
                  <c:v>2.0959706128579419E-3</c:v>
                </c:pt>
                <c:pt idx="20">
                  <c:v>2.3840882014648404E-3</c:v>
                </c:pt>
                <c:pt idx="21">
                  <c:v>2.7074757568406999E-3</c:v>
                </c:pt>
                <c:pt idx="22">
                  <c:v>3.0698133011047403E-3</c:v>
                </c:pt>
                <c:pt idx="23">
                  <c:v>3.4750773778549375E-3</c:v>
                </c:pt>
                <c:pt idx="24">
                  <c:v>3.9275536289247789E-3</c:v>
                </c:pt>
                <c:pt idx="25">
                  <c:v>4.4318484119380075E-3</c:v>
                </c:pt>
                <c:pt idx="26">
                  <c:v>4.9928992136123763E-3</c:v>
                </c:pt>
                <c:pt idx="27">
                  <c:v>5.615983595990969E-3</c:v>
                </c:pt>
                <c:pt idx="28">
                  <c:v>6.3067263962659275E-3</c:v>
                </c:pt>
                <c:pt idx="29">
                  <c:v>7.0711048860194487E-3</c:v>
                </c:pt>
                <c:pt idx="30">
                  <c:v>7.9154515829799686E-3</c:v>
                </c:pt>
                <c:pt idx="31">
                  <c:v>8.8464543982372315E-3</c:v>
                </c:pt>
                <c:pt idx="32">
                  <c:v>9.8711537947511439E-3</c:v>
                </c:pt>
                <c:pt idx="33">
                  <c:v>1.0996936629405587E-2</c:v>
                </c:pt>
                <c:pt idx="34">
                  <c:v>1.2231526351277987E-2</c:v>
                </c:pt>
                <c:pt idx="35">
                  <c:v>1.3582969233685634E-2</c:v>
                </c:pt>
                <c:pt idx="36">
                  <c:v>1.5059616327377449E-2</c:v>
                </c:pt>
                <c:pt idx="37">
                  <c:v>1.6670100837381057E-2</c:v>
                </c:pt>
                <c:pt idx="38">
                  <c:v>1.8423310646862048E-2</c:v>
                </c:pt>
                <c:pt idx="39">
                  <c:v>2.0328355738225837E-2</c:v>
                </c:pt>
                <c:pt idx="40">
                  <c:v>2.2394530294842899E-2</c:v>
                </c:pt>
                <c:pt idx="41">
                  <c:v>2.4631269306382507E-2</c:v>
                </c:pt>
                <c:pt idx="42">
                  <c:v>2.7048099546881761E-2</c:v>
                </c:pt>
                <c:pt idx="43">
                  <c:v>2.965458484734125E-2</c:v>
                </c:pt>
                <c:pt idx="44">
                  <c:v>3.2460265643697445E-2</c:v>
                </c:pt>
                <c:pt idx="45">
                  <c:v>3.5474592846231424E-2</c:v>
                </c:pt>
                <c:pt idx="46">
                  <c:v>3.8706856147455608E-2</c:v>
                </c:pt>
                <c:pt idx="47">
                  <c:v>4.2166106961770311E-2</c:v>
                </c:pt>
                <c:pt idx="48">
                  <c:v>4.5861076271054887E-2</c:v>
                </c:pt>
                <c:pt idx="49">
                  <c:v>4.9800087735070775E-2</c:v>
                </c:pt>
                <c:pt idx="50">
                  <c:v>5.3990966513188063E-2</c:v>
                </c:pt>
                <c:pt idx="51">
                  <c:v>5.8440944333451469E-2</c:v>
                </c:pt>
                <c:pt idx="52">
                  <c:v>6.3156561435198655E-2</c:v>
                </c:pt>
                <c:pt idx="53">
                  <c:v>6.8143566101044578E-2</c:v>
                </c:pt>
                <c:pt idx="54">
                  <c:v>7.3406812581656919E-2</c:v>
                </c:pt>
                <c:pt idx="55">
                  <c:v>7.8950158300894177E-2</c:v>
                </c:pt>
                <c:pt idx="56">
                  <c:v>8.4776361308022255E-2</c:v>
                </c:pt>
                <c:pt idx="57">
                  <c:v>9.0886979016282898E-2</c:v>
                </c:pt>
                <c:pt idx="58">
                  <c:v>9.7282269331467469E-2</c:v>
                </c:pt>
                <c:pt idx="59">
                  <c:v>0.10396109532876419</c:v>
                </c:pt>
                <c:pt idx="60">
                  <c:v>0.11092083467945554</c:v>
                </c:pt>
                <c:pt idx="61">
                  <c:v>0.11815729505958227</c:v>
                </c:pt>
                <c:pt idx="62">
                  <c:v>0.12566463678908815</c:v>
                </c:pt>
                <c:pt idx="63">
                  <c:v>0.13343530395100231</c:v>
                </c:pt>
                <c:pt idx="64">
                  <c:v>0.14145996522483878</c:v>
                </c:pt>
                <c:pt idx="65">
                  <c:v>0.14972746563574488</c:v>
                </c:pt>
                <c:pt idx="66">
                  <c:v>0.15822479037038306</c:v>
                </c:pt>
                <c:pt idx="67">
                  <c:v>0.16693704174171387</c:v>
                </c:pt>
                <c:pt idx="68">
                  <c:v>0.17584743029766242</c:v>
                </c:pt>
                <c:pt idx="69">
                  <c:v>0.18493728096330536</c:v>
                </c:pt>
                <c:pt idx="70">
                  <c:v>0.19418605498321304</c:v>
                </c:pt>
                <c:pt idx="71">
                  <c:v>0.20357138829075938</c:v>
                </c:pt>
                <c:pt idx="72">
                  <c:v>0.21306914677571784</c:v>
                </c:pt>
                <c:pt idx="73">
                  <c:v>0.22265349875176113</c:v>
                </c:pt>
                <c:pt idx="74">
                  <c:v>0.2322970047433662</c:v>
                </c:pt>
                <c:pt idx="75">
                  <c:v>0.24197072451914337</c:v>
                </c:pt>
                <c:pt idx="76">
                  <c:v>0.25164434109811712</c:v>
                </c:pt>
                <c:pt idx="77">
                  <c:v>0.26128630124955315</c:v>
                </c:pt>
                <c:pt idx="78">
                  <c:v>0.27086397179833804</c:v>
                </c:pt>
                <c:pt idx="79">
                  <c:v>0.28034381083962062</c:v>
                </c:pt>
                <c:pt idx="80">
                  <c:v>0.28969155276148278</c:v>
                </c:pt>
                <c:pt idx="81">
                  <c:v>0.29887240577595287</c:v>
                </c:pt>
                <c:pt idx="82">
                  <c:v>0.30785126046985301</c:v>
                </c:pt>
                <c:pt idx="83">
                  <c:v>0.31659290771089288</c:v>
                </c:pt>
                <c:pt idx="84">
                  <c:v>0.32506226408408212</c:v>
                </c:pt>
                <c:pt idx="85">
                  <c:v>0.33322460289179967</c:v>
                </c:pt>
                <c:pt idx="86">
                  <c:v>0.34104578863035256</c:v>
                </c:pt>
                <c:pt idx="87">
                  <c:v>0.34849251275897447</c:v>
                </c:pt>
                <c:pt idx="88">
                  <c:v>0.35553252850599709</c:v>
                </c:pt>
                <c:pt idx="89">
                  <c:v>0.36213488241309222</c:v>
                </c:pt>
                <c:pt idx="90">
                  <c:v>0.36827014030332339</c:v>
                </c:pt>
                <c:pt idx="91">
                  <c:v>0.37391060537312842</c:v>
                </c:pt>
                <c:pt idx="92">
                  <c:v>0.37903052615270172</c:v>
                </c:pt>
                <c:pt idx="93">
                  <c:v>0.38360629215347858</c:v>
                </c:pt>
                <c:pt idx="94">
                  <c:v>0.38761661512501416</c:v>
                </c:pt>
                <c:pt idx="95">
                  <c:v>0.39104269397545594</c:v>
                </c:pt>
                <c:pt idx="96">
                  <c:v>0.39386836156854083</c:v>
                </c:pt>
                <c:pt idx="97">
                  <c:v>0.3960802117936561</c:v>
                </c:pt>
                <c:pt idx="98">
                  <c:v>0.39766770551160885</c:v>
                </c:pt>
                <c:pt idx="99">
                  <c:v>0.39862325420460504</c:v>
                </c:pt>
                <c:pt idx="100">
                  <c:v>0.3989422804014327</c:v>
                </c:pt>
                <c:pt idx="101">
                  <c:v>0.39862325420460504</c:v>
                </c:pt>
                <c:pt idx="102">
                  <c:v>0.39766770551160885</c:v>
                </c:pt>
                <c:pt idx="103">
                  <c:v>0.3960802117936561</c:v>
                </c:pt>
                <c:pt idx="104">
                  <c:v>0.39386836156854083</c:v>
                </c:pt>
                <c:pt idx="105">
                  <c:v>0.39104269397545588</c:v>
                </c:pt>
                <c:pt idx="106">
                  <c:v>0.38761661512501411</c:v>
                </c:pt>
                <c:pt idx="107">
                  <c:v>0.38360629215347852</c:v>
                </c:pt>
                <c:pt idx="108">
                  <c:v>0.37903052615270166</c:v>
                </c:pt>
                <c:pt idx="109">
                  <c:v>0.37391060537312837</c:v>
                </c:pt>
                <c:pt idx="110">
                  <c:v>0.36827014030332328</c:v>
                </c:pt>
                <c:pt idx="111">
                  <c:v>0.36213488241309216</c:v>
                </c:pt>
                <c:pt idx="112">
                  <c:v>0.35553252850599704</c:v>
                </c:pt>
                <c:pt idx="113">
                  <c:v>0.34849251275897447</c:v>
                </c:pt>
                <c:pt idx="114">
                  <c:v>0.34104578863035245</c:v>
                </c:pt>
                <c:pt idx="115">
                  <c:v>0.33322460289179956</c:v>
                </c:pt>
                <c:pt idx="116">
                  <c:v>0.32506226408408218</c:v>
                </c:pt>
                <c:pt idx="117">
                  <c:v>0.31659290771089288</c:v>
                </c:pt>
                <c:pt idx="118">
                  <c:v>0.30785126046985301</c:v>
                </c:pt>
                <c:pt idx="119">
                  <c:v>0.29887240577595287</c:v>
                </c:pt>
                <c:pt idx="120">
                  <c:v>0.28969155276148278</c:v>
                </c:pt>
                <c:pt idx="121">
                  <c:v>0.28034381083962062</c:v>
                </c:pt>
                <c:pt idx="122">
                  <c:v>0.27086397179833804</c:v>
                </c:pt>
                <c:pt idx="123">
                  <c:v>0.26128630124955315</c:v>
                </c:pt>
                <c:pt idx="124">
                  <c:v>0.25164434109811712</c:v>
                </c:pt>
                <c:pt idx="125">
                  <c:v>0.24197072451914337</c:v>
                </c:pt>
                <c:pt idx="126">
                  <c:v>0.2322970047433662</c:v>
                </c:pt>
                <c:pt idx="127">
                  <c:v>0.22265349875176113</c:v>
                </c:pt>
                <c:pt idx="128">
                  <c:v>0.21306914677571784</c:v>
                </c:pt>
                <c:pt idx="129">
                  <c:v>0.20357138829075938</c:v>
                </c:pt>
                <c:pt idx="130">
                  <c:v>0.19418605498321292</c:v>
                </c:pt>
                <c:pt idx="131">
                  <c:v>0.18493728096330525</c:v>
                </c:pt>
                <c:pt idx="132">
                  <c:v>0.17584743029766231</c:v>
                </c:pt>
                <c:pt idx="133">
                  <c:v>0.16693704174171375</c:v>
                </c:pt>
                <c:pt idx="134">
                  <c:v>0.15822479037038298</c:v>
                </c:pt>
                <c:pt idx="135">
                  <c:v>0.14972746563574479</c:v>
                </c:pt>
                <c:pt idx="136">
                  <c:v>0.1414599652248387</c:v>
                </c:pt>
                <c:pt idx="137">
                  <c:v>0.1334353039510022</c:v>
                </c:pt>
                <c:pt idx="138">
                  <c:v>0.12566463678908804</c:v>
                </c:pt>
                <c:pt idx="139">
                  <c:v>0.11815729505958221</c:v>
                </c:pt>
                <c:pt idx="140">
                  <c:v>0.11092083467945546</c:v>
                </c:pt>
                <c:pt idx="141">
                  <c:v>0.10396109532876426</c:v>
                </c:pt>
                <c:pt idx="142">
                  <c:v>9.7282269331467539E-2</c:v>
                </c:pt>
                <c:pt idx="143">
                  <c:v>9.0886979016282898E-2</c:v>
                </c:pt>
                <c:pt idx="144">
                  <c:v>8.4776361308022255E-2</c:v>
                </c:pt>
                <c:pt idx="145">
                  <c:v>7.8950158300894177E-2</c:v>
                </c:pt>
                <c:pt idx="146">
                  <c:v>7.3406812581656919E-2</c:v>
                </c:pt>
                <c:pt idx="147">
                  <c:v>6.8143566101044578E-2</c:v>
                </c:pt>
                <c:pt idx="148">
                  <c:v>6.3156561435198655E-2</c:v>
                </c:pt>
                <c:pt idx="149">
                  <c:v>5.8440944333451469E-2</c:v>
                </c:pt>
                <c:pt idx="150">
                  <c:v>5.3990966513188063E-2</c:v>
                </c:pt>
                <c:pt idx="151">
                  <c:v>4.9800087735070775E-2</c:v>
                </c:pt>
                <c:pt idx="152">
                  <c:v>4.5861076271054887E-2</c:v>
                </c:pt>
                <c:pt idx="153">
                  <c:v>4.2166106961770311E-2</c:v>
                </c:pt>
                <c:pt idx="154">
                  <c:v>3.8706856147455608E-2</c:v>
                </c:pt>
                <c:pt idx="155">
                  <c:v>3.5474592846231424E-2</c:v>
                </c:pt>
                <c:pt idx="156">
                  <c:v>3.2460265643697445E-2</c:v>
                </c:pt>
                <c:pt idx="157">
                  <c:v>2.965458484734125E-2</c:v>
                </c:pt>
                <c:pt idx="158">
                  <c:v>2.7048099546881761E-2</c:v>
                </c:pt>
                <c:pt idx="159">
                  <c:v>2.4631269306382486E-2</c:v>
                </c:pt>
                <c:pt idx="160">
                  <c:v>2.2394530294842882E-2</c:v>
                </c:pt>
                <c:pt idx="161">
                  <c:v>2.032835573822582E-2</c:v>
                </c:pt>
                <c:pt idx="162">
                  <c:v>1.8423310646862031E-2</c:v>
                </c:pt>
                <c:pt idx="163">
                  <c:v>1.6670100837381043E-2</c:v>
                </c:pt>
                <c:pt idx="164">
                  <c:v>1.505961632737743E-2</c:v>
                </c:pt>
                <c:pt idx="165">
                  <c:v>1.3582969233685602E-2</c:v>
                </c:pt>
                <c:pt idx="166">
                  <c:v>1.2231526351277954E-2</c:v>
                </c:pt>
                <c:pt idx="167">
                  <c:v>1.0996936629405587E-2</c:v>
                </c:pt>
                <c:pt idx="168">
                  <c:v>9.8711537947511439E-3</c:v>
                </c:pt>
                <c:pt idx="169">
                  <c:v>8.8464543982372315E-3</c:v>
                </c:pt>
                <c:pt idx="170">
                  <c:v>7.9154515829799686E-3</c:v>
                </c:pt>
                <c:pt idx="171">
                  <c:v>7.0711048860194487E-3</c:v>
                </c:pt>
                <c:pt idx="172">
                  <c:v>6.3067263962659275E-3</c:v>
                </c:pt>
                <c:pt idx="173">
                  <c:v>5.615983595990969E-3</c:v>
                </c:pt>
                <c:pt idx="174">
                  <c:v>4.9928992136123763E-3</c:v>
                </c:pt>
                <c:pt idx="175">
                  <c:v>4.4318484119380075E-3</c:v>
                </c:pt>
                <c:pt idx="176">
                  <c:v>3.9275536289247789E-3</c:v>
                </c:pt>
                <c:pt idx="177">
                  <c:v>3.4750773778549375E-3</c:v>
                </c:pt>
                <c:pt idx="178">
                  <c:v>3.0698133011047403E-3</c:v>
                </c:pt>
                <c:pt idx="179">
                  <c:v>2.7074757568406999E-3</c:v>
                </c:pt>
                <c:pt idx="180">
                  <c:v>2.3840882014648404E-3</c:v>
                </c:pt>
                <c:pt idx="181">
                  <c:v>2.0959706128579419E-3</c:v>
                </c:pt>
                <c:pt idx="182">
                  <c:v>1.8397261808242775E-3</c:v>
                </c:pt>
                <c:pt idx="183">
                  <c:v>1.6122274719771231E-3</c:v>
                </c:pt>
                <c:pt idx="184">
                  <c:v>1.4106022569413824E-3</c:v>
                </c:pt>
                <c:pt idx="185">
                  <c:v>1.2322191684730175E-3</c:v>
                </c:pt>
                <c:pt idx="186">
                  <c:v>1.0746733401537337E-3</c:v>
                </c:pt>
                <c:pt idx="187">
                  <c:v>9.3577215692747804E-4</c:v>
                </c:pt>
                <c:pt idx="188">
                  <c:v>8.1352123108180689E-4</c:v>
                </c:pt>
                <c:pt idx="189">
                  <c:v>7.0611070048803501E-4</c:v>
                </c:pt>
                <c:pt idx="190">
                  <c:v>6.1190193011377092E-4</c:v>
                </c:pt>
                <c:pt idx="191">
                  <c:v>5.2941468309493378E-4</c:v>
                </c:pt>
                <c:pt idx="192">
                  <c:v>4.5731481405985762E-4</c:v>
                </c:pt>
                <c:pt idx="193">
                  <c:v>3.9440252496915693E-4</c:v>
                </c:pt>
                <c:pt idx="194">
                  <c:v>3.3960121248365478E-4</c:v>
                </c:pt>
                <c:pt idx="195">
                  <c:v>2.9194692579146027E-4</c:v>
                </c:pt>
                <c:pt idx="196">
                  <c:v>2.5057844489086075E-4</c:v>
                </c:pt>
                <c:pt idx="197">
                  <c:v>2.1472798150036704E-4</c:v>
                </c:pt>
                <c:pt idx="198">
                  <c:v>1.8371249800245711E-4</c:v>
                </c:pt>
                <c:pt idx="199">
                  <c:v>1.5692563406553226E-4</c:v>
                </c:pt>
                <c:pt idx="200">
                  <c:v>1.3383022576488537E-4</c:v>
                </c:pt>
              </c:numCache>
            </c:numRef>
          </c:val>
          <c:smooth val="1"/>
        </c:ser>
        <c:ser>
          <c:idx val="4"/>
          <c:order val="3"/>
          <c:spPr>
            <a:ln w="28575">
              <a:noFill/>
            </a:ln>
          </c:spPr>
          <c:marker>
            <c:symbol val="plus"/>
            <c:size val="5"/>
            <c:spPr>
              <a:noFill/>
              <a:ln>
                <a:solidFill>
                  <a:srgbClr val="000000"/>
                </a:solidFill>
                <a:prstDash val="solid"/>
              </a:ln>
            </c:spPr>
          </c:marker>
          <c:dLbls>
            <c:dLbl>
              <c:idx val="141"/>
              <c:layout/>
              <c:tx>
                <c:rich>
                  <a:bodyPr/>
                  <a:lstStyle/>
                  <a:p>
                    <a:r>
                      <a:rPr lang="en-US"/>
                      <a:t>1.645</a:t>
                    </a:r>
                  </a:p>
                </c:rich>
              </c:tx>
              <c:dLblPos val="b"/>
              <c:showLegendKey val="0"/>
              <c:showVal val="0"/>
              <c:showCatName val="1"/>
              <c:showSerName val="0"/>
              <c:showPercent val="0"/>
              <c:showBubbleSize val="0"/>
            </c:dLbl>
            <c:dLbl>
              <c:idx val="158"/>
              <c:layout/>
              <c:tx>
                <c:rich>
                  <a:bodyPr/>
                  <a:lstStyle/>
                  <a:p>
                    <a:r>
                      <a:rPr lang="en-US"/>
                      <a:t>2.33</a:t>
                    </a:r>
                  </a:p>
                </c:rich>
              </c:tx>
              <c:dLblPos val="b"/>
              <c:showLegendKey val="0"/>
              <c:showVal val="0"/>
              <c:showCatName val="1"/>
              <c:showSerName val="0"/>
              <c:showPercent val="0"/>
              <c:showBubbleSize val="0"/>
            </c:dLbl>
            <c:txPr>
              <a:bodyPr rot="0" vert="horz"/>
              <a:lstStyle/>
              <a:p>
                <a:pPr algn="ctr">
                  <a:defRPr sz="1100" b="1"/>
                </a:pPr>
                <a:endParaRPr lang="en-US"/>
              </a:p>
            </c:txPr>
            <c:dLblPos val="b"/>
            <c:showLegendKey val="0"/>
            <c:showVal val="0"/>
            <c:showCatName val="1"/>
            <c:showSerName val="0"/>
            <c:showPercent val="0"/>
            <c:showBubbleSize val="0"/>
            <c:showLeaderLines val="0"/>
          </c:dLbls>
          <c:cat>
            <c:strRef>
              <c:f>Normal!$O$2:$O$202</c:f>
              <c:strCache>
                <c:ptCount val="201"/>
                <c:pt idx="0">
                  <c:v>-4</c:v>
                </c:pt>
                <c:pt idx="100">
                  <c:v>0</c:v>
                </c:pt>
                <c:pt idx="132">
                  <c:v>1.28</c:v>
                </c:pt>
                <c:pt idx="200">
                  <c:v>4</c:v>
                </c:pt>
              </c:strCache>
            </c:strRef>
          </c:cat>
          <c:val>
            <c:numRef>
              <c:f>Normal!$P$2:$P$202</c:f>
              <c:numCache>
                <c:formatCode>General</c:formatCode>
                <c:ptCount val="201"/>
                <c:pt idx="0">
                  <c:v>0</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0</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0</c:v>
                </c:pt>
                <c:pt idx="133">
                  <c:v>#N/A</c:v>
                </c:pt>
                <c:pt idx="134">
                  <c:v>#N/A</c:v>
                </c:pt>
                <c:pt idx="135">
                  <c:v>#N/A</c:v>
                </c:pt>
                <c:pt idx="136">
                  <c:v>#N/A</c:v>
                </c:pt>
                <c:pt idx="137">
                  <c:v>#N/A</c:v>
                </c:pt>
                <c:pt idx="138">
                  <c:v>#N/A</c:v>
                </c:pt>
                <c:pt idx="139">
                  <c:v>#N/A</c:v>
                </c:pt>
                <c:pt idx="140">
                  <c:v>#N/A</c:v>
                </c:pt>
                <c:pt idx="141">
                  <c:v>#N/A</c:v>
                </c:pt>
                <c:pt idx="142">
                  <c:v>#N/A</c:v>
                </c:pt>
                <c:pt idx="143">
                  <c:v>#N/A</c:v>
                </c:pt>
                <c:pt idx="144">
                  <c:v>#N/A</c:v>
                </c:pt>
                <c:pt idx="145">
                  <c:v>#N/A</c:v>
                </c:pt>
                <c:pt idx="146">
                  <c:v>#N/A</c:v>
                </c:pt>
                <c:pt idx="147">
                  <c:v>#N/A</c:v>
                </c:pt>
                <c:pt idx="148">
                  <c:v>#N/A</c:v>
                </c:pt>
                <c:pt idx="149">
                  <c:v>#N/A</c:v>
                </c:pt>
                <c:pt idx="150">
                  <c:v>#N/A</c:v>
                </c:pt>
                <c:pt idx="151">
                  <c:v>#N/A</c:v>
                </c:pt>
                <c:pt idx="152">
                  <c:v>#N/A</c:v>
                </c:pt>
                <c:pt idx="153">
                  <c:v>#N/A</c:v>
                </c:pt>
                <c:pt idx="154">
                  <c:v>#N/A</c:v>
                </c:pt>
                <c:pt idx="155">
                  <c:v>#N/A</c:v>
                </c:pt>
                <c:pt idx="156">
                  <c:v>#N/A</c:v>
                </c:pt>
                <c:pt idx="157">
                  <c:v>#N/A</c:v>
                </c:pt>
                <c:pt idx="158">
                  <c:v>#N/A</c:v>
                </c:pt>
                <c:pt idx="159">
                  <c:v>#N/A</c:v>
                </c:pt>
                <c:pt idx="160">
                  <c:v>#N/A</c:v>
                </c:pt>
                <c:pt idx="161">
                  <c:v>#N/A</c:v>
                </c:pt>
                <c:pt idx="162">
                  <c:v>#N/A</c:v>
                </c:pt>
                <c:pt idx="163">
                  <c:v>#N/A</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0</c:v>
                </c:pt>
              </c:numCache>
            </c:numRef>
          </c:val>
          <c:smooth val="0"/>
        </c:ser>
        <c:dLbls>
          <c:showLegendKey val="0"/>
          <c:showVal val="0"/>
          <c:showCatName val="0"/>
          <c:showSerName val="0"/>
          <c:showPercent val="0"/>
          <c:showBubbleSize val="0"/>
        </c:dLbls>
        <c:marker val="1"/>
        <c:smooth val="0"/>
        <c:axId val="75328512"/>
        <c:axId val="75342592"/>
      </c:lineChart>
      <c:catAx>
        <c:axId val="75328512"/>
        <c:scaling>
          <c:orientation val="minMax"/>
        </c:scaling>
        <c:delete val="0"/>
        <c:axPos val="b"/>
        <c:numFmt formatCode="General" sourceLinked="1"/>
        <c:majorTickMark val="none"/>
        <c:minorTickMark val="none"/>
        <c:tickLblPos val="none"/>
        <c:spPr>
          <a:ln w="3175">
            <a:solidFill>
              <a:srgbClr val="000000"/>
            </a:solidFill>
            <a:prstDash val="solid"/>
          </a:ln>
        </c:spPr>
        <c:txPr>
          <a:bodyPr rot="0" vert="horz"/>
          <a:lstStyle/>
          <a:p>
            <a:pPr>
              <a:defRPr sz="800" b="0" i="0" u="none" strike="noStrike" baseline="0">
                <a:solidFill>
                  <a:srgbClr val="000000"/>
                </a:solidFill>
                <a:latin typeface="Arial"/>
                <a:ea typeface="Arial"/>
                <a:cs typeface="Arial"/>
              </a:defRPr>
            </a:pPr>
            <a:endParaRPr lang="en-US"/>
          </a:p>
        </c:txPr>
        <c:crossAx val="75342592"/>
        <c:crosses val="autoZero"/>
        <c:auto val="0"/>
        <c:lblAlgn val="ctr"/>
        <c:lblOffset val="100"/>
        <c:tickLblSkip val="20"/>
        <c:tickMarkSkip val="20"/>
        <c:noMultiLvlLbl val="0"/>
      </c:catAx>
      <c:valAx>
        <c:axId val="75342592"/>
        <c:scaling>
          <c:orientation val="minMax"/>
          <c:min val="0"/>
        </c:scaling>
        <c:delete val="0"/>
        <c:axPos val="l"/>
        <c:numFmt formatCode="General" sourceLinked="1"/>
        <c:majorTickMark val="out"/>
        <c:minorTickMark val="none"/>
        <c:tickLblPos val="nextTo"/>
        <c:spPr>
          <a:ln w="3175">
            <a:solidFill>
              <a:srgbClr val="000000"/>
            </a:solidFill>
            <a:prstDash val="solid"/>
          </a:ln>
        </c:spPr>
        <c:txPr>
          <a:bodyPr rot="0" vert="horz"/>
          <a:lstStyle/>
          <a:p>
            <a:pPr>
              <a:defRPr sz="800" b="0" i="0" u="none" strike="noStrike" baseline="0">
                <a:solidFill>
                  <a:srgbClr val="000000"/>
                </a:solidFill>
                <a:latin typeface="Arial"/>
                <a:ea typeface="Arial"/>
                <a:cs typeface="Arial"/>
              </a:defRPr>
            </a:pPr>
            <a:endParaRPr lang="en-US"/>
          </a:p>
        </c:txPr>
        <c:crossAx val="75328512"/>
        <c:crosses val="autoZero"/>
        <c:crossBetween val="between"/>
      </c:valAx>
      <c:spPr>
        <a:noFill/>
        <a:ln w="25400">
          <a:noFill/>
        </a:ln>
      </c:spPr>
    </c:plotArea>
    <c:plotVisOnly val="1"/>
    <c:dispBlanksAs val="gap"/>
    <c:showDLblsOverMax val="0"/>
  </c:chart>
  <c:spPr>
    <a:solidFill>
      <a:srgbClr val="FFFFFF"/>
    </a:solidFill>
    <a:ln w="9525">
      <a:noFill/>
    </a:ln>
  </c:spPr>
  <c:txPr>
    <a:bodyPr/>
    <a:lstStyle/>
    <a:p>
      <a:pPr>
        <a:defRPr sz="1000" b="0" i="0" u="none" strike="noStrike" baseline="0">
          <a:solidFill>
            <a:srgbClr val="000000"/>
          </a:solidFill>
          <a:latin typeface="Arial"/>
          <a:ea typeface="Arial"/>
          <a:cs typeface="Arial"/>
        </a:defRPr>
      </a:pPr>
      <a:endParaRPr lang="en-US"/>
    </a:p>
  </c:txPr>
  <c:externalData r:id="rId1">
    <c:autoUpdate val="0"/>
  </c:externalData>
  <c:userShapes r:id="rId2"/>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strRef>
          <c:f>Normal!$J$11</c:f>
          <c:strCache>
            <c:ptCount val="1"/>
          </c:strCache>
        </c:strRef>
      </c:tx>
      <c:layout>
        <c:manualLayout>
          <c:xMode val="edge"/>
          <c:yMode val="edge"/>
          <c:x val="0.3770053475935829"/>
          <c:y val="4.2553191489361701E-2"/>
        </c:manualLayout>
      </c:layout>
      <c:overlay val="0"/>
      <c:spPr>
        <a:noFill/>
        <a:ln w="25400">
          <a:noFill/>
        </a:ln>
      </c:spPr>
      <c:txPr>
        <a:bodyPr/>
        <a:lstStyle/>
        <a:p>
          <a:pPr>
            <a:defRPr sz="800" b="0" i="0" u="none" strike="noStrike" baseline="0">
              <a:solidFill>
                <a:srgbClr val="800080"/>
              </a:solidFill>
              <a:latin typeface="Arial"/>
              <a:ea typeface="Arial"/>
              <a:cs typeface="Arial"/>
            </a:defRPr>
          </a:pPr>
          <a:endParaRPr lang="en-US"/>
        </a:p>
      </c:txPr>
    </c:title>
    <c:autoTitleDeleted val="0"/>
    <c:plotArea>
      <c:layout>
        <c:manualLayout>
          <c:layoutTarget val="inner"/>
          <c:xMode val="edge"/>
          <c:yMode val="edge"/>
          <c:x val="0.12923351158645277"/>
          <c:y val="0.15319193611436868"/>
          <c:w val="0.78253119429590012"/>
          <c:h val="0.61276723064999716"/>
        </c:manualLayout>
      </c:layout>
      <c:barChart>
        <c:barDir val="col"/>
        <c:grouping val="clustered"/>
        <c:varyColors val="0"/>
        <c:ser>
          <c:idx val="1"/>
          <c:order val="0"/>
          <c:spPr>
            <a:solidFill>
              <a:srgbClr val="800080"/>
            </a:solidFill>
            <a:ln w="25400">
              <a:noFill/>
            </a:ln>
          </c:spPr>
          <c:invertIfNegative val="0"/>
          <c:cat>
            <c:strRef>
              <c:f>Normal!$O$2:$O$202</c:f>
              <c:strCache>
                <c:ptCount val="201"/>
                <c:pt idx="0">
                  <c:v>-4</c:v>
                </c:pt>
                <c:pt idx="100">
                  <c:v>0</c:v>
                </c:pt>
                <c:pt idx="158">
                  <c:v>2.33</c:v>
                </c:pt>
                <c:pt idx="200">
                  <c:v>4</c:v>
                </c:pt>
              </c:strCache>
            </c:strRef>
          </c:cat>
          <c:val>
            <c:numRef>
              <c:f>Normal!$M$2:$M$202</c:f>
              <c:numCache>
                <c:formatCode>General</c:formatCode>
                <c:ptCount val="201"/>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#N/A</c:v>
                </c:pt>
                <c:pt idx="143">
                  <c:v>#N/A</c:v>
                </c:pt>
                <c:pt idx="144">
                  <c:v>#N/A</c:v>
                </c:pt>
                <c:pt idx="145">
                  <c:v>#N/A</c:v>
                </c:pt>
                <c:pt idx="146">
                  <c:v>#N/A</c:v>
                </c:pt>
                <c:pt idx="147">
                  <c:v>#N/A</c:v>
                </c:pt>
                <c:pt idx="148">
                  <c:v>#N/A</c:v>
                </c:pt>
                <c:pt idx="149">
                  <c:v>#N/A</c:v>
                </c:pt>
                <c:pt idx="150">
                  <c:v>#N/A</c:v>
                </c:pt>
                <c:pt idx="151">
                  <c:v>#N/A</c:v>
                </c:pt>
                <c:pt idx="152">
                  <c:v>#N/A</c:v>
                </c:pt>
                <c:pt idx="153">
                  <c:v>#N/A</c:v>
                </c:pt>
                <c:pt idx="154">
                  <c:v>#N/A</c:v>
                </c:pt>
                <c:pt idx="155">
                  <c:v>#N/A</c:v>
                </c:pt>
                <c:pt idx="156">
                  <c:v>#N/A</c:v>
                </c:pt>
                <c:pt idx="157">
                  <c:v>#N/A</c:v>
                </c:pt>
                <c:pt idx="158">
                  <c:v>#N/A</c:v>
                </c:pt>
                <c:pt idx="159">
                  <c:v>2.4631269306382486E-2</c:v>
                </c:pt>
                <c:pt idx="160">
                  <c:v>2.2394530294842882E-2</c:v>
                </c:pt>
                <c:pt idx="161">
                  <c:v>2.032835573822582E-2</c:v>
                </c:pt>
                <c:pt idx="162">
                  <c:v>1.8423310646862031E-2</c:v>
                </c:pt>
                <c:pt idx="163">
                  <c:v>1.6670100837381043E-2</c:v>
                </c:pt>
                <c:pt idx="164">
                  <c:v>1.505961632737743E-2</c:v>
                </c:pt>
                <c:pt idx="165">
                  <c:v>1.3582969233685602E-2</c:v>
                </c:pt>
                <c:pt idx="166">
                  <c:v>1.2231526351277954E-2</c:v>
                </c:pt>
                <c:pt idx="167">
                  <c:v>1.0996936629405587E-2</c:v>
                </c:pt>
                <c:pt idx="168">
                  <c:v>9.8711537947511439E-3</c:v>
                </c:pt>
                <c:pt idx="169">
                  <c:v>8.8464543982372315E-3</c:v>
                </c:pt>
                <c:pt idx="170">
                  <c:v>7.9154515829799686E-3</c:v>
                </c:pt>
                <c:pt idx="171">
                  <c:v>7.0711048860194487E-3</c:v>
                </c:pt>
                <c:pt idx="172">
                  <c:v>6.3067263962659275E-3</c:v>
                </c:pt>
                <c:pt idx="173">
                  <c:v>5.615983595990969E-3</c:v>
                </c:pt>
                <c:pt idx="174">
                  <c:v>4.9928992136123763E-3</c:v>
                </c:pt>
                <c:pt idx="175">
                  <c:v>4.4318484119380075E-3</c:v>
                </c:pt>
                <c:pt idx="176">
                  <c:v>3.9275536289247789E-3</c:v>
                </c:pt>
                <c:pt idx="177">
                  <c:v>3.4750773778549375E-3</c:v>
                </c:pt>
                <c:pt idx="178">
                  <c:v>3.0698133011047403E-3</c:v>
                </c:pt>
                <c:pt idx="179">
                  <c:v>2.7074757568406999E-3</c:v>
                </c:pt>
                <c:pt idx="180">
                  <c:v>2.3840882014648404E-3</c:v>
                </c:pt>
                <c:pt idx="181">
                  <c:v>2.0959706128579419E-3</c:v>
                </c:pt>
                <c:pt idx="182">
                  <c:v>1.8397261808242775E-3</c:v>
                </c:pt>
                <c:pt idx="183">
                  <c:v>1.6122274719771231E-3</c:v>
                </c:pt>
                <c:pt idx="184">
                  <c:v>1.4106022569413824E-3</c:v>
                </c:pt>
                <c:pt idx="185">
                  <c:v>1.2322191684730175E-3</c:v>
                </c:pt>
                <c:pt idx="186">
                  <c:v>1.0746733401537337E-3</c:v>
                </c:pt>
                <c:pt idx="187">
                  <c:v>9.3577215692747804E-4</c:v>
                </c:pt>
                <c:pt idx="188">
                  <c:v>8.1352123108180689E-4</c:v>
                </c:pt>
                <c:pt idx="189">
                  <c:v>7.0611070048803501E-4</c:v>
                </c:pt>
                <c:pt idx="190">
                  <c:v>6.1190193011377092E-4</c:v>
                </c:pt>
                <c:pt idx="191">
                  <c:v>5.2941468309493378E-4</c:v>
                </c:pt>
                <c:pt idx="192">
                  <c:v>4.5731481405985762E-4</c:v>
                </c:pt>
                <c:pt idx="193">
                  <c:v>3.9440252496915693E-4</c:v>
                </c:pt>
                <c:pt idx="194">
                  <c:v>3.3960121248365478E-4</c:v>
                </c:pt>
                <c:pt idx="195">
                  <c:v>2.9194692579146027E-4</c:v>
                </c:pt>
                <c:pt idx="196">
                  <c:v>2.5057844489086075E-4</c:v>
                </c:pt>
                <c:pt idx="197">
                  <c:v>2.1472798150036704E-4</c:v>
                </c:pt>
                <c:pt idx="198">
                  <c:v>1.8371249800245711E-4</c:v>
                </c:pt>
                <c:pt idx="199">
                  <c:v>1.5692563406553226E-4</c:v>
                </c:pt>
                <c:pt idx="200">
                  <c:v>1.3383022576488537E-4</c:v>
                </c:pt>
              </c:numCache>
            </c:numRef>
          </c:val>
        </c:ser>
        <c:ser>
          <c:idx val="2"/>
          <c:order val="1"/>
          <c:spPr>
            <a:solidFill>
              <a:srgbClr val="800080"/>
            </a:solidFill>
            <a:ln w="25400">
              <a:noFill/>
            </a:ln>
          </c:spPr>
          <c:invertIfNegative val="0"/>
          <c:cat>
            <c:numRef>
              <c:f>Normal!$K$2:$K$202</c:f>
              <c:numCache>
                <c:formatCode>General</c:formatCode>
                <c:ptCount val="201"/>
                <c:pt idx="0">
                  <c:v>-4</c:v>
                </c:pt>
                <c:pt idx="1">
                  <c:v>-3.96</c:v>
                </c:pt>
                <c:pt idx="2">
                  <c:v>-3.92</c:v>
                </c:pt>
                <c:pt idx="3">
                  <c:v>-3.88</c:v>
                </c:pt>
                <c:pt idx="4">
                  <c:v>-3.84</c:v>
                </c:pt>
                <c:pt idx="5">
                  <c:v>-3.8</c:v>
                </c:pt>
                <c:pt idx="6">
                  <c:v>-3.76</c:v>
                </c:pt>
                <c:pt idx="7">
                  <c:v>-3.7199999999999998</c:v>
                </c:pt>
                <c:pt idx="8">
                  <c:v>-3.68</c:v>
                </c:pt>
                <c:pt idx="9">
                  <c:v>-3.64</c:v>
                </c:pt>
                <c:pt idx="10">
                  <c:v>-3.6</c:v>
                </c:pt>
                <c:pt idx="11">
                  <c:v>-3.56</c:v>
                </c:pt>
                <c:pt idx="12">
                  <c:v>-3.52</c:v>
                </c:pt>
                <c:pt idx="13">
                  <c:v>-3.48</c:v>
                </c:pt>
                <c:pt idx="14">
                  <c:v>-3.44</c:v>
                </c:pt>
                <c:pt idx="15">
                  <c:v>-3.4</c:v>
                </c:pt>
                <c:pt idx="16">
                  <c:v>-3.36</c:v>
                </c:pt>
                <c:pt idx="17">
                  <c:v>-3.32</c:v>
                </c:pt>
                <c:pt idx="18">
                  <c:v>-3.2800000000000002</c:v>
                </c:pt>
                <c:pt idx="19">
                  <c:v>-3.24</c:v>
                </c:pt>
                <c:pt idx="20">
                  <c:v>-3.2</c:v>
                </c:pt>
                <c:pt idx="21">
                  <c:v>-3.16</c:v>
                </c:pt>
                <c:pt idx="22">
                  <c:v>-3.12</c:v>
                </c:pt>
                <c:pt idx="23">
                  <c:v>-3.08</c:v>
                </c:pt>
                <c:pt idx="24">
                  <c:v>-3.04</c:v>
                </c:pt>
                <c:pt idx="25">
                  <c:v>-3</c:v>
                </c:pt>
                <c:pt idx="26">
                  <c:v>-2.96</c:v>
                </c:pt>
                <c:pt idx="27">
                  <c:v>-2.92</c:v>
                </c:pt>
                <c:pt idx="28">
                  <c:v>-2.88</c:v>
                </c:pt>
                <c:pt idx="29">
                  <c:v>-2.84</c:v>
                </c:pt>
                <c:pt idx="30">
                  <c:v>-2.8</c:v>
                </c:pt>
                <c:pt idx="31">
                  <c:v>-2.76</c:v>
                </c:pt>
                <c:pt idx="32">
                  <c:v>-2.7199999999999998</c:v>
                </c:pt>
                <c:pt idx="33">
                  <c:v>-2.6799999999999997</c:v>
                </c:pt>
                <c:pt idx="34">
                  <c:v>-2.6399999999999997</c:v>
                </c:pt>
                <c:pt idx="35">
                  <c:v>-2.5999999999999996</c:v>
                </c:pt>
                <c:pt idx="36">
                  <c:v>-2.56</c:v>
                </c:pt>
                <c:pt idx="37">
                  <c:v>-2.52</c:v>
                </c:pt>
                <c:pt idx="38">
                  <c:v>-2.48</c:v>
                </c:pt>
                <c:pt idx="39">
                  <c:v>-2.44</c:v>
                </c:pt>
                <c:pt idx="40">
                  <c:v>-2.4</c:v>
                </c:pt>
                <c:pt idx="41">
                  <c:v>-2.36</c:v>
                </c:pt>
                <c:pt idx="42">
                  <c:v>-2.3200000000000003</c:v>
                </c:pt>
                <c:pt idx="43">
                  <c:v>-2.2800000000000002</c:v>
                </c:pt>
                <c:pt idx="44">
                  <c:v>-2.2400000000000002</c:v>
                </c:pt>
                <c:pt idx="45">
                  <c:v>-2.2000000000000002</c:v>
                </c:pt>
                <c:pt idx="46">
                  <c:v>-2.16</c:v>
                </c:pt>
                <c:pt idx="47">
                  <c:v>-2.12</c:v>
                </c:pt>
                <c:pt idx="48">
                  <c:v>-2.08</c:v>
                </c:pt>
                <c:pt idx="49">
                  <c:v>-2.04</c:v>
                </c:pt>
                <c:pt idx="50">
                  <c:v>-2</c:v>
                </c:pt>
                <c:pt idx="51">
                  <c:v>-1.96</c:v>
                </c:pt>
                <c:pt idx="52">
                  <c:v>-1.92</c:v>
                </c:pt>
                <c:pt idx="53">
                  <c:v>-1.88</c:v>
                </c:pt>
                <c:pt idx="54">
                  <c:v>-1.8399999999999999</c:v>
                </c:pt>
                <c:pt idx="55">
                  <c:v>-1.7999999999999998</c:v>
                </c:pt>
                <c:pt idx="56">
                  <c:v>-1.7599999999999998</c:v>
                </c:pt>
                <c:pt idx="57">
                  <c:v>-1.7199999999999998</c:v>
                </c:pt>
                <c:pt idx="58">
                  <c:v>-1.6800000000000002</c:v>
                </c:pt>
                <c:pt idx="59">
                  <c:v>-1.6400000000000001</c:v>
                </c:pt>
                <c:pt idx="60">
                  <c:v>-1.6</c:v>
                </c:pt>
                <c:pt idx="61">
                  <c:v>-1.56</c:v>
                </c:pt>
                <c:pt idx="62">
                  <c:v>-1.52</c:v>
                </c:pt>
                <c:pt idx="63">
                  <c:v>-1.48</c:v>
                </c:pt>
                <c:pt idx="64">
                  <c:v>-1.44</c:v>
                </c:pt>
                <c:pt idx="65">
                  <c:v>-1.4</c:v>
                </c:pt>
                <c:pt idx="66">
                  <c:v>-1.3599999999999999</c:v>
                </c:pt>
                <c:pt idx="67">
                  <c:v>-1.3199999999999998</c:v>
                </c:pt>
                <c:pt idx="68">
                  <c:v>-1.2799999999999998</c:v>
                </c:pt>
                <c:pt idx="69">
                  <c:v>-1.2399999999999998</c:v>
                </c:pt>
                <c:pt idx="70">
                  <c:v>-1.1999999999999997</c:v>
                </c:pt>
                <c:pt idx="71">
                  <c:v>-1.1600000000000001</c:v>
                </c:pt>
                <c:pt idx="72">
                  <c:v>-1.1200000000000001</c:v>
                </c:pt>
                <c:pt idx="73">
                  <c:v>-1.08</c:v>
                </c:pt>
                <c:pt idx="74">
                  <c:v>-1.04</c:v>
                </c:pt>
                <c:pt idx="75">
                  <c:v>-1</c:v>
                </c:pt>
                <c:pt idx="76">
                  <c:v>-0.96</c:v>
                </c:pt>
                <c:pt idx="77">
                  <c:v>-0.91999999999999993</c:v>
                </c:pt>
                <c:pt idx="78">
                  <c:v>-0.87999999999999989</c:v>
                </c:pt>
                <c:pt idx="79">
                  <c:v>-0.83999999999999986</c:v>
                </c:pt>
                <c:pt idx="80">
                  <c:v>-0.79999999999999982</c:v>
                </c:pt>
                <c:pt idx="81">
                  <c:v>-0.75999999999999979</c:v>
                </c:pt>
                <c:pt idx="82">
                  <c:v>-0.71999999999999975</c:v>
                </c:pt>
                <c:pt idx="83">
                  <c:v>-0.67999999999999972</c:v>
                </c:pt>
                <c:pt idx="84">
                  <c:v>-0.64000000000000012</c:v>
                </c:pt>
                <c:pt idx="85">
                  <c:v>-0.60000000000000009</c:v>
                </c:pt>
                <c:pt idx="86">
                  <c:v>-0.56000000000000005</c:v>
                </c:pt>
                <c:pt idx="87">
                  <c:v>-0.52</c:v>
                </c:pt>
                <c:pt idx="88">
                  <c:v>-0.48</c:v>
                </c:pt>
                <c:pt idx="89">
                  <c:v>-0.43999999999999995</c:v>
                </c:pt>
                <c:pt idx="90">
                  <c:v>-0.39999999999999991</c:v>
                </c:pt>
                <c:pt idx="91">
                  <c:v>-0.35999999999999988</c:v>
                </c:pt>
                <c:pt idx="92">
                  <c:v>-0.31999999999999984</c:v>
                </c:pt>
                <c:pt idx="93">
                  <c:v>-0.2799999999999998</c:v>
                </c:pt>
                <c:pt idx="94">
                  <c:v>-0.23999999999999977</c:v>
                </c:pt>
                <c:pt idx="95">
                  <c:v>-0.19999999999999973</c:v>
                </c:pt>
                <c:pt idx="96">
                  <c:v>-0.16000000000000014</c:v>
                </c:pt>
                <c:pt idx="97">
                  <c:v>-0.12000000000000011</c:v>
                </c:pt>
                <c:pt idx="98">
                  <c:v>-8.0000000000000071E-2</c:v>
                </c:pt>
                <c:pt idx="99">
                  <c:v>-4.0000000000000036E-2</c:v>
                </c:pt>
                <c:pt idx="100">
                  <c:v>0</c:v>
                </c:pt>
                <c:pt idx="101">
                  <c:v>4.0000000000000036E-2</c:v>
                </c:pt>
                <c:pt idx="102">
                  <c:v>8.0000000000000071E-2</c:v>
                </c:pt>
                <c:pt idx="103">
                  <c:v>0.12000000000000011</c:v>
                </c:pt>
                <c:pt idx="104">
                  <c:v>0.16000000000000014</c:v>
                </c:pt>
                <c:pt idx="105">
                  <c:v>0.20000000000000018</c:v>
                </c:pt>
                <c:pt idx="106">
                  <c:v>0.24000000000000021</c:v>
                </c:pt>
                <c:pt idx="107">
                  <c:v>0.28000000000000025</c:v>
                </c:pt>
                <c:pt idx="108">
                  <c:v>0.32000000000000028</c:v>
                </c:pt>
                <c:pt idx="109">
                  <c:v>0.36000000000000032</c:v>
                </c:pt>
                <c:pt idx="110">
                  <c:v>0.40000000000000036</c:v>
                </c:pt>
                <c:pt idx="111">
                  <c:v>0.44000000000000039</c:v>
                </c:pt>
                <c:pt idx="112">
                  <c:v>0.48000000000000043</c:v>
                </c:pt>
                <c:pt idx="113">
                  <c:v>0.52000000000000046</c:v>
                </c:pt>
                <c:pt idx="114">
                  <c:v>0.5600000000000005</c:v>
                </c:pt>
                <c:pt idx="115">
                  <c:v>0.60000000000000053</c:v>
                </c:pt>
                <c:pt idx="116">
                  <c:v>0.63999999999999968</c:v>
                </c:pt>
                <c:pt idx="117">
                  <c:v>0.67999999999999972</c:v>
                </c:pt>
                <c:pt idx="118">
                  <c:v>0.71999999999999975</c:v>
                </c:pt>
                <c:pt idx="119">
                  <c:v>0.75999999999999979</c:v>
                </c:pt>
                <c:pt idx="120">
                  <c:v>0.79999999999999982</c:v>
                </c:pt>
                <c:pt idx="121">
                  <c:v>0.83999999999999986</c:v>
                </c:pt>
                <c:pt idx="122">
                  <c:v>0.87999999999999989</c:v>
                </c:pt>
                <c:pt idx="123">
                  <c:v>0.91999999999999993</c:v>
                </c:pt>
                <c:pt idx="124">
                  <c:v>0.96</c:v>
                </c:pt>
                <c:pt idx="125">
                  <c:v>1</c:v>
                </c:pt>
                <c:pt idx="126">
                  <c:v>1.04</c:v>
                </c:pt>
                <c:pt idx="127">
                  <c:v>1.08</c:v>
                </c:pt>
                <c:pt idx="128">
                  <c:v>1.1200000000000001</c:v>
                </c:pt>
                <c:pt idx="129">
                  <c:v>1.1600000000000001</c:v>
                </c:pt>
                <c:pt idx="130">
                  <c:v>1.2000000000000002</c:v>
                </c:pt>
                <c:pt idx="131">
                  <c:v>1.2400000000000002</c:v>
                </c:pt>
                <c:pt idx="132">
                  <c:v>1.2800000000000002</c:v>
                </c:pt>
                <c:pt idx="133">
                  <c:v>1.3200000000000003</c:v>
                </c:pt>
                <c:pt idx="134">
                  <c:v>1.3600000000000003</c:v>
                </c:pt>
                <c:pt idx="135">
                  <c:v>1.4000000000000004</c:v>
                </c:pt>
                <c:pt idx="136">
                  <c:v>1.4400000000000004</c:v>
                </c:pt>
                <c:pt idx="137">
                  <c:v>1.4800000000000004</c:v>
                </c:pt>
                <c:pt idx="138">
                  <c:v>1.5200000000000005</c:v>
                </c:pt>
                <c:pt idx="139">
                  <c:v>1.5600000000000005</c:v>
                </c:pt>
                <c:pt idx="140">
                  <c:v>1.6000000000000005</c:v>
                </c:pt>
                <c:pt idx="141">
                  <c:v>1.6399999999999997</c:v>
                </c:pt>
                <c:pt idx="142">
                  <c:v>1.6799999999999997</c:v>
                </c:pt>
                <c:pt idx="143">
                  <c:v>1.7199999999999998</c:v>
                </c:pt>
                <c:pt idx="144">
                  <c:v>1.7599999999999998</c:v>
                </c:pt>
                <c:pt idx="145">
                  <c:v>1.7999999999999998</c:v>
                </c:pt>
                <c:pt idx="146">
                  <c:v>1.8399999999999999</c:v>
                </c:pt>
                <c:pt idx="147">
                  <c:v>1.88</c:v>
                </c:pt>
                <c:pt idx="148">
                  <c:v>1.92</c:v>
                </c:pt>
                <c:pt idx="149">
                  <c:v>1.96</c:v>
                </c:pt>
                <c:pt idx="150">
                  <c:v>2</c:v>
                </c:pt>
                <c:pt idx="151">
                  <c:v>2.04</c:v>
                </c:pt>
                <c:pt idx="152">
                  <c:v>2.08</c:v>
                </c:pt>
                <c:pt idx="153">
                  <c:v>2.12</c:v>
                </c:pt>
                <c:pt idx="154">
                  <c:v>2.16</c:v>
                </c:pt>
                <c:pt idx="155">
                  <c:v>2.2000000000000002</c:v>
                </c:pt>
                <c:pt idx="156">
                  <c:v>2.2400000000000002</c:v>
                </c:pt>
                <c:pt idx="157">
                  <c:v>2.2800000000000002</c:v>
                </c:pt>
                <c:pt idx="158">
                  <c:v>2.3200000000000003</c:v>
                </c:pt>
                <c:pt idx="159">
                  <c:v>2.3600000000000003</c:v>
                </c:pt>
                <c:pt idx="160">
                  <c:v>2.4000000000000004</c:v>
                </c:pt>
                <c:pt idx="161">
                  <c:v>2.4400000000000004</c:v>
                </c:pt>
                <c:pt idx="162">
                  <c:v>2.4800000000000004</c:v>
                </c:pt>
                <c:pt idx="163">
                  <c:v>2.5200000000000005</c:v>
                </c:pt>
                <c:pt idx="164">
                  <c:v>2.5600000000000005</c:v>
                </c:pt>
                <c:pt idx="165">
                  <c:v>2.6000000000000005</c:v>
                </c:pt>
                <c:pt idx="166">
                  <c:v>2.6400000000000006</c:v>
                </c:pt>
                <c:pt idx="167">
                  <c:v>2.6799999999999997</c:v>
                </c:pt>
                <c:pt idx="168">
                  <c:v>2.7199999999999998</c:v>
                </c:pt>
                <c:pt idx="169">
                  <c:v>2.76</c:v>
                </c:pt>
                <c:pt idx="170">
                  <c:v>2.8</c:v>
                </c:pt>
                <c:pt idx="171">
                  <c:v>2.84</c:v>
                </c:pt>
                <c:pt idx="172">
                  <c:v>2.88</c:v>
                </c:pt>
                <c:pt idx="173">
                  <c:v>2.92</c:v>
                </c:pt>
                <c:pt idx="174">
                  <c:v>2.96</c:v>
                </c:pt>
                <c:pt idx="175">
                  <c:v>3</c:v>
                </c:pt>
                <c:pt idx="176">
                  <c:v>3.04</c:v>
                </c:pt>
                <c:pt idx="177">
                  <c:v>3.08</c:v>
                </c:pt>
                <c:pt idx="178">
                  <c:v>3.12</c:v>
                </c:pt>
                <c:pt idx="179">
                  <c:v>3.16</c:v>
                </c:pt>
                <c:pt idx="180">
                  <c:v>3.2</c:v>
                </c:pt>
                <c:pt idx="181">
                  <c:v>3.24</c:v>
                </c:pt>
                <c:pt idx="182">
                  <c:v>3.2800000000000002</c:v>
                </c:pt>
                <c:pt idx="183">
                  <c:v>3.3200000000000003</c:v>
                </c:pt>
                <c:pt idx="184">
                  <c:v>3.3600000000000003</c:v>
                </c:pt>
                <c:pt idx="185">
                  <c:v>3.4000000000000004</c:v>
                </c:pt>
                <c:pt idx="186">
                  <c:v>3.4400000000000004</c:v>
                </c:pt>
                <c:pt idx="187">
                  <c:v>3.4800000000000004</c:v>
                </c:pt>
                <c:pt idx="188">
                  <c:v>3.5200000000000005</c:v>
                </c:pt>
                <c:pt idx="189">
                  <c:v>3.5600000000000005</c:v>
                </c:pt>
                <c:pt idx="190">
                  <c:v>3.6000000000000005</c:v>
                </c:pt>
                <c:pt idx="191">
                  <c:v>3.6400000000000006</c:v>
                </c:pt>
                <c:pt idx="192">
                  <c:v>3.6799999999999997</c:v>
                </c:pt>
                <c:pt idx="193">
                  <c:v>3.7199999999999998</c:v>
                </c:pt>
                <c:pt idx="194">
                  <c:v>3.76</c:v>
                </c:pt>
                <c:pt idx="195">
                  <c:v>3.8</c:v>
                </c:pt>
                <c:pt idx="196">
                  <c:v>3.84</c:v>
                </c:pt>
                <c:pt idx="197">
                  <c:v>3.88</c:v>
                </c:pt>
                <c:pt idx="198">
                  <c:v>3.92</c:v>
                </c:pt>
                <c:pt idx="199">
                  <c:v>3.96</c:v>
                </c:pt>
                <c:pt idx="200">
                  <c:v>4</c:v>
                </c:pt>
              </c:numCache>
            </c:numRef>
          </c:cat>
          <c:val>
            <c:numRef>
              <c:f>Normal!$N$2:$N$202</c:f>
              <c:numCache>
                <c:formatCode>General</c:formatCode>
                <c:ptCount val="201"/>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#N/A</c:v>
                </c:pt>
                <c:pt idx="143">
                  <c:v>#N/A</c:v>
                </c:pt>
                <c:pt idx="144">
                  <c:v>#N/A</c:v>
                </c:pt>
                <c:pt idx="145">
                  <c:v>#N/A</c:v>
                </c:pt>
                <c:pt idx="146">
                  <c:v>#N/A</c:v>
                </c:pt>
                <c:pt idx="147">
                  <c:v>#N/A</c:v>
                </c:pt>
                <c:pt idx="148">
                  <c:v>#N/A</c:v>
                </c:pt>
                <c:pt idx="149">
                  <c:v>#N/A</c:v>
                </c:pt>
                <c:pt idx="150">
                  <c:v>#N/A</c:v>
                </c:pt>
                <c:pt idx="151">
                  <c:v>#N/A</c:v>
                </c:pt>
                <c:pt idx="152">
                  <c:v>#N/A</c:v>
                </c:pt>
                <c:pt idx="153">
                  <c:v>#N/A</c:v>
                </c:pt>
                <c:pt idx="154">
                  <c:v>#N/A</c:v>
                </c:pt>
                <c:pt idx="155">
                  <c:v>#N/A</c:v>
                </c:pt>
                <c:pt idx="156">
                  <c:v>#N/A</c:v>
                </c:pt>
                <c:pt idx="157">
                  <c:v>#N/A</c:v>
                </c:pt>
                <c:pt idx="158">
                  <c:v>#N/A</c:v>
                </c:pt>
                <c:pt idx="159">
                  <c:v>#N/A</c:v>
                </c:pt>
                <c:pt idx="160">
                  <c:v>#N/A</c:v>
                </c:pt>
                <c:pt idx="161">
                  <c:v>#N/A</c:v>
                </c:pt>
                <c:pt idx="162">
                  <c:v>#N/A</c:v>
                </c:pt>
                <c:pt idx="163">
                  <c:v>#N/A</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#N/A</c:v>
                </c:pt>
              </c:numCache>
            </c:numRef>
          </c:val>
        </c:ser>
        <c:dLbls>
          <c:showLegendKey val="0"/>
          <c:showVal val="0"/>
          <c:showCatName val="0"/>
          <c:showSerName val="0"/>
          <c:showPercent val="0"/>
          <c:showBubbleSize val="0"/>
        </c:dLbls>
        <c:gapWidth val="0"/>
        <c:overlap val="100"/>
        <c:axId val="78336768"/>
        <c:axId val="78338304"/>
      </c:barChart>
      <c:lineChart>
        <c:grouping val="standard"/>
        <c:varyColors val="0"/>
        <c:ser>
          <c:idx val="0"/>
          <c:order val="2"/>
          <c:spPr>
            <a:ln w="25400">
              <a:solidFill>
                <a:srgbClr val="000080"/>
              </a:solidFill>
              <a:prstDash val="solid"/>
            </a:ln>
          </c:spPr>
          <c:marker>
            <c:symbol val="none"/>
          </c:marker>
          <c:cat>
            <c:numRef>
              <c:f>Normal!$K$2:$K$202</c:f>
              <c:numCache>
                <c:formatCode>General</c:formatCode>
                <c:ptCount val="201"/>
                <c:pt idx="0">
                  <c:v>-4</c:v>
                </c:pt>
                <c:pt idx="1">
                  <c:v>-3.96</c:v>
                </c:pt>
                <c:pt idx="2">
                  <c:v>-3.92</c:v>
                </c:pt>
                <c:pt idx="3">
                  <c:v>-3.88</c:v>
                </c:pt>
                <c:pt idx="4">
                  <c:v>-3.84</c:v>
                </c:pt>
                <c:pt idx="5">
                  <c:v>-3.8</c:v>
                </c:pt>
                <c:pt idx="6">
                  <c:v>-3.76</c:v>
                </c:pt>
                <c:pt idx="7">
                  <c:v>-3.7199999999999998</c:v>
                </c:pt>
                <c:pt idx="8">
                  <c:v>-3.68</c:v>
                </c:pt>
                <c:pt idx="9">
                  <c:v>-3.64</c:v>
                </c:pt>
                <c:pt idx="10">
                  <c:v>-3.6</c:v>
                </c:pt>
                <c:pt idx="11">
                  <c:v>-3.56</c:v>
                </c:pt>
                <c:pt idx="12">
                  <c:v>-3.52</c:v>
                </c:pt>
                <c:pt idx="13">
                  <c:v>-3.48</c:v>
                </c:pt>
                <c:pt idx="14">
                  <c:v>-3.44</c:v>
                </c:pt>
                <c:pt idx="15">
                  <c:v>-3.4</c:v>
                </c:pt>
                <c:pt idx="16">
                  <c:v>-3.36</c:v>
                </c:pt>
                <c:pt idx="17">
                  <c:v>-3.32</c:v>
                </c:pt>
                <c:pt idx="18">
                  <c:v>-3.2800000000000002</c:v>
                </c:pt>
                <c:pt idx="19">
                  <c:v>-3.24</c:v>
                </c:pt>
                <c:pt idx="20">
                  <c:v>-3.2</c:v>
                </c:pt>
                <c:pt idx="21">
                  <c:v>-3.16</c:v>
                </c:pt>
                <c:pt idx="22">
                  <c:v>-3.12</c:v>
                </c:pt>
                <c:pt idx="23">
                  <c:v>-3.08</c:v>
                </c:pt>
                <c:pt idx="24">
                  <c:v>-3.04</c:v>
                </c:pt>
                <c:pt idx="25">
                  <c:v>-3</c:v>
                </c:pt>
                <c:pt idx="26">
                  <c:v>-2.96</c:v>
                </c:pt>
                <c:pt idx="27">
                  <c:v>-2.92</c:v>
                </c:pt>
                <c:pt idx="28">
                  <c:v>-2.88</c:v>
                </c:pt>
                <c:pt idx="29">
                  <c:v>-2.84</c:v>
                </c:pt>
                <c:pt idx="30">
                  <c:v>-2.8</c:v>
                </c:pt>
                <c:pt idx="31">
                  <c:v>-2.76</c:v>
                </c:pt>
                <c:pt idx="32">
                  <c:v>-2.7199999999999998</c:v>
                </c:pt>
                <c:pt idx="33">
                  <c:v>-2.6799999999999997</c:v>
                </c:pt>
                <c:pt idx="34">
                  <c:v>-2.6399999999999997</c:v>
                </c:pt>
                <c:pt idx="35">
                  <c:v>-2.5999999999999996</c:v>
                </c:pt>
                <c:pt idx="36">
                  <c:v>-2.56</c:v>
                </c:pt>
                <c:pt idx="37">
                  <c:v>-2.52</c:v>
                </c:pt>
                <c:pt idx="38">
                  <c:v>-2.48</c:v>
                </c:pt>
                <c:pt idx="39">
                  <c:v>-2.44</c:v>
                </c:pt>
                <c:pt idx="40">
                  <c:v>-2.4</c:v>
                </c:pt>
                <c:pt idx="41">
                  <c:v>-2.36</c:v>
                </c:pt>
                <c:pt idx="42">
                  <c:v>-2.3200000000000003</c:v>
                </c:pt>
                <c:pt idx="43">
                  <c:v>-2.2800000000000002</c:v>
                </c:pt>
                <c:pt idx="44">
                  <c:v>-2.2400000000000002</c:v>
                </c:pt>
                <c:pt idx="45">
                  <c:v>-2.2000000000000002</c:v>
                </c:pt>
                <c:pt idx="46">
                  <c:v>-2.16</c:v>
                </c:pt>
                <c:pt idx="47">
                  <c:v>-2.12</c:v>
                </c:pt>
                <c:pt idx="48">
                  <c:v>-2.08</c:v>
                </c:pt>
                <c:pt idx="49">
                  <c:v>-2.04</c:v>
                </c:pt>
                <c:pt idx="50">
                  <c:v>-2</c:v>
                </c:pt>
                <c:pt idx="51">
                  <c:v>-1.96</c:v>
                </c:pt>
                <c:pt idx="52">
                  <c:v>-1.92</c:v>
                </c:pt>
                <c:pt idx="53">
                  <c:v>-1.88</c:v>
                </c:pt>
                <c:pt idx="54">
                  <c:v>-1.8399999999999999</c:v>
                </c:pt>
                <c:pt idx="55">
                  <c:v>-1.7999999999999998</c:v>
                </c:pt>
                <c:pt idx="56">
                  <c:v>-1.7599999999999998</c:v>
                </c:pt>
                <c:pt idx="57">
                  <c:v>-1.7199999999999998</c:v>
                </c:pt>
                <c:pt idx="58">
                  <c:v>-1.6800000000000002</c:v>
                </c:pt>
                <c:pt idx="59">
                  <c:v>-1.6400000000000001</c:v>
                </c:pt>
                <c:pt idx="60">
                  <c:v>-1.6</c:v>
                </c:pt>
                <c:pt idx="61">
                  <c:v>-1.56</c:v>
                </c:pt>
                <c:pt idx="62">
                  <c:v>-1.52</c:v>
                </c:pt>
                <c:pt idx="63">
                  <c:v>-1.48</c:v>
                </c:pt>
                <c:pt idx="64">
                  <c:v>-1.44</c:v>
                </c:pt>
                <c:pt idx="65">
                  <c:v>-1.4</c:v>
                </c:pt>
                <c:pt idx="66">
                  <c:v>-1.3599999999999999</c:v>
                </c:pt>
                <c:pt idx="67">
                  <c:v>-1.3199999999999998</c:v>
                </c:pt>
                <c:pt idx="68">
                  <c:v>-1.2799999999999998</c:v>
                </c:pt>
                <c:pt idx="69">
                  <c:v>-1.2399999999999998</c:v>
                </c:pt>
                <c:pt idx="70">
                  <c:v>-1.1999999999999997</c:v>
                </c:pt>
                <c:pt idx="71">
                  <c:v>-1.1600000000000001</c:v>
                </c:pt>
                <c:pt idx="72">
                  <c:v>-1.1200000000000001</c:v>
                </c:pt>
                <c:pt idx="73">
                  <c:v>-1.08</c:v>
                </c:pt>
                <c:pt idx="74">
                  <c:v>-1.04</c:v>
                </c:pt>
                <c:pt idx="75">
                  <c:v>-1</c:v>
                </c:pt>
                <c:pt idx="76">
                  <c:v>-0.96</c:v>
                </c:pt>
                <c:pt idx="77">
                  <c:v>-0.91999999999999993</c:v>
                </c:pt>
                <c:pt idx="78">
                  <c:v>-0.87999999999999989</c:v>
                </c:pt>
                <c:pt idx="79">
                  <c:v>-0.83999999999999986</c:v>
                </c:pt>
                <c:pt idx="80">
                  <c:v>-0.79999999999999982</c:v>
                </c:pt>
                <c:pt idx="81">
                  <c:v>-0.75999999999999979</c:v>
                </c:pt>
                <c:pt idx="82">
                  <c:v>-0.71999999999999975</c:v>
                </c:pt>
                <c:pt idx="83">
                  <c:v>-0.67999999999999972</c:v>
                </c:pt>
                <c:pt idx="84">
                  <c:v>-0.64000000000000012</c:v>
                </c:pt>
                <c:pt idx="85">
                  <c:v>-0.60000000000000009</c:v>
                </c:pt>
                <c:pt idx="86">
                  <c:v>-0.56000000000000005</c:v>
                </c:pt>
                <c:pt idx="87">
                  <c:v>-0.52</c:v>
                </c:pt>
                <c:pt idx="88">
                  <c:v>-0.48</c:v>
                </c:pt>
                <c:pt idx="89">
                  <c:v>-0.43999999999999995</c:v>
                </c:pt>
                <c:pt idx="90">
                  <c:v>-0.39999999999999991</c:v>
                </c:pt>
                <c:pt idx="91">
                  <c:v>-0.35999999999999988</c:v>
                </c:pt>
                <c:pt idx="92">
                  <c:v>-0.31999999999999984</c:v>
                </c:pt>
                <c:pt idx="93">
                  <c:v>-0.2799999999999998</c:v>
                </c:pt>
                <c:pt idx="94">
                  <c:v>-0.23999999999999977</c:v>
                </c:pt>
                <c:pt idx="95">
                  <c:v>-0.19999999999999973</c:v>
                </c:pt>
                <c:pt idx="96">
                  <c:v>-0.16000000000000014</c:v>
                </c:pt>
                <c:pt idx="97">
                  <c:v>-0.12000000000000011</c:v>
                </c:pt>
                <c:pt idx="98">
                  <c:v>-8.0000000000000071E-2</c:v>
                </c:pt>
                <c:pt idx="99">
                  <c:v>-4.0000000000000036E-2</c:v>
                </c:pt>
                <c:pt idx="100">
                  <c:v>0</c:v>
                </c:pt>
                <c:pt idx="101">
                  <c:v>4.0000000000000036E-2</c:v>
                </c:pt>
                <c:pt idx="102">
                  <c:v>8.0000000000000071E-2</c:v>
                </c:pt>
                <c:pt idx="103">
                  <c:v>0.12000000000000011</c:v>
                </c:pt>
                <c:pt idx="104">
                  <c:v>0.16000000000000014</c:v>
                </c:pt>
                <c:pt idx="105">
                  <c:v>0.20000000000000018</c:v>
                </c:pt>
                <c:pt idx="106">
                  <c:v>0.24000000000000021</c:v>
                </c:pt>
                <c:pt idx="107">
                  <c:v>0.28000000000000025</c:v>
                </c:pt>
                <c:pt idx="108">
                  <c:v>0.32000000000000028</c:v>
                </c:pt>
                <c:pt idx="109">
                  <c:v>0.36000000000000032</c:v>
                </c:pt>
                <c:pt idx="110">
                  <c:v>0.40000000000000036</c:v>
                </c:pt>
                <c:pt idx="111">
                  <c:v>0.44000000000000039</c:v>
                </c:pt>
                <c:pt idx="112">
                  <c:v>0.48000000000000043</c:v>
                </c:pt>
                <c:pt idx="113">
                  <c:v>0.52000000000000046</c:v>
                </c:pt>
                <c:pt idx="114">
                  <c:v>0.5600000000000005</c:v>
                </c:pt>
                <c:pt idx="115">
                  <c:v>0.60000000000000053</c:v>
                </c:pt>
                <c:pt idx="116">
                  <c:v>0.63999999999999968</c:v>
                </c:pt>
                <c:pt idx="117">
                  <c:v>0.67999999999999972</c:v>
                </c:pt>
                <c:pt idx="118">
                  <c:v>0.71999999999999975</c:v>
                </c:pt>
                <c:pt idx="119">
                  <c:v>0.75999999999999979</c:v>
                </c:pt>
                <c:pt idx="120">
                  <c:v>0.79999999999999982</c:v>
                </c:pt>
                <c:pt idx="121">
                  <c:v>0.83999999999999986</c:v>
                </c:pt>
                <c:pt idx="122">
                  <c:v>0.87999999999999989</c:v>
                </c:pt>
                <c:pt idx="123">
                  <c:v>0.91999999999999993</c:v>
                </c:pt>
                <c:pt idx="124">
                  <c:v>0.96</c:v>
                </c:pt>
                <c:pt idx="125">
                  <c:v>1</c:v>
                </c:pt>
                <c:pt idx="126">
                  <c:v>1.04</c:v>
                </c:pt>
                <c:pt idx="127">
                  <c:v>1.08</c:v>
                </c:pt>
                <c:pt idx="128">
                  <c:v>1.1200000000000001</c:v>
                </c:pt>
                <c:pt idx="129">
                  <c:v>1.1600000000000001</c:v>
                </c:pt>
                <c:pt idx="130">
                  <c:v>1.2000000000000002</c:v>
                </c:pt>
                <c:pt idx="131">
                  <c:v>1.2400000000000002</c:v>
                </c:pt>
                <c:pt idx="132">
                  <c:v>1.2800000000000002</c:v>
                </c:pt>
                <c:pt idx="133">
                  <c:v>1.3200000000000003</c:v>
                </c:pt>
                <c:pt idx="134">
                  <c:v>1.3600000000000003</c:v>
                </c:pt>
                <c:pt idx="135">
                  <c:v>1.4000000000000004</c:v>
                </c:pt>
                <c:pt idx="136">
                  <c:v>1.4400000000000004</c:v>
                </c:pt>
                <c:pt idx="137">
                  <c:v>1.4800000000000004</c:v>
                </c:pt>
                <c:pt idx="138">
                  <c:v>1.5200000000000005</c:v>
                </c:pt>
                <c:pt idx="139">
                  <c:v>1.5600000000000005</c:v>
                </c:pt>
                <c:pt idx="140">
                  <c:v>1.6000000000000005</c:v>
                </c:pt>
                <c:pt idx="141">
                  <c:v>1.6399999999999997</c:v>
                </c:pt>
                <c:pt idx="142">
                  <c:v>1.6799999999999997</c:v>
                </c:pt>
                <c:pt idx="143">
                  <c:v>1.7199999999999998</c:v>
                </c:pt>
                <c:pt idx="144">
                  <c:v>1.7599999999999998</c:v>
                </c:pt>
                <c:pt idx="145">
                  <c:v>1.7999999999999998</c:v>
                </c:pt>
                <c:pt idx="146">
                  <c:v>1.8399999999999999</c:v>
                </c:pt>
                <c:pt idx="147">
                  <c:v>1.88</c:v>
                </c:pt>
                <c:pt idx="148">
                  <c:v>1.92</c:v>
                </c:pt>
                <c:pt idx="149">
                  <c:v>1.96</c:v>
                </c:pt>
                <c:pt idx="150">
                  <c:v>2</c:v>
                </c:pt>
                <c:pt idx="151">
                  <c:v>2.04</c:v>
                </c:pt>
                <c:pt idx="152">
                  <c:v>2.08</c:v>
                </c:pt>
                <c:pt idx="153">
                  <c:v>2.12</c:v>
                </c:pt>
                <c:pt idx="154">
                  <c:v>2.16</c:v>
                </c:pt>
                <c:pt idx="155">
                  <c:v>2.2000000000000002</c:v>
                </c:pt>
                <c:pt idx="156">
                  <c:v>2.2400000000000002</c:v>
                </c:pt>
                <c:pt idx="157">
                  <c:v>2.2800000000000002</c:v>
                </c:pt>
                <c:pt idx="158">
                  <c:v>2.3200000000000003</c:v>
                </c:pt>
                <c:pt idx="159">
                  <c:v>2.3600000000000003</c:v>
                </c:pt>
                <c:pt idx="160">
                  <c:v>2.4000000000000004</c:v>
                </c:pt>
                <c:pt idx="161">
                  <c:v>2.4400000000000004</c:v>
                </c:pt>
                <c:pt idx="162">
                  <c:v>2.4800000000000004</c:v>
                </c:pt>
                <c:pt idx="163">
                  <c:v>2.5200000000000005</c:v>
                </c:pt>
                <c:pt idx="164">
                  <c:v>2.5600000000000005</c:v>
                </c:pt>
                <c:pt idx="165">
                  <c:v>2.6000000000000005</c:v>
                </c:pt>
                <c:pt idx="166">
                  <c:v>2.6400000000000006</c:v>
                </c:pt>
                <c:pt idx="167">
                  <c:v>2.6799999999999997</c:v>
                </c:pt>
                <c:pt idx="168">
                  <c:v>2.7199999999999998</c:v>
                </c:pt>
                <c:pt idx="169">
                  <c:v>2.76</c:v>
                </c:pt>
                <c:pt idx="170">
                  <c:v>2.8</c:v>
                </c:pt>
                <c:pt idx="171">
                  <c:v>2.84</c:v>
                </c:pt>
                <c:pt idx="172">
                  <c:v>2.88</c:v>
                </c:pt>
                <c:pt idx="173">
                  <c:v>2.92</c:v>
                </c:pt>
                <c:pt idx="174">
                  <c:v>2.96</c:v>
                </c:pt>
                <c:pt idx="175">
                  <c:v>3</c:v>
                </c:pt>
                <c:pt idx="176">
                  <c:v>3.04</c:v>
                </c:pt>
                <c:pt idx="177">
                  <c:v>3.08</c:v>
                </c:pt>
                <c:pt idx="178">
                  <c:v>3.12</c:v>
                </c:pt>
                <c:pt idx="179">
                  <c:v>3.16</c:v>
                </c:pt>
                <c:pt idx="180">
                  <c:v>3.2</c:v>
                </c:pt>
                <c:pt idx="181">
                  <c:v>3.24</c:v>
                </c:pt>
                <c:pt idx="182">
                  <c:v>3.2800000000000002</c:v>
                </c:pt>
                <c:pt idx="183">
                  <c:v>3.3200000000000003</c:v>
                </c:pt>
                <c:pt idx="184">
                  <c:v>3.3600000000000003</c:v>
                </c:pt>
                <c:pt idx="185">
                  <c:v>3.4000000000000004</c:v>
                </c:pt>
                <c:pt idx="186">
                  <c:v>3.4400000000000004</c:v>
                </c:pt>
                <c:pt idx="187">
                  <c:v>3.4800000000000004</c:v>
                </c:pt>
                <c:pt idx="188">
                  <c:v>3.5200000000000005</c:v>
                </c:pt>
                <c:pt idx="189">
                  <c:v>3.5600000000000005</c:v>
                </c:pt>
                <c:pt idx="190">
                  <c:v>3.6000000000000005</c:v>
                </c:pt>
                <c:pt idx="191">
                  <c:v>3.6400000000000006</c:v>
                </c:pt>
                <c:pt idx="192">
                  <c:v>3.6799999999999997</c:v>
                </c:pt>
                <c:pt idx="193">
                  <c:v>3.7199999999999998</c:v>
                </c:pt>
                <c:pt idx="194">
                  <c:v>3.76</c:v>
                </c:pt>
                <c:pt idx="195">
                  <c:v>3.8</c:v>
                </c:pt>
                <c:pt idx="196">
                  <c:v>3.84</c:v>
                </c:pt>
                <c:pt idx="197">
                  <c:v>3.88</c:v>
                </c:pt>
                <c:pt idx="198">
                  <c:v>3.92</c:v>
                </c:pt>
                <c:pt idx="199">
                  <c:v>3.96</c:v>
                </c:pt>
                <c:pt idx="200">
                  <c:v>4</c:v>
                </c:pt>
              </c:numCache>
            </c:numRef>
          </c:cat>
          <c:val>
            <c:numRef>
              <c:f>Normal!$L$2:$L$202</c:f>
              <c:numCache>
                <c:formatCode>General</c:formatCode>
                <c:ptCount val="201"/>
                <c:pt idx="0">
                  <c:v>1.3383022576488537E-4</c:v>
                </c:pt>
                <c:pt idx="1">
                  <c:v>1.5692563406553226E-4</c:v>
                </c:pt>
                <c:pt idx="2">
                  <c:v>1.8371249800245711E-4</c:v>
                </c:pt>
                <c:pt idx="3">
                  <c:v>2.1472798150036704E-4</c:v>
                </c:pt>
                <c:pt idx="4">
                  <c:v>2.5057844489086075E-4</c:v>
                </c:pt>
                <c:pt idx="5">
                  <c:v>2.9194692579146027E-4</c:v>
                </c:pt>
                <c:pt idx="6">
                  <c:v>3.3960121248365478E-4</c:v>
                </c:pt>
                <c:pt idx="7">
                  <c:v>3.9440252496915693E-4</c:v>
                </c:pt>
                <c:pt idx="8">
                  <c:v>4.5731481405985675E-4</c:v>
                </c:pt>
                <c:pt idx="9">
                  <c:v>5.2941468309493475E-4</c:v>
                </c:pt>
                <c:pt idx="10">
                  <c:v>6.119019301137719E-4</c:v>
                </c:pt>
                <c:pt idx="11">
                  <c:v>7.061107004880362E-4</c:v>
                </c:pt>
                <c:pt idx="12">
                  <c:v>8.1352123108180841E-4</c:v>
                </c:pt>
                <c:pt idx="13">
                  <c:v>9.3577215692747977E-4</c:v>
                </c:pt>
                <c:pt idx="14">
                  <c:v>1.0746733401537356E-3</c:v>
                </c:pt>
                <c:pt idx="15">
                  <c:v>1.2322191684730199E-3</c:v>
                </c:pt>
                <c:pt idx="16">
                  <c:v>1.4106022569413848E-3</c:v>
                </c:pt>
                <c:pt idx="17">
                  <c:v>1.6122274719771244E-3</c:v>
                </c:pt>
                <c:pt idx="18">
                  <c:v>1.8397261808242775E-3</c:v>
                </c:pt>
                <c:pt idx="19">
                  <c:v>2.0959706128579419E-3</c:v>
                </c:pt>
                <c:pt idx="20">
                  <c:v>2.3840882014648404E-3</c:v>
                </c:pt>
                <c:pt idx="21">
                  <c:v>2.7074757568406999E-3</c:v>
                </c:pt>
                <c:pt idx="22">
                  <c:v>3.0698133011047403E-3</c:v>
                </c:pt>
                <c:pt idx="23">
                  <c:v>3.4750773778549375E-3</c:v>
                </c:pt>
                <c:pt idx="24">
                  <c:v>3.9275536289247789E-3</c:v>
                </c:pt>
                <c:pt idx="25">
                  <c:v>4.4318484119380075E-3</c:v>
                </c:pt>
                <c:pt idx="26">
                  <c:v>4.9928992136123763E-3</c:v>
                </c:pt>
                <c:pt idx="27">
                  <c:v>5.615983595990969E-3</c:v>
                </c:pt>
                <c:pt idx="28">
                  <c:v>6.3067263962659275E-3</c:v>
                </c:pt>
                <c:pt idx="29">
                  <c:v>7.0711048860194487E-3</c:v>
                </c:pt>
                <c:pt idx="30">
                  <c:v>7.9154515829799686E-3</c:v>
                </c:pt>
                <c:pt idx="31">
                  <c:v>8.8464543982372315E-3</c:v>
                </c:pt>
                <c:pt idx="32">
                  <c:v>9.8711537947511439E-3</c:v>
                </c:pt>
                <c:pt idx="33">
                  <c:v>1.0996936629405587E-2</c:v>
                </c:pt>
                <c:pt idx="34">
                  <c:v>1.2231526351277987E-2</c:v>
                </c:pt>
                <c:pt idx="35">
                  <c:v>1.3582969233685634E-2</c:v>
                </c:pt>
                <c:pt idx="36">
                  <c:v>1.5059616327377449E-2</c:v>
                </c:pt>
                <c:pt idx="37">
                  <c:v>1.6670100837381057E-2</c:v>
                </c:pt>
                <c:pt idx="38">
                  <c:v>1.8423310646862048E-2</c:v>
                </c:pt>
                <c:pt idx="39">
                  <c:v>2.0328355738225837E-2</c:v>
                </c:pt>
                <c:pt idx="40">
                  <c:v>2.2394530294842899E-2</c:v>
                </c:pt>
                <c:pt idx="41">
                  <c:v>2.4631269306382507E-2</c:v>
                </c:pt>
                <c:pt idx="42">
                  <c:v>2.7048099546881761E-2</c:v>
                </c:pt>
                <c:pt idx="43">
                  <c:v>2.965458484734125E-2</c:v>
                </c:pt>
                <c:pt idx="44">
                  <c:v>3.2460265643697445E-2</c:v>
                </c:pt>
                <c:pt idx="45">
                  <c:v>3.5474592846231424E-2</c:v>
                </c:pt>
                <c:pt idx="46">
                  <c:v>3.8706856147455608E-2</c:v>
                </c:pt>
                <c:pt idx="47">
                  <c:v>4.2166106961770311E-2</c:v>
                </c:pt>
                <c:pt idx="48">
                  <c:v>4.5861076271054887E-2</c:v>
                </c:pt>
                <c:pt idx="49">
                  <c:v>4.9800087735070775E-2</c:v>
                </c:pt>
                <c:pt idx="50">
                  <c:v>5.3990966513188063E-2</c:v>
                </c:pt>
                <c:pt idx="51">
                  <c:v>5.8440944333451469E-2</c:v>
                </c:pt>
                <c:pt idx="52">
                  <c:v>6.3156561435198655E-2</c:v>
                </c:pt>
                <c:pt idx="53">
                  <c:v>6.8143566101044578E-2</c:v>
                </c:pt>
                <c:pt idx="54">
                  <c:v>7.3406812581656919E-2</c:v>
                </c:pt>
                <c:pt idx="55">
                  <c:v>7.8950158300894177E-2</c:v>
                </c:pt>
                <c:pt idx="56">
                  <c:v>8.4776361308022255E-2</c:v>
                </c:pt>
                <c:pt idx="57">
                  <c:v>9.0886979016282898E-2</c:v>
                </c:pt>
                <c:pt idx="58">
                  <c:v>9.7282269331467469E-2</c:v>
                </c:pt>
                <c:pt idx="59">
                  <c:v>0.10396109532876419</c:v>
                </c:pt>
                <c:pt idx="60">
                  <c:v>0.11092083467945554</c:v>
                </c:pt>
                <c:pt idx="61">
                  <c:v>0.11815729505958227</c:v>
                </c:pt>
                <c:pt idx="62">
                  <c:v>0.12566463678908815</c:v>
                </c:pt>
                <c:pt idx="63">
                  <c:v>0.13343530395100231</c:v>
                </c:pt>
                <c:pt idx="64">
                  <c:v>0.14145996522483878</c:v>
                </c:pt>
                <c:pt idx="65">
                  <c:v>0.14972746563574488</c:v>
                </c:pt>
                <c:pt idx="66">
                  <c:v>0.15822479037038306</c:v>
                </c:pt>
                <c:pt idx="67">
                  <c:v>0.16693704174171387</c:v>
                </c:pt>
                <c:pt idx="68">
                  <c:v>0.17584743029766242</c:v>
                </c:pt>
                <c:pt idx="69">
                  <c:v>0.18493728096330536</c:v>
                </c:pt>
                <c:pt idx="70">
                  <c:v>0.19418605498321304</c:v>
                </c:pt>
                <c:pt idx="71">
                  <c:v>0.20357138829075938</c:v>
                </c:pt>
                <c:pt idx="72">
                  <c:v>0.21306914677571784</c:v>
                </c:pt>
                <c:pt idx="73">
                  <c:v>0.22265349875176113</c:v>
                </c:pt>
                <c:pt idx="74">
                  <c:v>0.2322970047433662</c:v>
                </c:pt>
                <c:pt idx="75">
                  <c:v>0.24197072451914337</c:v>
                </c:pt>
                <c:pt idx="76">
                  <c:v>0.25164434109811712</c:v>
                </c:pt>
                <c:pt idx="77">
                  <c:v>0.26128630124955315</c:v>
                </c:pt>
                <c:pt idx="78">
                  <c:v>0.27086397179833804</c:v>
                </c:pt>
                <c:pt idx="79">
                  <c:v>0.28034381083962062</c:v>
                </c:pt>
                <c:pt idx="80">
                  <c:v>0.28969155276148278</c:v>
                </c:pt>
                <c:pt idx="81">
                  <c:v>0.29887240577595287</c:v>
                </c:pt>
                <c:pt idx="82">
                  <c:v>0.30785126046985301</c:v>
                </c:pt>
                <c:pt idx="83">
                  <c:v>0.31659290771089288</c:v>
                </c:pt>
                <c:pt idx="84">
                  <c:v>0.32506226408408212</c:v>
                </c:pt>
                <c:pt idx="85">
                  <c:v>0.33322460289179967</c:v>
                </c:pt>
                <c:pt idx="86">
                  <c:v>0.34104578863035256</c:v>
                </c:pt>
                <c:pt idx="87">
                  <c:v>0.34849251275897447</c:v>
                </c:pt>
                <c:pt idx="88">
                  <c:v>0.35553252850599709</c:v>
                </c:pt>
                <c:pt idx="89">
                  <c:v>0.36213488241309222</c:v>
                </c:pt>
                <c:pt idx="90">
                  <c:v>0.36827014030332339</c:v>
                </c:pt>
                <c:pt idx="91">
                  <c:v>0.37391060537312842</c:v>
                </c:pt>
                <c:pt idx="92">
                  <c:v>0.37903052615270172</c:v>
                </c:pt>
                <c:pt idx="93">
                  <c:v>0.38360629215347858</c:v>
                </c:pt>
                <c:pt idx="94">
                  <c:v>0.38761661512501416</c:v>
                </c:pt>
                <c:pt idx="95">
                  <c:v>0.39104269397545594</c:v>
                </c:pt>
                <c:pt idx="96">
                  <c:v>0.39386836156854083</c:v>
                </c:pt>
                <c:pt idx="97">
                  <c:v>0.3960802117936561</c:v>
                </c:pt>
                <c:pt idx="98">
                  <c:v>0.39766770551160885</c:v>
                </c:pt>
                <c:pt idx="99">
                  <c:v>0.39862325420460504</c:v>
                </c:pt>
                <c:pt idx="100">
                  <c:v>0.3989422804014327</c:v>
                </c:pt>
                <c:pt idx="101">
                  <c:v>0.39862325420460504</c:v>
                </c:pt>
                <c:pt idx="102">
                  <c:v>0.39766770551160885</c:v>
                </c:pt>
                <c:pt idx="103">
                  <c:v>0.3960802117936561</c:v>
                </c:pt>
                <c:pt idx="104">
                  <c:v>0.39386836156854083</c:v>
                </c:pt>
                <c:pt idx="105">
                  <c:v>0.39104269397545588</c:v>
                </c:pt>
                <c:pt idx="106">
                  <c:v>0.38761661512501411</c:v>
                </c:pt>
                <c:pt idx="107">
                  <c:v>0.38360629215347852</c:v>
                </c:pt>
                <c:pt idx="108">
                  <c:v>0.37903052615270166</c:v>
                </c:pt>
                <c:pt idx="109">
                  <c:v>0.37391060537312837</c:v>
                </c:pt>
                <c:pt idx="110">
                  <c:v>0.36827014030332328</c:v>
                </c:pt>
                <c:pt idx="111">
                  <c:v>0.36213488241309216</c:v>
                </c:pt>
                <c:pt idx="112">
                  <c:v>0.35553252850599704</c:v>
                </c:pt>
                <c:pt idx="113">
                  <c:v>0.34849251275897447</c:v>
                </c:pt>
                <c:pt idx="114">
                  <c:v>0.34104578863035245</c:v>
                </c:pt>
                <c:pt idx="115">
                  <c:v>0.33322460289179956</c:v>
                </c:pt>
                <c:pt idx="116">
                  <c:v>0.32506226408408218</c:v>
                </c:pt>
                <c:pt idx="117">
                  <c:v>0.31659290771089288</c:v>
                </c:pt>
                <c:pt idx="118">
                  <c:v>0.30785126046985301</c:v>
                </c:pt>
                <c:pt idx="119">
                  <c:v>0.29887240577595287</c:v>
                </c:pt>
                <c:pt idx="120">
                  <c:v>0.28969155276148278</c:v>
                </c:pt>
                <c:pt idx="121">
                  <c:v>0.28034381083962062</c:v>
                </c:pt>
                <c:pt idx="122">
                  <c:v>0.27086397179833804</c:v>
                </c:pt>
                <c:pt idx="123">
                  <c:v>0.26128630124955315</c:v>
                </c:pt>
                <c:pt idx="124">
                  <c:v>0.25164434109811712</c:v>
                </c:pt>
                <c:pt idx="125">
                  <c:v>0.24197072451914337</c:v>
                </c:pt>
                <c:pt idx="126">
                  <c:v>0.2322970047433662</c:v>
                </c:pt>
                <c:pt idx="127">
                  <c:v>0.22265349875176113</c:v>
                </c:pt>
                <c:pt idx="128">
                  <c:v>0.21306914677571784</c:v>
                </c:pt>
                <c:pt idx="129">
                  <c:v>0.20357138829075938</c:v>
                </c:pt>
                <c:pt idx="130">
                  <c:v>0.19418605498321292</c:v>
                </c:pt>
                <c:pt idx="131">
                  <c:v>0.18493728096330525</c:v>
                </c:pt>
                <c:pt idx="132">
                  <c:v>0.17584743029766231</c:v>
                </c:pt>
                <c:pt idx="133">
                  <c:v>0.16693704174171375</c:v>
                </c:pt>
                <c:pt idx="134">
                  <c:v>0.15822479037038298</c:v>
                </c:pt>
                <c:pt idx="135">
                  <c:v>0.14972746563574479</c:v>
                </c:pt>
                <c:pt idx="136">
                  <c:v>0.1414599652248387</c:v>
                </c:pt>
                <c:pt idx="137">
                  <c:v>0.1334353039510022</c:v>
                </c:pt>
                <c:pt idx="138">
                  <c:v>0.12566463678908804</c:v>
                </c:pt>
                <c:pt idx="139">
                  <c:v>0.11815729505958221</c:v>
                </c:pt>
                <c:pt idx="140">
                  <c:v>0.11092083467945546</c:v>
                </c:pt>
                <c:pt idx="141">
                  <c:v>0.10396109532876426</c:v>
                </c:pt>
                <c:pt idx="142">
                  <c:v>9.7282269331467539E-2</c:v>
                </c:pt>
                <c:pt idx="143">
                  <c:v>9.0886979016282898E-2</c:v>
                </c:pt>
                <c:pt idx="144">
                  <c:v>8.4776361308022255E-2</c:v>
                </c:pt>
                <c:pt idx="145">
                  <c:v>7.8950158300894177E-2</c:v>
                </c:pt>
                <c:pt idx="146">
                  <c:v>7.3406812581656919E-2</c:v>
                </c:pt>
                <c:pt idx="147">
                  <c:v>6.8143566101044578E-2</c:v>
                </c:pt>
                <c:pt idx="148">
                  <c:v>6.3156561435198655E-2</c:v>
                </c:pt>
                <c:pt idx="149">
                  <c:v>5.8440944333451469E-2</c:v>
                </c:pt>
                <c:pt idx="150">
                  <c:v>5.3990966513188063E-2</c:v>
                </c:pt>
                <c:pt idx="151">
                  <c:v>4.9800087735070775E-2</c:v>
                </c:pt>
                <c:pt idx="152">
                  <c:v>4.5861076271054887E-2</c:v>
                </c:pt>
                <c:pt idx="153">
                  <c:v>4.2166106961770311E-2</c:v>
                </c:pt>
                <c:pt idx="154">
                  <c:v>3.8706856147455608E-2</c:v>
                </c:pt>
                <c:pt idx="155">
                  <c:v>3.5474592846231424E-2</c:v>
                </c:pt>
                <c:pt idx="156">
                  <c:v>3.2460265643697445E-2</c:v>
                </c:pt>
                <c:pt idx="157">
                  <c:v>2.965458484734125E-2</c:v>
                </c:pt>
                <c:pt idx="158">
                  <c:v>2.7048099546881761E-2</c:v>
                </c:pt>
                <c:pt idx="159">
                  <c:v>2.4631269306382486E-2</c:v>
                </c:pt>
                <c:pt idx="160">
                  <c:v>2.2394530294842882E-2</c:v>
                </c:pt>
                <c:pt idx="161">
                  <c:v>2.032835573822582E-2</c:v>
                </c:pt>
                <c:pt idx="162">
                  <c:v>1.8423310646862031E-2</c:v>
                </c:pt>
                <c:pt idx="163">
                  <c:v>1.6670100837381043E-2</c:v>
                </c:pt>
                <c:pt idx="164">
                  <c:v>1.505961632737743E-2</c:v>
                </c:pt>
                <c:pt idx="165">
                  <c:v>1.3582969233685602E-2</c:v>
                </c:pt>
                <c:pt idx="166">
                  <c:v>1.2231526351277954E-2</c:v>
                </c:pt>
                <c:pt idx="167">
                  <c:v>1.0996936629405587E-2</c:v>
                </c:pt>
                <c:pt idx="168">
                  <c:v>9.8711537947511439E-3</c:v>
                </c:pt>
                <c:pt idx="169">
                  <c:v>8.8464543982372315E-3</c:v>
                </c:pt>
                <c:pt idx="170">
                  <c:v>7.9154515829799686E-3</c:v>
                </c:pt>
                <c:pt idx="171">
                  <c:v>7.0711048860194487E-3</c:v>
                </c:pt>
                <c:pt idx="172">
                  <c:v>6.3067263962659275E-3</c:v>
                </c:pt>
                <c:pt idx="173">
                  <c:v>5.615983595990969E-3</c:v>
                </c:pt>
                <c:pt idx="174">
                  <c:v>4.9928992136123763E-3</c:v>
                </c:pt>
                <c:pt idx="175">
                  <c:v>4.4318484119380075E-3</c:v>
                </c:pt>
                <c:pt idx="176">
                  <c:v>3.9275536289247789E-3</c:v>
                </c:pt>
                <c:pt idx="177">
                  <c:v>3.4750773778549375E-3</c:v>
                </c:pt>
                <c:pt idx="178">
                  <c:v>3.0698133011047403E-3</c:v>
                </c:pt>
                <c:pt idx="179">
                  <c:v>2.7074757568406999E-3</c:v>
                </c:pt>
                <c:pt idx="180">
                  <c:v>2.3840882014648404E-3</c:v>
                </c:pt>
                <c:pt idx="181">
                  <c:v>2.0959706128579419E-3</c:v>
                </c:pt>
                <c:pt idx="182">
                  <c:v>1.8397261808242775E-3</c:v>
                </c:pt>
                <c:pt idx="183">
                  <c:v>1.6122274719771231E-3</c:v>
                </c:pt>
                <c:pt idx="184">
                  <c:v>1.4106022569413824E-3</c:v>
                </c:pt>
                <c:pt idx="185">
                  <c:v>1.2322191684730175E-3</c:v>
                </c:pt>
                <c:pt idx="186">
                  <c:v>1.0746733401537337E-3</c:v>
                </c:pt>
                <c:pt idx="187">
                  <c:v>9.3577215692747804E-4</c:v>
                </c:pt>
                <c:pt idx="188">
                  <c:v>8.1352123108180689E-4</c:v>
                </c:pt>
                <c:pt idx="189">
                  <c:v>7.0611070048803501E-4</c:v>
                </c:pt>
                <c:pt idx="190">
                  <c:v>6.1190193011377092E-4</c:v>
                </c:pt>
                <c:pt idx="191">
                  <c:v>5.2941468309493378E-4</c:v>
                </c:pt>
                <c:pt idx="192">
                  <c:v>4.5731481405985762E-4</c:v>
                </c:pt>
                <c:pt idx="193">
                  <c:v>3.9440252496915693E-4</c:v>
                </c:pt>
                <c:pt idx="194">
                  <c:v>3.3960121248365478E-4</c:v>
                </c:pt>
                <c:pt idx="195">
                  <c:v>2.9194692579146027E-4</c:v>
                </c:pt>
                <c:pt idx="196">
                  <c:v>2.5057844489086075E-4</c:v>
                </c:pt>
                <c:pt idx="197">
                  <c:v>2.1472798150036704E-4</c:v>
                </c:pt>
                <c:pt idx="198">
                  <c:v>1.8371249800245711E-4</c:v>
                </c:pt>
                <c:pt idx="199">
                  <c:v>1.5692563406553226E-4</c:v>
                </c:pt>
                <c:pt idx="200">
                  <c:v>1.3383022576488537E-4</c:v>
                </c:pt>
              </c:numCache>
            </c:numRef>
          </c:val>
          <c:smooth val="1"/>
        </c:ser>
        <c:ser>
          <c:idx val="4"/>
          <c:order val="3"/>
          <c:spPr>
            <a:ln w="28575">
              <a:noFill/>
            </a:ln>
          </c:spPr>
          <c:marker>
            <c:symbol val="plus"/>
            <c:size val="5"/>
            <c:spPr>
              <a:noFill/>
              <a:ln>
                <a:solidFill>
                  <a:srgbClr val="000000"/>
                </a:solidFill>
                <a:prstDash val="solid"/>
              </a:ln>
            </c:spPr>
          </c:marker>
          <c:dLbls>
            <c:dLbl>
              <c:idx val="141"/>
              <c:layout/>
              <c:tx>
                <c:rich>
                  <a:bodyPr/>
                  <a:lstStyle/>
                  <a:p>
                    <a:r>
                      <a:rPr lang="en-US"/>
                      <a:t>1.645</a:t>
                    </a:r>
                  </a:p>
                </c:rich>
              </c:tx>
              <c:dLblPos val="b"/>
              <c:showLegendKey val="0"/>
              <c:showVal val="0"/>
              <c:showCatName val="1"/>
              <c:showSerName val="0"/>
              <c:showPercent val="0"/>
              <c:showBubbleSize val="0"/>
            </c:dLbl>
            <c:dLbl>
              <c:idx val="158"/>
              <c:layout/>
              <c:tx>
                <c:rich>
                  <a:bodyPr/>
                  <a:lstStyle/>
                  <a:p>
                    <a:r>
                      <a:rPr lang="en-US"/>
                      <a:t>2.33</a:t>
                    </a:r>
                  </a:p>
                </c:rich>
              </c:tx>
              <c:dLblPos val="b"/>
              <c:showLegendKey val="0"/>
              <c:showVal val="0"/>
              <c:showCatName val="1"/>
              <c:showSerName val="0"/>
              <c:showPercent val="0"/>
              <c:showBubbleSize val="0"/>
            </c:dLbl>
            <c:txPr>
              <a:bodyPr rot="0" vert="horz"/>
              <a:lstStyle/>
              <a:p>
                <a:pPr algn="ctr">
                  <a:defRPr sz="1100" b="1"/>
                </a:pPr>
                <a:endParaRPr lang="en-US"/>
              </a:p>
            </c:txPr>
            <c:dLblPos val="b"/>
            <c:showLegendKey val="0"/>
            <c:showVal val="0"/>
            <c:showCatName val="1"/>
            <c:showSerName val="0"/>
            <c:showPercent val="0"/>
            <c:showBubbleSize val="0"/>
            <c:showLeaderLines val="0"/>
          </c:dLbls>
          <c:cat>
            <c:strRef>
              <c:f>Normal!$O$2:$O$202</c:f>
              <c:strCache>
                <c:ptCount val="201"/>
                <c:pt idx="0">
                  <c:v>-4</c:v>
                </c:pt>
                <c:pt idx="100">
                  <c:v>0</c:v>
                </c:pt>
                <c:pt idx="158">
                  <c:v>2.33</c:v>
                </c:pt>
                <c:pt idx="200">
                  <c:v>4</c:v>
                </c:pt>
              </c:strCache>
            </c:strRef>
          </c:cat>
          <c:val>
            <c:numRef>
              <c:f>Normal!$P$2:$P$202</c:f>
              <c:numCache>
                <c:formatCode>General</c:formatCode>
                <c:ptCount val="201"/>
                <c:pt idx="0">
                  <c:v>0</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0</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#N/A</c:v>
                </c:pt>
                <c:pt idx="143">
                  <c:v>#N/A</c:v>
                </c:pt>
                <c:pt idx="144">
                  <c:v>#N/A</c:v>
                </c:pt>
                <c:pt idx="145">
                  <c:v>#N/A</c:v>
                </c:pt>
                <c:pt idx="146">
                  <c:v>#N/A</c:v>
                </c:pt>
                <c:pt idx="147">
                  <c:v>#N/A</c:v>
                </c:pt>
                <c:pt idx="148">
                  <c:v>#N/A</c:v>
                </c:pt>
                <c:pt idx="149">
                  <c:v>#N/A</c:v>
                </c:pt>
                <c:pt idx="150">
                  <c:v>#N/A</c:v>
                </c:pt>
                <c:pt idx="151">
                  <c:v>#N/A</c:v>
                </c:pt>
                <c:pt idx="152">
                  <c:v>#N/A</c:v>
                </c:pt>
                <c:pt idx="153">
                  <c:v>#N/A</c:v>
                </c:pt>
                <c:pt idx="154">
                  <c:v>#N/A</c:v>
                </c:pt>
                <c:pt idx="155">
                  <c:v>#N/A</c:v>
                </c:pt>
                <c:pt idx="156">
                  <c:v>#N/A</c:v>
                </c:pt>
                <c:pt idx="157">
                  <c:v>#N/A</c:v>
                </c:pt>
                <c:pt idx="158">
                  <c:v>0</c:v>
                </c:pt>
                <c:pt idx="159">
                  <c:v>#N/A</c:v>
                </c:pt>
                <c:pt idx="160">
                  <c:v>#N/A</c:v>
                </c:pt>
                <c:pt idx="161">
                  <c:v>#N/A</c:v>
                </c:pt>
                <c:pt idx="162">
                  <c:v>#N/A</c:v>
                </c:pt>
                <c:pt idx="163">
                  <c:v>#N/A</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0</c:v>
                </c:pt>
              </c:numCache>
            </c:numRef>
          </c:val>
          <c:smooth val="0"/>
        </c:ser>
        <c:dLbls>
          <c:showLegendKey val="0"/>
          <c:showVal val="0"/>
          <c:showCatName val="0"/>
          <c:showSerName val="0"/>
          <c:showPercent val="0"/>
          <c:showBubbleSize val="0"/>
        </c:dLbls>
        <c:marker val="1"/>
        <c:smooth val="0"/>
        <c:axId val="78336768"/>
        <c:axId val="78338304"/>
      </c:lineChart>
      <c:catAx>
        <c:axId val="78336768"/>
        <c:scaling>
          <c:orientation val="minMax"/>
        </c:scaling>
        <c:delete val="0"/>
        <c:axPos val="b"/>
        <c:numFmt formatCode="General" sourceLinked="1"/>
        <c:majorTickMark val="none"/>
        <c:minorTickMark val="none"/>
        <c:tickLblPos val="none"/>
        <c:spPr>
          <a:ln w="3175">
            <a:solidFill>
              <a:srgbClr val="000000"/>
            </a:solidFill>
            <a:prstDash val="solid"/>
          </a:ln>
        </c:spPr>
        <c:txPr>
          <a:bodyPr rot="0" vert="horz"/>
          <a:lstStyle/>
          <a:p>
            <a:pPr>
              <a:defRPr sz="800" b="0" i="0" u="none" strike="noStrike" baseline="0">
                <a:solidFill>
                  <a:srgbClr val="000000"/>
                </a:solidFill>
                <a:latin typeface="Arial"/>
                <a:ea typeface="Arial"/>
                <a:cs typeface="Arial"/>
              </a:defRPr>
            </a:pPr>
            <a:endParaRPr lang="en-US"/>
          </a:p>
        </c:txPr>
        <c:crossAx val="78338304"/>
        <c:crosses val="autoZero"/>
        <c:auto val="0"/>
        <c:lblAlgn val="ctr"/>
        <c:lblOffset val="100"/>
        <c:tickLblSkip val="20"/>
        <c:tickMarkSkip val="20"/>
        <c:noMultiLvlLbl val="0"/>
      </c:catAx>
      <c:valAx>
        <c:axId val="78338304"/>
        <c:scaling>
          <c:orientation val="minMax"/>
          <c:min val="0"/>
        </c:scaling>
        <c:delete val="0"/>
        <c:axPos val="l"/>
        <c:numFmt formatCode="General" sourceLinked="1"/>
        <c:majorTickMark val="out"/>
        <c:minorTickMark val="none"/>
        <c:tickLblPos val="nextTo"/>
        <c:spPr>
          <a:ln w="3175">
            <a:solidFill>
              <a:srgbClr val="000000"/>
            </a:solidFill>
            <a:prstDash val="solid"/>
          </a:ln>
        </c:spPr>
        <c:txPr>
          <a:bodyPr rot="0" vert="horz"/>
          <a:lstStyle/>
          <a:p>
            <a:pPr>
              <a:defRPr sz="800" b="0" i="0" u="none" strike="noStrike" baseline="0">
                <a:solidFill>
                  <a:srgbClr val="000000"/>
                </a:solidFill>
                <a:latin typeface="Arial"/>
                <a:ea typeface="Arial"/>
                <a:cs typeface="Arial"/>
              </a:defRPr>
            </a:pPr>
            <a:endParaRPr lang="en-US"/>
          </a:p>
        </c:txPr>
        <c:crossAx val="78336768"/>
        <c:crosses val="autoZero"/>
        <c:crossBetween val="between"/>
      </c:valAx>
      <c:spPr>
        <a:noFill/>
        <a:ln w="25400">
          <a:noFill/>
        </a:ln>
      </c:spPr>
    </c:plotArea>
    <c:plotVisOnly val="1"/>
    <c:dispBlanksAs val="gap"/>
    <c:showDLblsOverMax val="0"/>
  </c:chart>
  <c:spPr>
    <a:solidFill>
      <a:srgbClr val="FFFFFF"/>
    </a:solidFill>
    <a:ln w="9525">
      <a:noFill/>
    </a:ln>
  </c:spPr>
  <c:txPr>
    <a:bodyPr/>
    <a:lstStyle/>
    <a:p>
      <a:pPr>
        <a:defRPr sz="1000" b="0" i="0" u="none" strike="noStrike" baseline="0">
          <a:solidFill>
            <a:srgbClr val="000000"/>
          </a:solidFill>
          <a:latin typeface="Arial"/>
          <a:ea typeface="Arial"/>
          <a:cs typeface="Arial"/>
        </a:defRPr>
      </a:pPr>
      <a:endParaRPr lang="en-US"/>
    </a:p>
  </c:txPr>
  <c:externalData r:id="rId1">
    <c:autoUpdate val="0"/>
  </c:externalData>
  <c:userShapes r:id="rId2"/>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strRef>
          <c:f>Normal!$J$11</c:f>
          <c:strCache>
            <c:ptCount val="1"/>
          </c:strCache>
        </c:strRef>
      </c:tx>
      <c:layout>
        <c:manualLayout>
          <c:xMode val="edge"/>
          <c:yMode val="edge"/>
          <c:x val="0.3770053475935829"/>
          <c:y val="4.2553191489361701E-2"/>
        </c:manualLayout>
      </c:layout>
      <c:overlay val="0"/>
      <c:spPr>
        <a:noFill/>
        <a:ln w="25400">
          <a:noFill/>
        </a:ln>
      </c:spPr>
      <c:txPr>
        <a:bodyPr/>
        <a:lstStyle/>
        <a:p>
          <a:pPr>
            <a:defRPr sz="800" b="0" i="0" u="none" strike="noStrike" baseline="0">
              <a:solidFill>
                <a:srgbClr val="800080"/>
              </a:solidFill>
              <a:latin typeface="Arial"/>
              <a:ea typeface="Arial"/>
              <a:cs typeface="Arial"/>
            </a:defRPr>
          </a:pPr>
          <a:endParaRPr lang="en-US"/>
        </a:p>
      </c:txPr>
    </c:title>
    <c:autoTitleDeleted val="0"/>
    <c:plotArea>
      <c:layout>
        <c:manualLayout>
          <c:layoutTarget val="inner"/>
          <c:xMode val="edge"/>
          <c:yMode val="edge"/>
          <c:x val="0.12923351158645277"/>
          <c:y val="0.15319193611436868"/>
          <c:w val="0.78253119429590012"/>
          <c:h val="0.61276723064999716"/>
        </c:manualLayout>
      </c:layout>
      <c:barChart>
        <c:barDir val="col"/>
        <c:grouping val="clustered"/>
        <c:varyColors val="0"/>
        <c:ser>
          <c:idx val="1"/>
          <c:order val="0"/>
          <c:spPr>
            <a:solidFill>
              <a:srgbClr val="800080"/>
            </a:solidFill>
            <a:ln w="25400">
              <a:noFill/>
            </a:ln>
          </c:spPr>
          <c:invertIfNegative val="0"/>
          <c:cat>
            <c:strRef>
              <c:f>Normal!$O$2:$O$202</c:f>
              <c:strCache>
                <c:ptCount val="201"/>
                <c:pt idx="0">
                  <c:v>-4</c:v>
                </c:pt>
                <c:pt idx="100">
                  <c:v>0</c:v>
                </c:pt>
                <c:pt idx="141">
                  <c:v>1.645</c:v>
                </c:pt>
                <c:pt idx="200">
                  <c:v>4</c:v>
                </c:pt>
              </c:strCache>
            </c:strRef>
          </c:cat>
          <c:val>
            <c:numRef>
              <c:f>Normal!$M$2:$M$202</c:f>
              <c:numCache>
                <c:formatCode>General</c:formatCode>
                <c:ptCount val="201"/>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9.7282269331467539E-2</c:v>
                </c:pt>
                <c:pt idx="143">
                  <c:v>9.0886979016282898E-2</c:v>
                </c:pt>
                <c:pt idx="144">
                  <c:v>8.4776361308022255E-2</c:v>
                </c:pt>
                <c:pt idx="145">
                  <c:v>7.8950158300894177E-2</c:v>
                </c:pt>
                <c:pt idx="146">
                  <c:v>7.3406812581656919E-2</c:v>
                </c:pt>
                <c:pt idx="147">
                  <c:v>6.8143566101044578E-2</c:v>
                </c:pt>
                <c:pt idx="148">
                  <c:v>6.3156561435198655E-2</c:v>
                </c:pt>
                <c:pt idx="149">
                  <c:v>5.8440944333451469E-2</c:v>
                </c:pt>
                <c:pt idx="150">
                  <c:v>5.3990966513188063E-2</c:v>
                </c:pt>
                <c:pt idx="151">
                  <c:v>4.9800087735070775E-2</c:v>
                </c:pt>
                <c:pt idx="152">
                  <c:v>4.5861076271054887E-2</c:v>
                </c:pt>
                <c:pt idx="153">
                  <c:v>4.2166106961770311E-2</c:v>
                </c:pt>
                <c:pt idx="154">
                  <c:v>3.8706856147455608E-2</c:v>
                </c:pt>
                <c:pt idx="155">
                  <c:v>3.5474592846231424E-2</c:v>
                </c:pt>
                <c:pt idx="156">
                  <c:v>3.2460265643697445E-2</c:v>
                </c:pt>
                <c:pt idx="157">
                  <c:v>2.965458484734125E-2</c:v>
                </c:pt>
                <c:pt idx="158">
                  <c:v>2.7048099546881761E-2</c:v>
                </c:pt>
                <c:pt idx="159">
                  <c:v>2.4631269306382486E-2</c:v>
                </c:pt>
                <c:pt idx="160">
                  <c:v>2.2394530294842882E-2</c:v>
                </c:pt>
                <c:pt idx="161">
                  <c:v>2.032835573822582E-2</c:v>
                </c:pt>
                <c:pt idx="162">
                  <c:v>1.8423310646862031E-2</c:v>
                </c:pt>
                <c:pt idx="163">
                  <c:v>1.6670100837381043E-2</c:v>
                </c:pt>
                <c:pt idx="164">
                  <c:v>1.505961632737743E-2</c:v>
                </c:pt>
                <c:pt idx="165">
                  <c:v>1.3582969233685602E-2</c:v>
                </c:pt>
                <c:pt idx="166">
                  <c:v>1.2231526351277954E-2</c:v>
                </c:pt>
                <c:pt idx="167">
                  <c:v>1.0996936629405587E-2</c:v>
                </c:pt>
                <c:pt idx="168">
                  <c:v>9.8711537947511439E-3</c:v>
                </c:pt>
                <c:pt idx="169">
                  <c:v>8.8464543982372315E-3</c:v>
                </c:pt>
                <c:pt idx="170">
                  <c:v>7.9154515829799686E-3</c:v>
                </c:pt>
                <c:pt idx="171">
                  <c:v>7.0711048860194487E-3</c:v>
                </c:pt>
                <c:pt idx="172">
                  <c:v>6.3067263962659275E-3</c:v>
                </c:pt>
                <c:pt idx="173">
                  <c:v>5.615983595990969E-3</c:v>
                </c:pt>
                <c:pt idx="174">
                  <c:v>4.9928992136123763E-3</c:v>
                </c:pt>
                <c:pt idx="175">
                  <c:v>4.4318484119380075E-3</c:v>
                </c:pt>
                <c:pt idx="176">
                  <c:v>3.9275536289247789E-3</c:v>
                </c:pt>
                <c:pt idx="177">
                  <c:v>3.4750773778549375E-3</c:v>
                </c:pt>
                <c:pt idx="178">
                  <c:v>3.0698133011047403E-3</c:v>
                </c:pt>
                <c:pt idx="179">
                  <c:v>2.7074757568406999E-3</c:v>
                </c:pt>
                <c:pt idx="180">
                  <c:v>2.3840882014648404E-3</c:v>
                </c:pt>
                <c:pt idx="181">
                  <c:v>2.0959706128579419E-3</c:v>
                </c:pt>
                <c:pt idx="182">
                  <c:v>1.8397261808242775E-3</c:v>
                </c:pt>
                <c:pt idx="183">
                  <c:v>1.6122274719771231E-3</c:v>
                </c:pt>
                <c:pt idx="184">
                  <c:v>1.4106022569413824E-3</c:v>
                </c:pt>
                <c:pt idx="185">
                  <c:v>1.2322191684730175E-3</c:v>
                </c:pt>
                <c:pt idx="186">
                  <c:v>1.0746733401537337E-3</c:v>
                </c:pt>
                <c:pt idx="187">
                  <c:v>9.3577215692747804E-4</c:v>
                </c:pt>
                <c:pt idx="188">
                  <c:v>8.1352123108180689E-4</c:v>
                </c:pt>
                <c:pt idx="189">
                  <c:v>7.0611070048803501E-4</c:v>
                </c:pt>
                <c:pt idx="190">
                  <c:v>6.1190193011377092E-4</c:v>
                </c:pt>
                <c:pt idx="191">
                  <c:v>5.2941468309493378E-4</c:v>
                </c:pt>
                <c:pt idx="192">
                  <c:v>4.5731481405985762E-4</c:v>
                </c:pt>
                <c:pt idx="193">
                  <c:v>3.9440252496915693E-4</c:v>
                </c:pt>
                <c:pt idx="194">
                  <c:v>3.3960121248365478E-4</c:v>
                </c:pt>
                <c:pt idx="195">
                  <c:v>2.9194692579146027E-4</c:v>
                </c:pt>
                <c:pt idx="196">
                  <c:v>2.5057844489086075E-4</c:v>
                </c:pt>
                <c:pt idx="197">
                  <c:v>2.1472798150036704E-4</c:v>
                </c:pt>
                <c:pt idx="198">
                  <c:v>1.8371249800245711E-4</c:v>
                </c:pt>
                <c:pt idx="199">
                  <c:v>1.5692563406553226E-4</c:v>
                </c:pt>
                <c:pt idx="200">
                  <c:v>1.3383022576488537E-4</c:v>
                </c:pt>
              </c:numCache>
            </c:numRef>
          </c:val>
        </c:ser>
        <c:ser>
          <c:idx val="2"/>
          <c:order val="1"/>
          <c:spPr>
            <a:solidFill>
              <a:srgbClr val="800080"/>
            </a:solidFill>
            <a:ln w="25400">
              <a:noFill/>
            </a:ln>
          </c:spPr>
          <c:invertIfNegative val="0"/>
          <c:cat>
            <c:numRef>
              <c:f>Normal!$K$2:$K$202</c:f>
              <c:numCache>
                <c:formatCode>General</c:formatCode>
                <c:ptCount val="201"/>
                <c:pt idx="0">
                  <c:v>-4</c:v>
                </c:pt>
                <c:pt idx="1">
                  <c:v>-3.96</c:v>
                </c:pt>
                <c:pt idx="2">
                  <c:v>-3.92</c:v>
                </c:pt>
                <c:pt idx="3">
                  <c:v>-3.88</c:v>
                </c:pt>
                <c:pt idx="4">
                  <c:v>-3.84</c:v>
                </c:pt>
                <c:pt idx="5">
                  <c:v>-3.8</c:v>
                </c:pt>
                <c:pt idx="6">
                  <c:v>-3.76</c:v>
                </c:pt>
                <c:pt idx="7">
                  <c:v>-3.7199999999999998</c:v>
                </c:pt>
                <c:pt idx="8">
                  <c:v>-3.68</c:v>
                </c:pt>
                <c:pt idx="9">
                  <c:v>-3.64</c:v>
                </c:pt>
                <c:pt idx="10">
                  <c:v>-3.6</c:v>
                </c:pt>
                <c:pt idx="11">
                  <c:v>-3.56</c:v>
                </c:pt>
                <c:pt idx="12">
                  <c:v>-3.52</c:v>
                </c:pt>
                <c:pt idx="13">
                  <c:v>-3.48</c:v>
                </c:pt>
                <c:pt idx="14">
                  <c:v>-3.44</c:v>
                </c:pt>
                <c:pt idx="15">
                  <c:v>-3.4</c:v>
                </c:pt>
                <c:pt idx="16">
                  <c:v>-3.36</c:v>
                </c:pt>
                <c:pt idx="17">
                  <c:v>-3.32</c:v>
                </c:pt>
                <c:pt idx="18">
                  <c:v>-3.2800000000000002</c:v>
                </c:pt>
                <c:pt idx="19">
                  <c:v>-3.24</c:v>
                </c:pt>
                <c:pt idx="20">
                  <c:v>-3.2</c:v>
                </c:pt>
                <c:pt idx="21">
                  <c:v>-3.16</c:v>
                </c:pt>
                <c:pt idx="22">
                  <c:v>-3.12</c:v>
                </c:pt>
                <c:pt idx="23">
                  <c:v>-3.08</c:v>
                </c:pt>
                <c:pt idx="24">
                  <c:v>-3.04</c:v>
                </c:pt>
                <c:pt idx="25">
                  <c:v>-3</c:v>
                </c:pt>
                <c:pt idx="26">
                  <c:v>-2.96</c:v>
                </c:pt>
                <c:pt idx="27">
                  <c:v>-2.92</c:v>
                </c:pt>
                <c:pt idx="28">
                  <c:v>-2.88</c:v>
                </c:pt>
                <c:pt idx="29">
                  <c:v>-2.84</c:v>
                </c:pt>
                <c:pt idx="30">
                  <c:v>-2.8</c:v>
                </c:pt>
                <c:pt idx="31">
                  <c:v>-2.76</c:v>
                </c:pt>
                <c:pt idx="32">
                  <c:v>-2.7199999999999998</c:v>
                </c:pt>
                <c:pt idx="33">
                  <c:v>-2.6799999999999997</c:v>
                </c:pt>
                <c:pt idx="34">
                  <c:v>-2.6399999999999997</c:v>
                </c:pt>
                <c:pt idx="35">
                  <c:v>-2.5999999999999996</c:v>
                </c:pt>
                <c:pt idx="36">
                  <c:v>-2.56</c:v>
                </c:pt>
                <c:pt idx="37">
                  <c:v>-2.52</c:v>
                </c:pt>
                <c:pt idx="38">
                  <c:v>-2.48</c:v>
                </c:pt>
                <c:pt idx="39">
                  <c:v>-2.44</c:v>
                </c:pt>
                <c:pt idx="40">
                  <c:v>-2.4</c:v>
                </c:pt>
                <c:pt idx="41">
                  <c:v>-2.36</c:v>
                </c:pt>
                <c:pt idx="42">
                  <c:v>-2.3200000000000003</c:v>
                </c:pt>
                <c:pt idx="43">
                  <c:v>-2.2800000000000002</c:v>
                </c:pt>
                <c:pt idx="44">
                  <c:v>-2.2400000000000002</c:v>
                </c:pt>
                <c:pt idx="45">
                  <c:v>-2.2000000000000002</c:v>
                </c:pt>
                <c:pt idx="46">
                  <c:v>-2.16</c:v>
                </c:pt>
                <c:pt idx="47">
                  <c:v>-2.12</c:v>
                </c:pt>
                <c:pt idx="48">
                  <c:v>-2.08</c:v>
                </c:pt>
                <c:pt idx="49">
                  <c:v>-2.04</c:v>
                </c:pt>
                <c:pt idx="50">
                  <c:v>-2</c:v>
                </c:pt>
                <c:pt idx="51">
                  <c:v>-1.96</c:v>
                </c:pt>
                <c:pt idx="52">
                  <c:v>-1.92</c:v>
                </c:pt>
                <c:pt idx="53">
                  <c:v>-1.88</c:v>
                </c:pt>
                <c:pt idx="54">
                  <c:v>-1.8399999999999999</c:v>
                </c:pt>
                <c:pt idx="55">
                  <c:v>-1.7999999999999998</c:v>
                </c:pt>
                <c:pt idx="56">
                  <c:v>-1.7599999999999998</c:v>
                </c:pt>
                <c:pt idx="57">
                  <c:v>-1.7199999999999998</c:v>
                </c:pt>
                <c:pt idx="58">
                  <c:v>-1.6800000000000002</c:v>
                </c:pt>
                <c:pt idx="59">
                  <c:v>-1.6400000000000001</c:v>
                </c:pt>
                <c:pt idx="60">
                  <c:v>-1.6</c:v>
                </c:pt>
                <c:pt idx="61">
                  <c:v>-1.56</c:v>
                </c:pt>
                <c:pt idx="62">
                  <c:v>-1.52</c:v>
                </c:pt>
                <c:pt idx="63">
                  <c:v>-1.48</c:v>
                </c:pt>
                <c:pt idx="64">
                  <c:v>-1.44</c:v>
                </c:pt>
                <c:pt idx="65">
                  <c:v>-1.4</c:v>
                </c:pt>
                <c:pt idx="66">
                  <c:v>-1.3599999999999999</c:v>
                </c:pt>
                <c:pt idx="67">
                  <c:v>-1.3199999999999998</c:v>
                </c:pt>
                <c:pt idx="68">
                  <c:v>-1.2799999999999998</c:v>
                </c:pt>
                <c:pt idx="69">
                  <c:v>-1.2399999999999998</c:v>
                </c:pt>
                <c:pt idx="70">
                  <c:v>-1.1999999999999997</c:v>
                </c:pt>
                <c:pt idx="71">
                  <c:v>-1.1600000000000001</c:v>
                </c:pt>
                <c:pt idx="72">
                  <c:v>-1.1200000000000001</c:v>
                </c:pt>
                <c:pt idx="73">
                  <c:v>-1.08</c:v>
                </c:pt>
                <c:pt idx="74">
                  <c:v>-1.04</c:v>
                </c:pt>
                <c:pt idx="75">
                  <c:v>-1</c:v>
                </c:pt>
                <c:pt idx="76">
                  <c:v>-0.96</c:v>
                </c:pt>
                <c:pt idx="77">
                  <c:v>-0.91999999999999993</c:v>
                </c:pt>
                <c:pt idx="78">
                  <c:v>-0.87999999999999989</c:v>
                </c:pt>
                <c:pt idx="79">
                  <c:v>-0.83999999999999986</c:v>
                </c:pt>
                <c:pt idx="80">
                  <c:v>-0.79999999999999982</c:v>
                </c:pt>
                <c:pt idx="81">
                  <c:v>-0.75999999999999979</c:v>
                </c:pt>
                <c:pt idx="82">
                  <c:v>-0.71999999999999975</c:v>
                </c:pt>
                <c:pt idx="83">
                  <c:v>-0.67999999999999972</c:v>
                </c:pt>
                <c:pt idx="84">
                  <c:v>-0.64000000000000012</c:v>
                </c:pt>
                <c:pt idx="85">
                  <c:v>-0.60000000000000009</c:v>
                </c:pt>
                <c:pt idx="86">
                  <c:v>-0.56000000000000005</c:v>
                </c:pt>
                <c:pt idx="87">
                  <c:v>-0.52</c:v>
                </c:pt>
                <c:pt idx="88">
                  <c:v>-0.48</c:v>
                </c:pt>
                <c:pt idx="89">
                  <c:v>-0.43999999999999995</c:v>
                </c:pt>
                <c:pt idx="90">
                  <c:v>-0.39999999999999991</c:v>
                </c:pt>
                <c:pt idx="91">
                  <c:v>-0.35999999999999988</c:v>
                </c:pt>
                <c:pt idx="92">
                  <c:v>-0.31999999999999984</c:v>
                </c:pt>
                <c:pt idx="93">
                  <c:v>-0.2799999999999998</c:v>
                </c:pt>
                <c:pt idx="94">
                  <c:v>-0.23999999999999977</c:v>
                </c:pt>
                <c:pt idx="95">
                  <c:v>-0.19999999999999973</c:v>
                </c:pt>
                <c:pt idx="96">
                  <c:v>-0.16000000000000014</c:v>
                </c:pt>
                <c:pt idx="97">
                  <c:v>-0.12000000000000011</c:v>
                </c:pt>
                <c:pt idx="98">
                  <c:v>-8.0000000000000071E-2</c:v>
                </c:pt>
                <c:pt idx="99">
                  <c:v>-4.0000000000000036E-2</c:v>
                </c:pt>
                <c:pt idx="100">
                  <c:v>0</c:v>
                </c:pt>
                <c:pt idx="101">
                  <c:v>4.0000000000000036E-2</c:v>
                </c:pt>
                <c:pt idx="102">
                  <c:v>8.0000000000000071E-2</c:v>
                </c:pt>
                <c:pt idx="103">
                  <c:v>0.12000000000000011</c:v>
                </c:pt>
                <c:pt idx="104">
                  <c:v>0.16000000000000014</c:v>
                </c:pt>
                <c:pt idx="105">
                  <c:v>0.20000000000000018</c:v>
                </c:pt>
                <c:pt idx="106">
                  <c:v>0.24000000000000021</c:v>
                </c:pt>
                <c:pt idx="107">
                  <c:v>0.28000000000000025</c:v>
                </c:pt>
                <c:pt idx="108">
                  <c:v>0.32000000000000028</c:v>
                </c:pt>
                <c:pt idx="109">
                  <c:v>0.36000000000000032</c:v>
                </c:pt>
                <c:pt idx="110">
                  <c:v>0.40000000000000036</c:v>
                </c:pt>
                <c:pt idx="111">
                  <c:v>0.44000000000000039</c:v>
                </c:pt>
                <c:pt idx="112">
                  <c:v>0.48000000000000043</c:v>
                </c:pt>
                <c:pt idx="113">
                  <c:v>0.52000000000000046</c:v>
                </c:pt>
                <c:pt idx="114">
                  <c:v>0.5600000000000005</c:v>
                </c:pt>
                <c:pt idx="115">
                  <c:v>0.60000000000000053</c:v>
                </c:pt>
                <c:pt idx="116">
                  <c:v>0.63999999999999968</c:v>
                </c:pt>
                <c:pt idx="117">
                  <c:v>0.67999999999999972</c:v>
                </c:pt>
                <c:pt idx="118">
                  <c:v>0.71999999999999975</c:v>
                </c:pt>
                <c:pt idx="119">
                  <c:v>0.75999999999999979</c:v>
                </c:pt>
                <c:pt idx="120">
                  <c:v>0.79999999999999982</c:v>
                </c:pt>
                <c:pt idx="121">
                  <c:v>0.83999999999999986</c:v>
                </c:pt>
                <c:pt idx="122">
                  <c:v>0.87999999999999989</c:v>
                </c:pt>
                <c:pt idx="123">
                  <c:v>0.91999999999999993</c:v>
                </c:pt>
                <c:pt idx="124">
                  <c:v>0.96</c:v>
                </c:pt>
                <c:pt idx="125">
                  <c:v>1</c:v>
                </c:pt>
                <c:pt idx="126">
                  <c:v>1.04</c:v>
                </c:pt>
                <c:pt idx="127">
                  <c:v>1.08</c:v>
                </c:pt>
                <c:pt idx="128">
                  <c:v>1.1200000000000001</c:v>
                </c:pt>
                <c:pt idx="129">
                  <c:v>1.1600000000000001</c:v>
                </c:pt>
                <c:pt idx="130">
                  <c:v>1.2000000000000002</c:v>
                </c:pt>
                <c:pt idx="131">
                  <c:v>1.2400000000000002</c:v>
                </c:pt>
                <c:pt idx="132">
                  <c:v>1.2800000000000002</c:v>
                </c:pt>
                <c:pt idx="133">
                  <c:v>1.3200000000000003</c:v>
                </c:pt>
                <c:pt idx="134">
                  <c:v>1.3600000000000003</c:v>
                </c:pt>
                <c:pt idx="135">
                  <c:v>1.4000000000000004</c:v>
                </c:pt>
                <c:pt idx="136">
                  <c:v>1.4400000000000004</c:v>
                </c:pt>
                <c:pt idx="137">
                  <c:v>1.4800000000000004</c:v>
                </c:pt>
                <c:pt idx="138">
                  <c:v>1.5200000000000005</c:v>
                </c:pt>
                <c:pt idx="139">
                  <c:v>1.5600000000000005</c:v>
                </c:pt>
                <c:pt idx="140">
                  <c:v>1.6000000000000005</c:v>
                </c:pt>
                <c:pt idx="141">
                  <c:v>1.6399999999999997</c:v>
                </c:pt>
                <c:pt idx="142">
                  <c:v>1.6799999999999997</c:v>
                </c:pt>
                <c:pt idx="143">
                  <c:v>1.7199999999999998</c:v>
                </c:pt>
                <c:pt idx="144">
                  <c:v>1.7599999999999998</c:v>
                </c:pt>
                <c:pt idx="145">
                  <c:v>1.7999999999999998</c:v>
                </c:pt>
                <c:pt idx="146">
                  <c:v>1.8399999999999999</c:v>
                </c:pt>
                <c:pt idx="147">
                  <c:v>1.88</c:v>
                </c:pt>
                <c:pt idx="148">
                  <c:v>1.92</c:v>
                </c:pt>
                <c:pt idx="149">
                  <c:v>1.96</c:v>
                </c:pt>
                <c:pt idx="150">
                  <c:v>2</c:v>
                </c:pt>
                <c:pt idx="151">
                  <c:v>2.04</c:v>
                </c:pt>
                <c:pt idx="152">
                  <c:v>2.08</c:v>
                </c:pt>
                <c:pt idx="153">
                  <c:v>2.12</c:v>
                </c:pt>
                <c:pt idx="154">
                  <c:v>2.16</c:v>
                </c:pt>
                <c:pt idx="155">
                  <c:v>2.2000000000000002</c:v>
                </c:pt>
                <c:pt idx="156">
                  <c:v>2.2400000000000002</c:v>
                </c:pt>
                <c:pt idx="157">
                  <c:v>2.2800000000000002</c:v>
                </c:pt>
                <c:pt idx="158">
                  <c:v>2.3200000000000003</c:v>
                </c:pt>
                <c:pt idx="159">
                  <c:v>2.3600000000000003</c:v>
                </c:pt>
                <c:pt idx="160">
                  <c:v>2.4000000000000004</c:v>
                </c:pt>
                <c:pt idx="161">
                  <c:v>2.4400000000000004</c:v>
                </c:pt>
                <c:pt idx="162">
                  <c:v>2.4800000000000004</c:v>
                </c:pt>
                <c:pt idx="163">
                  <c:v>2.5200000000000005</c:v>
                </c:pt>
                <c:pt idx="164">
                  <c:v>2.5600000000000005</c:v>
                </c:pt>
                <c:pt idx="165">
                  <c:v>2.6000000000000005</c:v>
                </c:pt>
                <c:pt idx="166">
                  <c:v>2.6400000000000006</c:v>
                </c:pt>
                <c:pt idx="167">
                  <c:v>2.6799999999999997</c:v>
                </c:pt>
                <c:pt idx="168">
                  <c:v>2.7199999999999998</c:v>
                </c:pt>
                <c:pt idx="169">
                  <c:v>2.76</c:v>
                </c:pt>
                <c:pt idx="170">
                  <c:v>2.8</c:v>
                </c:pt>
                <c:pt idx="171">
                  <c:v>2.84</c:v>
                </c:pt>
                <c:pt idx="172">
                  <c:v>2.88</c:v>
                </c:pt>
                <c:pt idx="173">
                  <c:v>2.92</c:v>
                </c:pt>
                <c:pt idx="174">
                  <c:v>2.96</c:v>
                </c:pt>
                <c:pt idx="175">
                  <c:v>3</c:v>
                </c:pt>
                <c:pt idx="176">
                  <c:v>3.04</c:v>
                </c:pt>
                <c:pt idx="177">
                  <c:v>3.08</c:v>
                </c:pt>
                <c:pt idx="178">
                  <c:v>3.12</c:v>
                </c:pt>
                <c:pt idx="179">
                  <c:v>3.16</c:v>
                </c:pt>
                <c:pt idx="180">
                  <c:v>3.2</c:v>
                </c:pt>
                <c:pt idx="181">
                  <c:v>3.24</c:v>
                </c:pt>
                <c:pt idx="182">
                  <c:v>3.2800000000000002</c:v>
                </c:pt>
                <c:pt idx="183">
                  <c:v>3.3200000000000003</c:v>
                </c:pt>
                <c:pt idx="184">
                  <c:v>3.3600000000000003</c:v>
                </c:pt>
                <c:pt idx="185">
                  <c:v>3.4000000000000004</c:v>
                </c:pt>
                <c:pt idx="186">
                  <c:v>3.4400000000000004</c:v>
                </c:pt>
                <c:pt idx="187">
                  <c:v>3.4800000000000004</c:v>
                </c:pt>
                <c:pt idx="188">
                  <c:v>3.5200000000000005</c:v>
                </c:pt>
                <c:pt idx="189">
                  <c:v>3.5600000000000005</c:v>
                </c:pt>
                <c:pt idx="190">
                  <c:v>3.6000000000000005</c:v>
                </c:pt>
                <c:pt idx="191">
                  <c:v>3.6400000000000006</c:v>
                </c:pt>
                <c:pt idx="192">
                  <c:v>3.6799999999999997</c:v>
                </c:pt>
                <c:pt idx="193">
                  <c:v>3.7199999999999998</c:v>
                </c:pt>
                <c:pt idx="194">
                  <c:v>3.76</c:v>
                </c:pt>
                <c:pt idx="195">
                  <c:v>3.8</c:v>
                </c:pt>
                <c:pt idx="196">
                  <c:v>3.84</c:v>
                </c:pt>
                <c:pt idx="197">
                  <c:v>3.88</c:v>
                </c:pt>
                <c:pt idx="198">
                  <c:v>3.92</c:v>
                </c:pt>
                <c:pt idx="199">
                  <c:v>3.96</c:v>
                </c:pt>
                <c:pt idx="200">
                  <c:v>4</c:v>
                </c:pt>
              </c:numCache>
            </c:numRef>
          </c:cat>
          <c:val>
            <c:numRef>
              <c:f>Normal!$N$2:$N$202</c:f>
              <c:numCache>
                <c:formatCode>General</c:formatCode>
                <c:ptCount val="201"/>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#N/A</c:v>
                </c:pt>
                <c:pt idx="143">
                  <c:v>#N/A</c:v>
                </c:pt>
                <c:pt idx="144">
                  <c:v>#N/A</c:v>
                </c:pt>
                <c:pt idx="145">
                  <c:v>#N/A</c:v>
                </c:pt>
                <c:pt idx="146">
                  <c:v>#N/A</c:v>
                </c:pt>
                <c:pt idx="147">
                  <c:v>#N/A</c:v>
                </c:pt>
                <c:pt idx="148">
                  <c:v>#N/A</c:v>
                </c:pt>
                <c:pt idx="149">
                  <c:v>#N/A</c:v>
                </c:pt>
                <c:pt idx="150">
                  <c:v>#N/A</c:v>
                </c:pt>
                <c:pt idx="151">
                  <c:v>#N/A</c:v>
                </c:pt>
                <c:pt idx="152">
                  <c:v>#N/A</c:v>
                </c:pt>
                <c:pt idx="153">
                  <c:v>#N/A</c:v>
                </c:pt>
                <c:pt idx="154">
                  <c:v>#N/A</c:v>
                </c:pt>
                <c:pt idx="155">
                  <c:v>#N/A</c:v>
                </c:pt>
                <c:pt idx="156">
                  <c:v>#N/A</c:v>
                </c:pt>
                <c:pt idx="157">
                  <c:v>#N/A</c:v>
                </c:pt>
                <c:pt idx="158">
                  <c:v>#N/A</c:v>
                </c:pt>
                <c:pt idx="159">
                  <c:v>#N/A</c:v>
                </c:pt>
                <c:pt idx="160">
                  <c:v>#N/A</c:v>
                </c:pt>
                <c:pt idx="161">
                  <c:v>#N/A</c:v>
                </c:pt>
                <c:pt idx="162">
                  <c:v>#N/A</c:v>
                </c:pt>
                <c:pt idx="163">
                  <c:v>#N/A</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#N/A</c:v>
                </c:pt>
              </c:numCache>
            </c:numRef>
          </c:val>
        </c:ser>
        <c:dLbls>
          <c:showLegendKey val="0"/>
          <c:showVal val="0"/>
          <c:showCatName val="0"/>
          <c:showSerName val="0"/>
          <c:showPercent val="0"/>
          <c:showBubbleSize val="0"/>
        </c:dLbls>
        <c:gapWidth val="0"/>
        <c:overlap val="100"/>
        <c:axId val="76581888"/>
        <c:axId val="76591872"/>
      </c:barChart>
      <c:lineChart>
        <c:grouping val="standard"/>
        <c:varyColors val="0"/>
        <c:ser>
          <c:idx val="0"/>
          <c:order val="2"/>
          <c:spPr>
            <a:ln w="25400">
              <a:solidFill>
                <a:srgbClr val="000080"/>
              </a:solidFill>
              <a:prstDash val="solid"/>
            </a:ln>
          </c:spPr>
          <c:marker>
            <c:symbol val="none"/>
          </c:marker>
          <c:cat>
            <c:numRef>
              <c:f>Normal!$K$2:$K$202</c:f>
              <c:numCache>
                <c:formatCode>General</c:formatCode>
                <c:ptCount val="201"/>
                <c:pt idx="0">
                  <c:v>-4</c:v>
                </c:pt>
                <c:pt idx="1">
                  <c:v>-3.96</c:v>
                </c:pt>
                <c:pt idx="2">
                  <c:v>-3.92</c:v>
                </c:pt>
                <c:pt idx="3">
                  <c:v>-3.88</c:v>
                </c:pt>
                <c:pt idx="4">
                  <c:v>-3.84</c:v>
                </c:pt>
                <c:pt idx="5">
                  <c:v>-3.8</c:v>
                </c:pt>
                <c:pt idx="6">
                  <c:v>-3.76</c:v>
                </c:pt>
                <c:pt idx="7">
                  <c:v>-3.7199999999999998</c:v>
                </c:pt>
                <c:pt idx="8">
                  <c:v>-3.68</c:v>
                </c:pt>
                <c:pt idx="9">
                  <c:v>-3.64</c:v>
                </c:pt>
                <c:pt idx="10">
                  <c:v>-3.6</c:v>
                </c:pt>
                <c:pt idx="11">
                  <c:v>-3.56</c:v>
                </c:pt>
                <c:pt idx="12">
                  <c:v>-3.52</c:v>
                </c:pt>
                <c:pt idx="13">
                  <c:v>-3.48</c:v>
                </c:pt>
                <c:pt idx="14">
                  <c:v>-3.44</c:v>
                </c:pt>
                <c:pt idx="15">
                  <c:v>-3.4</c:v>
                </c:pt>
                <c:pt idx="16">
                  <c:v>-3.36</c:v>
                </c:pt>
                <c:pt idx="17">
                  <c:v>-3.32</c:v>
                </c:pt>
                <c:pt idx="18">
                  <c:v>-3.2800000000000002</c:v>
                </c:pt>
                <c:pt idx="19">
                  <c:v>-3.24</c:v>
                </c:pt>
                <c:pt idx="20">
                  <c:v>-3.2</c:v>
                </c:pt>
                <c:pt idx="21">
                  <c:v>-3.16</c:v>
                </c:pt>
                <c:pt idx="22">
                  <c:v>-3.12</c:v>
                </c:pt>
                <c:pt idx="23">
                  <c:v>-3.08</c:v>
                </c:pt>
                <c:pt idx="24">
                  <c:v>-3.04</c:v>
                </c:pt>
                <c:pt idx="25">
                  <c:v>-3</c:v>
                </c:pt>
                <c:pt idx="26">
                  <c:v>-2.96</c:v>
                </c:pt>
                <c:pt idx="27">
                  <c:v>-2.92</c:v>
                </c:pt>
                <c:pt idx="28">
                  <c:v>-2.88</c:v>
                </c:pt>
                <c:pt idx="29">
                  <c:v>-2.84</c:v>
                </c:pt>
                <c:pt idx="30">
                  <c:v>-2.8</c:v>
                </c:pt>
                <c:pt idx="31">
                  <c:v>-2.76</c:v>
                </c:pt>
                <c:pt idx="32">
                  <c:v>-2.7199999999999998</c:v>
                </c:pt>
                <c:pt idx="33">
                  <c:v>-2.6799999999999997</c:v>
                </c:pt>
                <c:pt idx="34">
                  <c:v>-2.6399999999999997</c:v>
                </c:pt>
                <c:pt idx="35">
                  <c:v>-2.5999999999999996</c:v>
                </c:pt>
                <c:pt idx="36">
                  <c:v>-2.56</c:v>
                </c:pt>
                <c:pt idx="37">
                  <c:v>-2.52</c:v>
                </c:pt>
                <c:pt idx="38">
                  <c:v>-2.48</c:v>
                </c:pt>
                <c:pt idx="39">
                  <c:v>-2.44</c:v>
                </c:pt>
                <c:pt idx="40">
                  <c:v>-2.4</c:v>
                </c:pt>
                <c:pt idx="41">
                  <c:v>-2.36</c:v>
                </c:pt>
                <c:pt idx="42">
                  <c:v>-2.3200000000000003</c:v>
                </c:pt>
                <c:pt idx="43">
                  <c:v>-2.2800000000000002</c:v>
                </c:pt>
                <c:pt idx="44">
                  <c:v>-2.2400000000000002</c:v>
                </c:pt>
                <c:pt idx="45">
                  <c:v>-2.2000000000000002</c:v>
                </c:pt>
                <c:pt idx="46">
                  <c:v>-2.16</c:v>
                </c:pt>
                <c:pt idx="47">
                  <c:v>-2.12</c:v>
                </c:pt>
                <c:pt idx="48">
                  <c:v>-2.08</c:v>
                </c:pt>
                <c:pt idx="49">
                  <c:v>-2.04</c:v>
                </c:pt>
                <c:pt idx="50">
                  <c:v>-2</c:v>
                </c:pt>
                <c:pt idx="51">
                  <c:v>-1.96</c:v>
                </c:pt>
                <c:pt idx="52">
                  <c:v>-1.92</c:v>
                </c:pt>
                <c:pt idx="53">
                  <c:v>-1.88</c:v>
                </c:pt>
                <c:pt idx="54">
                  <c:v>-1.8399999999999999</c:v>
                </c:pt>
                <c:pt idx="55">
                  <c:v>-1.7999999999999998</c:v>
                </c:pt>
                <c:pt idx="56">
                  <c:v>-1.7599999999999998</c:v>
                </c:pt>
                <c:pt idx="57">
                  <c:v>-1.7199999999999998</c:v>
                </c:pt>
                <c:pt idx="58">
                  <c:v>-1.6800000000000002</c:v>
                </c:pt>
                <c:pt idx="59">
                  <c:v>-1.6400000000000001</c:v>
                </c:pt>
                <c:pt idx="60">
                  <c:v>-1.6</c:v>
                </c:pt>
                <c:pt idx="61">
                  <c:v>-1.56</c:v>
                </c:pt>
                <c:pt idx="62">
                  <c:v>-1.52</c:v>
                </c:pt>
                <c:pt idx="63">
                  <c:v>-1.48</c:v>
                </c:pt>
                <c:pt idx="64">
                  <c:v>-1.44</c:v>
                </c:pt>
                <c:pt idx="65">
                  <c:v>-1.4</c:v>
                </c:pt>
                <c:pt idx="66">
                  <c:v>-1.3599999999999999</c:v>
                </c:pt>
                <c:pt idx="67">
                  <c:v>-1.3199999999999998</c:v>
                </c:pt>
                <c:pt idx="68">
                  <c:v>-1.2799999999999998</c:v>
                </c:pt>
                <c:pt idx="69">
                  <c:v>-1.2399999999999998</c:v>
                </c:pt>
                <c:pt idx="70">
                  <c:v>-1.1999999999999997</c:v>
                </c:pt>
                <c:pt idx="71">
                  <c:v>-1.1600000000000001</c:v>
                </c:pt>
                <c:pt idx="72">
                  <c:v>-1.1200000000000001</c:v>
                </c:pt>
                <c:pt idx="73">
                  <c:v>-1.08</c:v>
                </c:pt>
                <c:pt idx="74">
                  <c:v>-1.04</c:v>
                </c:pt>
                <c:pt idx="75">
                  <c:v>-1</c:v>
                </c:pt>
                <c:pt idx="76">
                  <c:v>-0.96</c:v>
                </c:pt>
                <c:pt idx="77">
                  <c:v>-0.91999999999999993</c:v>
                </c:pt>
                <c:pt idx="78">
                  <c:v>-0.87999999999999989</c:v>
                </c:pt>
                <c:pt idx="79">
                  <c:v>-0.83999999999999986</c:v>
                </c:pt>
                <c:pt idx="80">
                  <c:v>-0.79999999999999982</c:v>
                </c:pt>
                <c:pt idx="81">
                  <c:v>-0.75999999999999979</c:v>
                </c:pt>
                <c:pt idx="82">
                  <c:v>-0.71999999999999975</c:v>
                </c:pt>
                <c:pt idx="83">
                  <c:v>-0.67999999999999972</c:v>
                </c:pt>
                <c:pt idx="84">
                  <c:v>-0.64000000000000012</c:v>
                </c:pt>
                <c:pt idx="85">
                  <c:v>-0.60000000000000009</c:v>
                </c:pt>
                <c:pt idx="86">
                  <c:v>-0.56000000000000005</c:v>
                </c:pt>
                <c:pt idx="87">
                  <c:v>-0.52</c:v>
                </c:pt>
                <c:pt idx="88">
                  <c:v>-0.48</c:v>
                </c:pt>
                <c:pt idx="89">
                  <c:v>-0.43999999999999995</c:v>
                </c:pt>
                <c:pt idx="90">
                  <c:v>-0.39999999999999991</c:v>
                </c:pt>
                <c:pt idx="91">
                  <c:v>-0.35999999999999988</c:v>
                </c:pt>
                <c:pt idx="92">
                  <c:v>-0.31999999999999984</c:v>
                </c:pt>
                <c:pt idx="93">
                  <c:v>-0.2799999999999998</c:v>
                </c:pt>
                <c:pt idx="94">
                  <c:v>-0.23999999999999977</c:v>
                </c:pt>
                <c:pt idx="95">
                  <c:v>-0.19999999999999973</c:v>
                </c:pt>
                <c:pt idx="96">
                  <c:v>-0.16000000000000014</c:v>
                </c:pt>
                <c:pt idx="97">
                  <c:v>-0.12000000000000011</c:v>
                </c:pt>
                <c:pt idx="98">
                  <c:v>-8.0000000000000071E-2</c:v>
                </c:pt>
                <c:pt idx="99">
                  <c:v>-4.0000000000000036E-2</c:v>
                </c:pt>
                <c:pt idx="100">
                  <c:v>0</c:v>
                </c:pt>
                <c:pt idx="101">
                  <c:v>4.0000000000000036E-2</c:v>
                </c:pt>
                <c:pt idx="102">
                  <c:v>8.0000000000000071E-2</c:v>
                </c:pt>
                <c:pt idx="103">
                  <c:v>0.12000000000000011</c:v>
                </c:pt>
                <c:pt idx="104">
                  <c:v>0.16000000000000014</c:v>
                </c:pt>
                <c:pt idx="105">
                  <c:v>0.20000000000000018</c:v>
                </c:pt>
                <c:pt idx="106">
                  <c:v>0.24000000000000021</c:v>
                </c:pt>
                <c:pt idx="107">
                  <c:v>0.28000000000000025</c:v>
                </c:pt>
                <c:pt idx="108">
                  <c:v>0.32000000000000028</c:v>
                </c:pt>
                <c:pt idx="109">
                  <c:v>0.36000000000000032</c:v>
                </c:pt>
                <c:pt idx="110">
                  <c:v>0.40000000000000036</c:v>
                </c:pt>
                <c:pt idx="111">
                  <c:v>0.44000000000000039</c:v>
                </c:pt>
                <c:pt idx="112">
                  <c:v>0.48000000000000043</c:v>
                </c:pt>
                <c:pt idx="113">
                  <c:v>0.52000000000000046</c:v>
                </c:pt>
                <c:pt idx="114">
                  <c:v>0.5600000000000005</c:v>
                </c:pt>
                <c:pt idx="115">
                  <c:v>0.60000000000000053</c:v>
                </c:pt>
                <c:pt idx="116">
                  <c:v>0.63999999999999968</c:v>
                </c:pt>
                <c:pt idx="117">
                  <c:v>0.67999999999999972</c:v>
                </c:pt>
                <c:pt idx="118">
                  <c:v>0.71999999999999975</c:v>
                </c:pt>
                <c:pt idx="119">
                  <c:v>0.75999999999999979</c:v>
                </c:pt>
                <c:pt idx="120">
                  <c:v>0.79999999999999982</c:v>
                </c:pt>
                <c:pt idx="121">
                  <c:v>0.83999999999999986</c:v>
                </c:pt>
                <c:pt idx="122">
                  <c:v>0.87999999999999989</c:v>
                </c:pt>
                <c:pt idx="123">
                  <c:v>0.91999999999999993</c:v>
                </c:pt>
                <c:pt idx="124">
                  <c:v>0.96</c:v>
                </c:pt>
                <c:pt idx="125">
                  <c:v>1</c:v>
                </c:pt>
                <c:pt idx="126">
                  <c:v>1.04</c:v>
                </c:pt>
                <c:pt idx="127">
                  <c:v>1.08</c:v>
                </c:pt>
                <c:pt idx="128">
                  <c:v>1.1200000000000001</c:v>
                </c:pt>
                <c:pt idx="129">
                  <c:v>1.1600000000000001</c:v>
                </c:pt>
                <c:pt idx="130">
                  <c:v>1.2000000000000002</c:v>
                </c:pt>
                <c:pt idx="131">
                  <c:v>1.2400000000000002</c:v>
                </c:pt>
                <c:pt idx="132">
                  <c:v>1.2800000000000002</c:v>
                </c:pt>
                <c:pt idx="133">
                  <c:v>1.3200000000000003</c:v>
                </c:pt>
                <c:pt idx="134">
                  <c:v>1.3600000000000003</c:v>
                </c:pt>
                <c:pt idx="135">
                  <c:v>1.4000000000000004</c:v>
                </c:pt>
                <c:pt idx="136">
                  <c:v>1.4400000000000004</c:v>
                </c:pt>
                <c:pt idx="137">
                  <c:v>1.4800000000000004</c:v>
                </c:pt>
                <c:pt idx="138">
                  <c:v>1.5200000000000005</c:v>
                </c:pt>
                <c:pt idx="139">
                  <c:v>1.5600000000000005</c:v>
                </c:pt>
                <c:pt idx="140">
                  <c:v>1.6000000000000005</c:v>
                </c:pt>
                <c:pt idx="141">
                  <c:v>1.6399999999999997</c:v>
                </c:pt>
                <c:pt idx="142">
                  <c:v>1.6799999999999997</c:v>
                </c:pt>
                <c:pt idx="143">
                  <c:v>1.7199999999999998</c:v>
                </c:pt>
                <c:pt idx="144">
                  <c:v>1.7599999999999998</c:v>
                </c:pt>
                <c:pt idx="145">
                  <c:v>1.7999999999999998</c:v>
                </c:pt>
                <c:pt idx="146">
                  <c:v>1.8399999999999999</c:v>
                </c:pt>
                <c:pt idx="147">
                  <c:v>1.88</c:v>
                </c:pt>
                <c:pt idx="148">
                  <c:v>1.92</c:v>
                </c:pt>
                <c:pt idx="149">
                  <c:v>1.96</c:v>
                </c:pt>
                <c:pt idx="150">
                  <c:v>2</c:v>
                </c:pt>
                <c:pt idx="151">
                  <c:v>2.04</c:v>
                </c:pt>
                <c:pt idx="152">
                  <c:v>2.08</c:v>
                </c:pt>
                <c:pt idx="153">
                  <c:v>2.12</c:v>
                </c:pt>
                <c:pt idx="154">
                  <c:v>2.16</c:v>
                </c:pt>
                <c:pt idx="155">
                  <c:v>2.2000000000000002</c:v>
                </c:pt>
                <c:pt idx="156">
                  <c:v>2.2400000000000002</c:v>
                </c:pt>
                <c:pt idx="157">
                  <c:v>2.2800000000000002</c:v>
                </c:pt>
                <c:pt idx="158">
                  <c:v>2.3200000000000003</c:v>
                </c:pt>
                <c:pt idx="159">
                  <c:v>2.3600000000000003</c:v>
                </c:pt>
                <c:pt idx="160">
                  <c:v>2.4000000000000004</c:v>
                </c:pt>
                <c:pt idx="161">
                  <c:v>2.4400000000000004</c:v>
                </c:pt>
                <c:pt idx="162">
                  <c:v>2.4800000000000004</c:v>
                </c:pt>
                <c:pt idx="163">
                  <c:v>2.5200000000000005</c:v>
                </c:pt>
                <c:pt idx="164">
                  <c:v>2.5600000000000005</c:v>
                </c:pt>
                <c:pt idx="165">
                  <c:v>2.6000000000000005</c:v>
                </c:pt>
                <c:pt idx="166">
                  <c:v>2.6400000000000006</c:v>
                </c:pt>
                <c:pt idx="167">
                  <c:v>2.6799999999999997</c:v>
                </c:pt>
                <c:pt idx="168">
                  <c:v>2.7199999999999998</c:v>
                </c:pt>
                <c:pt idx="169">
                  <c:v>2.76</c:v>
                </c:pt>
                <c:pt idx="170">
                  <c:v>2.8</c:v>
                </c:pt>
                <c:pt idx="171">
                  <c:v>2.84</c:v>
                </c:pt>
                <c:pt idx="172">
                  <c:v>2.88</c:v>
                </c:pt>
                <c:pt idx="173">
                  <c:v>2.92</c:v>
                </c:pt>
                <c:pt idx="174">
                  <c:v>2.96</c:v>
                </c:pt>
                <c:pt idx="175">
                  <c:v>3</c:v>
                </c:pt>
                <c:pt idx="176">
                  <c:v>3.04</c:v>
                </c:pt>
                <c:pt idx="177">
                  <c:v>3.08</c:v>
                </c:pt>
                <c:pt idx="178">
                  <c:v>3.12</c:v>
                </c:pt>
                <c:pt idx="179">
                  <c:v>3.16</c:v>
                </c:pt>
                <c:pt idx="180">
                  <c:v>3.2</c:v>
                </c:pt>
                <c:pt idx="181">
                  <c:v>3.24</c:v>
                </c:pt>
                <c:pt idx="182">
                  <c:v>3.2800000000000002</c:v>
                </c:pt>
                <c:pt idx="183">
                  <c:v>3.3200000000000003</c:v>
                </c:pt>
                <c:pt idx="184">
                  <c:v>3.3600000000000003</c:v>
                </c:pt>
                <c:pt idx="185">
                  <c:v>3.4000000000000004</c:v>
                </c:pt>
                <c:pt idx="186">
                  <c:v>3.4400000000000004</c:v>
                </c:pt>
                <c:pt idx="187">
                  <c:v>3.4800000000000004</c:v>
                </c:pt>
                <c:pt idx="188">
                  <c:v>3.5200000000000005</c:v>
                </c:pt>
                <c:pt idx="189">
                  <c:v>3.5600000000000005</c:v>
                </c:pt>
                <c:pt idx="190">
                  <c:v>3.6000000000000005</c:v>
                </c:pt>
                <c:pt idx="191">
                  <c:v>3.6400000000000006</c:v>
                </c:pt>
                <c:pt idx="192">
                  <c:v>3.6799999999999997</c:v>
                </c:pt>
                <c:pt idx="193">
                  <c:v>3.7199999999999998</c:v>
                </c:pt>
                <c:pt idx="194">
                  <c:v>3.76</c:v>
                </c:pt>
                <c:pt idx="195">
                  <c:v>3.8</c:v>
                </c:pt>
                <c:pt idx="196">
                  <c:v>3.84</c:v>
                </c:pt>
                <c:pt idx="197">
                  <c:v>3.88</c:v>
                </c:pt>
                <c:pt idx="198">
                  <c:v>3.92</c:v>
                </c:pt>
                <c:pt idx="199">
                  <c:v>3.96</c:v>
                </c:pt>
                <c:pt idx="200">
                  <c:v>4</c:v>
                </c:pt>
              </c:numCache>
            </c:numRef>
          </c:cat>
          <c:val>
            <c:numRef>
              <c:f>Normal!$L$2:$L$202</c:f>
              <c:numCache>
                <c:formatCode>General</c:formatCode>
                <c:ptCount val="201"/>
                <c:pt idx="0">
                  <c:v>1.3383022576488537E-4</c:v>
                </c:pt>
                <c:pt idx="1">
                  <c:v>1.5692563406553226E-4</c:v>
                </c:pt>
                <c:pt idx="2">
                  <c:v>1.8371249800245711E-4</c:v>
                </c:pt>
                <c:pt idx="3">
                  <c:v>2.1472798150036704E-4</c:v>
                </c:pt>
                <c:pt idx="4">
                  <c:v>2.5057844489086075E-4</c:v>
                </c:pt>
                <c:pt idx="5">
                  <c:v>2.9194692579146027E-4</c:v>
                </c:pt>
                <c:pt idx="6">
                  <c:v>3.3960121248365478E-4</c:v>
                </c:pt>
                <c:pt idx="7">
                  <c:v>3.9440252496915693E-4</c:v>
                </c:pt>
                <c:pt idx="8">
                  <c:v>4.5731481405985675E-4</c:v>
                </c:pt>
                <c:pt idx="9">
                  <c:v>5.2941468309493475E-4</c:v>
                </c:pt>
                <c:pt idx="10">
                  <c:v>6.119019301137719E-4</c:v>
                </c:pt>
                <c:pt idx="11">
                  <c:v>7.061107004880362E-4</c:v>
                </c:pt>
                <c:pt idx="12">
                  <c:v>8.1352123108180841E-4</c:v>
                </c:pt>
                <c:pt idx="13">
                  <c:v>9.3577215692747977E-4</c:v>
                </c:pt>
                <c:pt idx="14">
                  <c:v>1.0746733401537356E-3</c:v>
                </c:pt>
                <c:pt idx="15">
                  <c:v>1.2322191684730199E-3</c:v>
                </c:pt>
                <c:pt idx="16">
                  <c:v>1.4106022569413848E-3</c:v>
                </c:pt>
                <c:pt idx="17">
                  <c:v>1.6122274719771244E-3</c:v>
                </c:pt>
                <c:pt idx="18">
                  <c:v>1.8397261808242775E-3</c:v>
                </c:pt>
                <c:pt idx="19">
                  <c:v>2.0959706128579419E-3</c:v>
                </c:pt>
                <c:pt idx="20">
                  <c:v>2.3840882014648404E-3</c:v>
                </c:pt>
                <c:pt idx="21">
                  <c:v>2.7074757568406999E-3</c:v>
                </c:pt>
                <c:pt idx="22">
                  <c:v>3.0698133011047403E-3</c:v>
                </c:pt>
                <c:pt idx="23">
                  <c:v>3.4750773778549375E-3</c:v>
                </c:pt>
                <c:pt idx="24">
                  <c:v>3.9275536289247789E-3</c:v>
                </c:pt>
                <c:pt idx="25">
                  <c:v>4.4318484119380075E-3</c:v>
                </c:pt>
                <c:pt idx="26">
                  <c:v>4.9928992136123763E-3</c:v>
                </c:pt>
                <c:pt idx="27">
                  <c:v>5.615983595990969E-3</c:v>
                </c:pt>
                <c:pt idx="28">
                  <c:v>6.3067263962659275E-3</c:v>
                </c:pt>
                <c:pt idx="29">
                  <c:v>7.0711048860194487E-3</c:v>
                </c:pt>
                <c:pt idx="30">
                  <c:v>7.9154515829799686E-3</c:v>
                </c:pt>
                <c:pt idx="31">
                  <c:v>8.8464543982372315E-3</c:v>
                </c:pt>
                <c:pt idx="32">
                  <c:v>9.8711537947511439E-3</c:v>
                </c:pt>
                <c:pt idx="33">
                  <c:v>1.0996936629405587E-2</c:v>
                </c:pt>
                <c:pt idx="34">
                  <c:v>1.2231526351277987E-2</c:v>
                </c:pt>
                <c:pt idx="35">
                  <c:v>1.3582969233685634E-2</c:v>
                </c:pt>
                <c:pt idx="36">
                  <c:v>1.5059616327377449E-2</c:v>
                </c:pt>
                <c:pt idx="37">
                  <c:v>1.6670100837381057E-2</c:v>
                </c:pt>
                <c:pt idx="38">
                  <c:v>1.8423310646862048E-2</c:v>
                </c:pt>
                <c:pt idx="39">
                  <c:v>2.0328355738225837E-2</c:v>
                </c:pt>
                <c:pt idx="40">
                  <c:v>2.2394530294842899E-2</c:v>
                </c:pt>
                <c:pt idx="41">
                  <c:v>2.4631269306382507E-2</c:v>
                </c:pt>
                <c:pt idx="42">
                  <c:v>2.7048099546881761E-2</c:v>
                </c:pt>
                <c:pt idx="43">
                  <c:v>2.965458484734125E-2</c:v>
                </c:pt>
                <c:pt idx="44">
                  <c:v>3.2460265643697445E-2</c:v>
                </c:pt>
                <c:pt idx="45">
                  <c:v>3.5474592846231424E-2</c:v>
                </c:pt>
                <c:pt idx="46">
                  <c:v>3.8706856147455608E-2</c:v>
                </c:pt>
                <c:pt idx="47">
                  <c:v>4.2166106961770311E-2</c:v>
                </c:pt>
                <c:pt idx="48">
                  <c:v>4.5861076271054887E-2</c:v>
                </c:pt>
                <c:pt idx="49">
                  <c:v>4.9800087735070775E-2</c:v>
                </c:pt>
                <c:pt idx="50">
                  <c:v>5.3990966513188063E-2</c:v>
                </c:pt>
                <c:pt idx="51">
                  <c:v>5.8440944333451469E-2</c:v>
                </c:pt>
                <c:pt idx="52">
                  <c:v>6.3156561435198655E-2</c:v>
                </c:pt>
                <c:pt idx="53">
                  <c:v>6.8143566101044578E-2</c:v>
                </c:pt>
                <c:pt idx="54">
                  <c:v>7.3406812581656919E-2</c:v>
                </c:pt>
                <c:pt idx="55">
                  <c:v>7.8950158300894177E-2</c:v>
                </c:pt>
                <c:pt idx="56">
                  <c:v>8.4776361308022255E-2</c:v>
                </c:pt>
                <c:pt idx="57">
                  <c:v>9.0886979016282898E-2</c:v>
                </c:pt>
                <c:pt idx="58">
                  <c:v>9.7282269331467469E-2</c:v>
                </c:pt>
                <c:pt idx="59">
                  <c:v>0.10396109532876419</c:v>
                </c:pt>
                <c:pt idx="60">
                  <c:v>0.11092083467945554</c:v>
                </c:pt>
                <c:pt idx="61">
                  <c:v>0.11815729505958227</c:v>
                </c:pt>
                <c:pt idx="62">
                  <c:v>0.12566463678908815</c:v>
                </c:pt>
                <c:pt idx="63">
                  <c:v>0.13343530395100231</c:v>
                </c:pt>
                <c:pt idx="64">
                  <c:v>0.14145996522483878</c:v>
                </c:pt>
                <c:pt idx="65">
                  <c:v>0.14972746563574488</c:v>
                </c:pt>
                <c:pt idx="66">
                  <c:v>0.15822479037038306</c:v>
                </c:pt>
                <c:pt idx="67">
                  <c:v>0.16693704174171387</c:v>
                </c:pt>
                <c:pt idx="68">
                  <c:v>0.17584743029766242</c:v>
                </c:pt>
                <c:pt idx="69">
                  <c:v>0.18493728096330536</c:v>
                </c:pt>
                <c:pt idx="70">
                  <c:v>0.19418605498321304</c:v>
                </c:pt>
                <c:pt idx="71">
                  <c:v>0.20357138829075938</c:v>
                </c:pt>
                <c:pt idx="72">
                  <c:v>0.21306914677571784</c:v>
                </c:pt>
                <c:pt idx="73">
                  <c:v>0.22265349875176113</c:v>
                </c:pt>
                <c:pt idx="74">
                  <c:v>0.2322970047433662</c:v>
                </c:pt>
                <c:pt idx="75">
                  <c:v>0.24197072451914337</c:v>
                </c:pt>
                <c:pt idx="76">
                  <c:v>0.25164434109811712</c:v>
                </c:pt>
                <c:pt idx="77">
                  <c:v>0.26128630124955315</c:v>
                </c:pt>
                <c:pt idx="78">
                  <c:v>0.27086397179833804</c:v>
                </c:pt>
                <c:pt idx="79">
                  <c:v>0.28034381083962062</c:v>
                </c:pt>
                <c:pt idx="80">
                  <c:v>0.28969155276148278</c:v>
                </c:pt>
                <c:pt idx="81">
                  <c:v>0.29887240577595287</c:v>
                </c:pt>
                <c:pt idx="82">
                  <c:v>0.30785126046985301</c:v>
                </c:pt>
                <c:pt idx="83">
                  <c:v>0.31659290771089288</c:v>
                </c:pt>
                <c:pt idx="84">
                  <c:v>0.32506226408408212</c:v>
                </c:pt>
                <c:pt idx="85">
                  <c:v>0.33322460289179967</c:v>
                </c:pt>
                <c:pt idx="86">
                  <c:v>0.34104578863035256</c:v>
                </c:pt>
                <c:pt idx="87">
                  <c:v>0.34849251275897447</c:v>
                </c:pt>
                <c:pt idx="88">
                  <c:v>0.35553252850599709</c:v>
                </c:pt>
                <c:pt idx="89">
                  <c:v>0.36213488241309222</c:v>
                </c:pt>
                <c:pt idx="90">
                  <c:v>0.36827014030332339</c:v>
                </c:pt>
                <c:pt idx="91">
                  <c:v>0.37391060537312842</c:v>
                </c:pt>
                <c:pt idx="92">
                  <c:v>0.37903052615270172</c:v>
                </c:pt>
                <c:pt idx="93">
                  <c:v>0.38360629215347858</c:v>
                </c:pt>
                <c:pt idx="94">
                  <c:v>0.38761661512501416</c:v>
                </c:pt>
                <c:pt idx="95">
                  <c:v>0.39104269397545594</c:v>
                </c:pt>
                <c:pt idx="96">
                  <c:v>0.39386836156854083</c:v>
                </c:pt>
                <c:pt idx="97">
                  <c:v>0.3960802117936561</c:v>
                </c:pt>
                <c:pt idx="98">
                  <c:v>0.39766770551160885</c:v>
                </c:pt>
                <c:pt idx="99">
                  <c:v>0.39862325420460504</c:v>
                </c:pt>
                <c:pt idx="100">
                  <c:v>0.3989422804014327</c:v>
                </c:pt>
                <c:pt idx="101">
                  <c:v>0.39862325420460504</c:v>
                </c:pt>
                <c:pt idx="102">
                  <c:v>0.39766770551160885</c:v>
                </c:pt>
                <c:pt idx="103">
                  <c:v>0.3960802117936561</c:v>
                </c:pt>
                <c:pt idx="104">
                  <c:v>0.39386836156854083</c:v>
                </c:pt>
                <c:pt idx="105">
                  <c:v>0.39104269397545588</c:v>
                </c:pt>
                <c:pt idx="106">
                  <c:v>0.38761661512501411</c:v>
                </c:pt>
                <c:pt idx="107">
                  <c:v>0.38360629215347852</c:v>
                </c:pt>
                <c:pt idx="108">
                  <c:v>0.37903052615270166</c:v>
                </c:pt>
                <c:pt idx="109">
                  <c:v>0.37391060537312837</c:v>
                </c:pt>
                <c:pt idx="110">
                  <c:v>0.36827014030332328</c:v>
                </c:pt>
                <c:pt idx="111">
                  <c:v>0.36213488241309216</c:v>
                </c:pt>
                <c:pt idx="112">
                  <c:v>0.35553252850599704</c:v>
                </c:pt>
                <c:pt idx="113">
                  <c:v>0.34849251275897447</c:v>
                </c:pt>
                <c:pt idx="114">
                  <c:v>0.34104578863035245</c:v>
                </c:pt>
                <c:pt idx="115">
                  <c:v>0.33322460289179956</c:v>
                </c:pt>
                <c:pt idx="116">
                  <c:v>0.32506226408408218</c:v>
                </c:pt>
                <c:pt idx="117">
                  <c:v>0.31659290771089288</c:v>
                </c:pt>
                <c:pt idx="118">
                  <c:v>0.30785126046985301</c:v>
                </c:pt>
                <c:pt idx="119">
                  <c:v>0.29887240577595287</c:v>
                </c:pt>
                <c:pt idx="120">
                  <c:v>0.28969155276148278</c:v>
                </c:pt>
                <c:pt idx="121">
                  <c:v>0.28034381083962062</c:v>
                </c:pt>
                <c:pt idx="122">
                  <c:v>0.27086397179833804</c:v>
                </c:pt>
                <c:pt idx="123">
                  <c:v>0.26128630124955315</c:v>
                </c:pt>
                <c:pt idx="124">
                  <c:v>0.25164434109811712</c:v>
                </c:pt>
                <c:pt idx="125">
                  <c:v>0.24197072451914337</c:v>
                </c:pt>
                <c:pt idx="126">
                  <c:v>0.2322970047433662</c:v>
                </c:pt>
                <c:pt idx="127">
                  <c:v>0.22265349875176113</c:v>
                </c:pt>
                <c:pt idx="128">
                  <c:v>0.21306914677571784</c:v>
                </c:pt>
                <c:pt idx="129">
                  <c:v>0.20357138829075938</c:v>
                </c:pt>
                <c:pt idx="130">
                  <c:v>0.19418605498321292</c:v>
                </c:pt>
                <c:pt idx="131">
                  <c:v>0.18493728096330525</c:v>
                </c:pt>
                <c:pt idx="132">
                  <c:v>0.17584743029766231</c:v>
                </c:pt>
                <c:pt idx="133">
                  <c:v>0.16693704174171375</c:v>
                </c:pt>
                <c:pt idx="134">
                  <c:v>0.15822479037038298</c:v>
                </c:pt>
                <c:pt idx="135">
                  <c:v>0.14972746563574479</c:v>
                </c:pt>
                <c:pt idx="136">
                  <c:v>0.1414599652248387</c:v>
                </c:pt>
                <c:pt idx="137">
                  <c:v>0.1334353039510022</c:v>
                </c:pt>
                <c:pt idx="138">
                  <c:v>0.12566463678908804</c:v>
                </c:pt>
                <c:pt idx="139">
                  <c:v>0.11815729505958221</c:v>
                </c:pt>
                <c:pt idx="140">
                  <c:v>0.11092083467945546</c:v>
                </c:pt>
                <c:pt idx="141">
                  <c:v>0.10396109532876426</c:v>
                </c:pt>
                <c:pt idx="142">
                  <c:v>9.7282269331467539E-2</c:v>
                </c:pt>
                <c:pt idx="143">
                  <c:v>9.0886979016282898E-2</c:v>
                </c:pt>
                <c:pt idx="144">
                  <c:v>8.4776361308022255E-2</c:v>
                </c:pt>
                <c:pt idx="145">
                  <c:v>7.8950158300894177E-2</c:v>
                </c:pt>
                <c:pt idx="146">
                  <c:v>7.3406812581656919E-2</c:v>
                </c:pt>
                <c:pt idx="147">
                  <c:v>6.8143566101044578E-2</c:v>
                </c:pt>
                <c:pt idx="148">
                  <c:v>6.3156561435198655E-2</c:v>
                </c:pt>
                <c:pt idx="149">
                  <c:v>5.8440944333451469E-2</c:v>
                </c:pt>
                <c:pt idx="150">
                  <c:v>5.3990966513188063E-2</c:v>
                </c:pt>
                <c:pt idx="151">
                  <c:v>4.9800087735070775E-2</c:v>
                </c:pt>
                <c:pt idx="152">
                  <c:v>4.5861076271054887E-2</c:v>
                </c:pt>
                <c:pt idx="153">
                  <c:v>4.2166106961770311E-2</c:v>
                </c:pt>
                <c:pt idx="154">
                  <c:v>3.8706856147455608E-2</c:v>
                </c:pt>
                <c:pt idx="155">
                  <c:v>3.5474592846231424E-2</c:v>
                </c:pt>
                <c:pt idx="156">
                  <c:v>3.2460265643697445E-2</c:v>
                </c:pt>
                <c:pt idx="157">
                  <c:v>2.965458484734125E-2</c:v>
                </c:pt>
                <c:pt idx="158">
                  <c:v>2.7048099546881761E-2</c:v>
                </c:pt>
                <c:pt idx="159">
                  <c:v>2.4631269306382486E-2</c:v>
                </c:pt>
                <c:pt idx="160">
                  <c:v>2.2394530294842882E-2</c:v>
                </c:pt>
                <c:pt idx="161">
                  <c:v>2.032835573822582E-2</c:v>
                </c:pt>
                <c:pt idx="162">
                  <c:v>1.8423310646862031E-2</c:v>
                </c:pt>
                <c:pt idx="163">
                  <c:v>1.6670100837381043E-2</c:v>
                </c:pt>
                <c:pt idx="164">
                  <c:v>1.505961632737743E-2</c:v>
                </c:pt>
                <c:pt idx="165">
                  <c:v>1.3582969233685602E-2</c:v>
                </c:pt>
                <c:pt idx="166">
                  <c:v>1.2231526351277954E-2</c:v>
                </c:pt>
                <c:pt idx="167">
                  <c:v>1.0996936629405587E-2</c:v>
                </c:pt>
                <c:pt idx="168">
                  <c:v>9.8711537947511439E-3</c:v>
                </c:pt>
                <c:pt idx="169">
                  <c:v>8.8464543982372315E-3</c:v>
                </c:pt>
                <c:pt idx="170">
                  <c:v>7.9154515829799686E-3</c:v>
                </c:pt>
                <c:pt idx="171">
                  <c:v>7.0711048860194487E-3</c:v>
                </c:pt>
                <c:pt idx="172">
                  <c:v>6.3067263962659275E-3</c:v>
                </c:pt>
                <c:pt idx="173">
                  <c:v>5.615983595990969E-3</c:v>
                </c:pt>
                <c:pt idx="174">
                  <c:v>4.9928992136123763E-3</c:v>
                </c:pt>
                <c:pt idx="175">
                  <c:v>4.4318484119380075E-3</c:v>
                </c:pt>
                <c:pt idx="176">
                  <c:v>3.9275536289247789E-3</c:v>
                </c:pt>
                <c:pt idx="177">
                  <c:v>3.4750773778549375E-3</c:v>
                </c:pt>
                <c:pt idx="178">
                  <c:v>3.0698133011047403E-3</c:v>
                </c:pt>
                <c:pt idx="179">
                  <c:v>2.7074757568406999E-3</c:v>
                </c:pt>
                <c:pt idx="180">
                  <c:v>2.3840882014648404E-3</c:v>
                </c:pt>
                <c:pt idx="181">
                  <c:v>2.0959706128579419E-3</c:v>
                </c:pt>
                <c:pt idx="182">
                  <c:v>1.8397261808242775E-3</c:v>
                </c:pt>
                <c:pt idx="183">
                  <c:v>1.6122274719771231E-3</c:v>
                </c:pt>
                <c:pt idx="184">
                  <c:v>1.4106022569413824E-3</c:v>
                </c:pt>
                <c:pt idx="185">
                  <c:v>1.2322191684730175E-3</c:v>
                </c:pt>
                <c:pt idx="186">
                  <c:v>1.0746733401537337E-3</c:v>
                </c:pt>
                <c:pt idx="187">
                  <c:v>9.3577215692747804E-4</c:v>
                </c:pt>
                <c:pt idx="188">
                  <c:v>8.1352123108180689E-4</c:v>
                </c:pt>
                <c:pt idx="189">
                  <c:v>7.0611070048803501E-4</c:v>
                </c:pt>
                <c:pt idx="190">
                  <c:v>6.1190193011377092E-4</c:v>
                </c:pt>
                <c:pt idx="191">
                  <c:v>5.2941468309493378E-4</c:v>
                </c:pt>
                <c:pt idx="192">
                  <c:v>4.5731481405985762E-4</c:v>
                </c:pt>
                <c:pt idx="193">
                  <c:v>3.9440252496915693E-4</c:v>
                </c:pt>
                <c:pt idx="194">
                  <c:v>3.3960121248365478E-4</c:v>
                </c:pt>
                <c:pt idx="195">
                  <c:v>2.9194692579146027E-4</c:v>
                </c:pt>
                <c:pt idx="196">
                  <c:v>2.5057844489086075E-4</c:v>
                </c:pt>
                <c:pt idx="197">
                  <c:v>2.1472798150036704E-4</c:v>
                </c:pt>
                <c:pt idx="198">
                  <c:v>1.8371249800245711E-4</c:v>
                </c:pt>
                <c:pt idx="199">
                  <c:v>1.5692563406553226E-4</c:v>
                </c:pt>
                <c:pt idx="200">
                  <c:v>1.3383022576488537E-4</c:v>
                </c:pt>
              </c:numCache>
            </c:numRef>
          </c:val>
          <c:smooth val="1"/>
        </c:ser>
        <c:ser>
          <c:idx val="4"/>
          <c:order val="3"/>
          <c:spPr>
            <a:ln w="28575">
              <a:noFill/>
            </a:ln>
          </c:spPr>
          <c:marker>
            <c:symbol val="plus"/>
            <c:size val="5"/>
            <c:spPr>
              <a:noFill/>
              <a:ln>
                <a:solidFill>
                  <a:srgbClr val="000000"/>
                </a:solidFill>
                <a:prstDash val="solid"/>
              </a:ln>
            </c:spPr>
          </c:marker>
          <c:dLbls>
            <c:dLbl>
              <c:idx val="141"/>
              <c:layout/>
              <c:tx>
                <c:rich>
                  <a:bodyPr/>
                  <a:lstStyle/>
                  <a:p>
                    <a:r>
                      <a:rPr lang="en-US"/>
                      <a:t>1.645</a:t>
                    </a:r>
                  </a:p>
                </c:rich>
              </c:tx>
              <c:dLblPos val="b"/>
              <c:showLegendKey val="0"/>
              <c:showVal val="0"/>
              <c:showCatName val="1"/>
              <c:showSerName val="0"/>
              <c:showPercent val="0"/>
              <c:showBubbleSize val="0"/>
            </c:dLbl>
            <c:dLbl>
              <c:idx val="158"/>
              <c:layout/>
              <c:tx>
                <c:rich>
                  <a:bodyPr/>
                  <a:lstStyle/>
                  <a:p>
                    <a:r>
                      <a:rPr lang="en-US"/>
                      <a:t>2.33</a:t>
                    </a:r>
                  </a:p>
                </c:rich>
              </c:tx>
              <c:dLblPos val="b"/>
              <c:showLegendKey val="0"/>
              <c:showVal val="0"/>
              <c:showCatName val="1"/>
              <c:showSerName val="0"/>
              <c:showPercent val="0"/>
              <c:showBubbleSize val="0"/>
            </c:dLbl>
            <c:txPr>
              <a:bodyPr rot="0" vert="horz"/>
              <a:lstStyle/>
              <a:p>
                <a:pPr algn="ctr">
                  <a:defRPr sz="1100" b="1"/>
                </a:pPr>
                <a:endParaRPr lang="en-US"/>
              </a:p>
            </c:txPr>
            <c:dLblPos val="b"/>
            <c:showLegendKey val="0"/>
            <c:showVal val="0"/>
            <c:showCatName val="1"/>
            <c:showSerName val="0"/>
            <c:showPercent val="0"/>
            <c:showBubbleSize val="0"/>
            <c:showLeaderLines val="0"/>
          </c:dLbls>
          <c:cat>
            <c:strRef>
              <c:f>Normal!$O$2:$O$202</c:f>
              <c:strCache>
                <c:ptCount val="201"/>
                <c:pt idx="0">
                  <c:v>-4</c:v>
                </c:pt>
                <c:pt idx="100">
                  <c:v>0</c:v>
                </c:pt>
                <c:pt idx="141">
                  <c:v>1.645</c:v>
                </c:pt>
                <c:pt idx="200">
                  <c:v>4</c:v>
                </c:pt>
              </c:strCache>
            </c:strRef>
          </c:cat>
          <c:val>
            <c:numRef>
              <c:f>Normal!$P$2:$P$202</c:f>
              <c:numCache>
                <c:formatCode>General</c:formatCode>
                <c:ptCount val="201"/>
                <c:pt idx="0">
                  <c:v>0</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0</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0</c:v>
                </c:pt>
                <c:pt idx="142">
                  <c:v>#N/A</c:v>
                </c:pt>
                <c:pt idx="143">
                  <c:v>#N/A</c:v>
                </c:pt>
                <c:pt idx="144">
                  <c:v>#N/A</c:v>
                </c:pt>
                <c:pt idx="145">
                  <c:v>#N/A</c:v>
                </c:pt>
                <c:pt idx="146">
                  <c:v>#N/A</c:v>
                </c:pt>
                <c:pt idx="147">
                  <c:v>#N/A</c:v>
                </c:pt>
                <c:pt idx="148">
                  <c:v>#N/A</c:v>
                </c:pt>
                <c:pt idx="149">
                  <c:v>#N/A</c:v>
                </c:pt>
                <c:pt idx="150">
                  <c:v>#N/A</c:v>
                </c:pt>
                <c:pt idx="151">
                  <c:v>#N/A</c:v>
                </c:pt>
                <c:pt idx="152">
                  <c:v>#N/A</c:v>
                </c:pt>
                <c:pt idx="153">
                  <c:v>#N/A</c:v>
                </c:pt>
                <c:pt idx="154">
                  <c:v>#N/A</c:v>
                </c:pt>
                <c:pt idx="155">
                  <c:v>#N/A</c:v>
                </c:pt>
                <c:pt idx="156">
                  <c:v>#N/A</c:v>
                </c:pt>
                <c:pt idx="157">
                  <c:v>#N/A</c:v>
                </c:pt>
                <c:pt idx="158">
                  <c:v>#N/A</c:v>
                </c:pt>
                <c:pt idx="159">
                  <c:v>#N/A</c:v>
                </c:pt>
                <c:pt idx="160">
                  <c:v>#N/A</c:v>
                </c:pt>
                <c:pt idx="161">
                  <c:v>#N/A</c:v>
                </c:pt>
                <c:pt idx="162">
                  <c:v>#N/A</c:v>
                </c:pt>
                <c:pt idx="163">
                  <c:v>#N/A</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0</c:v>
                </c:pt>
              </c:numCache>
            </c:numRef>
          </c:val>
          <c:smooth val="0"/>
        </c:ser>
        <c:dLbls>
          <c:showLegendKey val="0"/>
          <c:showVal val="0"/>
          <c:showCatName val="0"/>
          <c:showSerName val="0"/>
          <c:showPercent val="0"/>
          <c:showBubbleSize val="0"/>
        </c:dLbls>
        <c:marker val="1"/>
        <c:smooth val="0"/>
        <c:axId val="76581888"/>
        <c:axId val="76591872"/>
      </c:lineChart>
      <c:catAx>
        <c:axId val="76581888"/>
        <c:scaling>
          <c:orientation val="minMax"/>
        </c:scaling>
        <c:delete val="0"/>
        <c:axPos val="b"/>
        <c:numFmt formatCode="General" sourceLinked="1"/>
        <c:majorTickMark val="none"/>
        <c:minorTickMark val="none"/>
        <c:tickLblPos val="none"/>
        <c:spPr>
          <a:ln w="3175">
            <a:solidFill>
              <a:srgbClr val="000000"/>
            </a:solidFill>
            <a:prstDash val="solid"/>
          </a:ln>
        </c:spPr>
        <c:txPr>
          <a:bodyPr rot="0" vert="horz"/>
          <a:lstStyle/>
          <a:p>
            <a:pPr>
              <a:defRPr sz="800" b="0" i="0" u="none" strike="noStrike" baseline="0">
                <a:solidFill>
                  <a:srgbClr val="000000"/>
                </a:solidFill>
                <a:latin typeface="Arial"/>
                <a:ea typeface="Arial"/>
                <a:cs typeface="Arial"/>
              </a:defRPr>
            </a:pPr>
            <a:endParaRPr lang="en-US"/>
          </a:p>
        </c:txPr>
        <c:crossAx val="76591872"/>
        <c:crosses val="autoZero"/>
        <c:auto val="0"/>
        <c:lblAlgn val="ctr"/>
        <c:lblOffset val="100"/>
        <c:tickLblSkip val="20"/>
        <c:tickMarkSkip val="20"/>
        <c:noMultiLvlLbl val="0"/>
      </c:catAx>
      <c:valAx>
        <c:axId val="76591872"/>
        <c:scaling>
          <c:orientation val="minMax"/>
          <c:min val="0"/>
        </c:scaling>
        <c:delete val="0"/>
        <c:axPos val="l"/>
        <c:numFmt formatCode="General" sourceLinked="1"/>
        <c:majorTickMark val="out"/>
        <c:minorTickMark val="none"/>
        <c:tickLblPos val="nextTo"/>
        <c:spPr>
          <a:ln w="3175">
            <a:solidFill>
              <a:srgbClr val="000000"/>
            </a:solidFill>
            <a:prstDash val="solid"/>
          </a:ln>
        </c:spPr>
        <c:txPr>
          <a:bodyPr rot="0" vert="horz"/>
          <a:lstStyle/>
          <a:p>
            <a:pPr>
              <a:defRPr sz="800" b="0" i="0" u="none" strike="noStrike" baseline="0">
                <a:solidFill>
                  <a:srgbClr val="000000"/>
                </a:solidFill>
                <a:latin typeface="Arial"/>
                <a:ea typeface="Arial"/>
                <a:cs typeface="Arial"/>
              </a:defRPr>
            </a:pPr>
            <a:endParaRPr lang="en-US"/>
          </a:p>
        </c:txPr>
        <c:crossAx val="76581888"/>
        <c:crosses val="autoZero"/>
        <c:crossBetween val="between"/>
      </c:valAx>
      <c:spPr>
        <a:noFill/>
        <a:ln w="25400">
          <a:noFill/>
        </a:ln>
      </c:spPr>
    </c:plotArea>
    <c:plotVisOnly val="1"/>
    <c:dispBlanksAs val="gap"/>
    <c:showDLblsOverMax val="0"/>
  </c:chart>
  <c:spPr>
    <a:solidFill>
      <a:srgbClr val="FFFFFF"/>
    </a:solidFill>
    <a:ln w="9525">
      <a:noFill/>
    </a:ln>
  </c:spPr>
  <c:txPr>
    <a:bodyPr/>
    <a:lstStyle/>
    <a:p>
      <a:pPr>
        <a:defRPr sz="1000" b="0" i="0" u="none" strike="noStrike" baseline="0">
          <a:solidFill>
            <a:srgbClr val="000000"/>
          </a:solidFill>
          <a:latin typeface="Arial"/>
          <a:ea typeface="Arial"/>
          <a:cs typeface="Arial"/>
        </a:defRPr>
      </a:pPr>
      <a:endParaRPr lang="en-US"/>
    </a:p>
  </c:txPr>
  <c:externalData r:id="rId1">
    <c:autoUpdate val="0"/>
  </c:externalData>
  <c:userShapes r:id="rId2"/>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strRef>
          <c:f>Normal!$J$11</c:f>
          <c:strCache>
            <c:ptCount val="1"/>
          </c:strCache>
        </c:strRef>
      </c:tx>
      <c:layout>
        <c:manualLayout>
          <c:xMode val="edge"/>
          <c:yMode val="edge"/>
          <c:x val="0.3770053475935829"/>
          <c:y val="4.2553191489361701E-2"/>
        </c:manualLayout>
      </c:layout>
      <c:overlay val="0"/>
      <c:spPr>
        <a:noFill/>
        <a:ln w="25400">
          <a:noFill/>
        </a:ln>
      </c:spPr>
      <c:txPr>
        <a:bodyPr/>
        <a:lstStyle/>
        <a:p>
          <a:pPr>
            <a:defRPr sz="800" b="0" i="0" u="none" strike="noStrike" baseline="0">
              <a:solidFill>
                <a:srgbClr val="800080"/>
              </a:solidFill>
              <a:latin typeface="Arial"/>
              <a:ea typeface="Arial"/>
              <a:cs typeface="Arial"/>
            </a:defRPr>
          </a:pPr>
          <a:endParaRPr lang="en-US"/>
        </a:p>
      </c:txPr>
    </c:title>
    <c:autoTitleDeleted val="0"/>
    <c:plotArea>
      <c:layout>
        <c:manualLayout>
          <c:layoutTarget val="inner"/>
          <c:xMode val="edge"/>
          <c:yMode val="edge"/>
          <c:x val="0.12923351158645277"/>
          <c:y val="0.15319193611436868"/>
          <c:w val="0.78253119429590012"/>
          <c:h val="0.61276723064999716"/>
        </c:manualLayout>
      </c:layout>
      <c:barChart>
        <c:barDir val="col"/>
        <c:grouping val="clustered"/>
        <c:varyColors val="0"/>
        <c:ser>
          <c:idx val="1"/>
          <c:order val="0"/>
          <c:spPr>
            <a:solidFill>
              <a:srgbClr val="800080"/>
            </a:solidFill>
            <a:ln w="25400">
              <a:noFill/>
            </a:ln>
          </c:spPr>
          <c:invertIfNegative val="0"/>
          <c:cat>
            <c:strRef>
              <c:f>Normal!$O$2:$O$202</c:f>
              <c:strCache>
                <c:ptCount val="201"/>
                <c:pt idx="0">
                  <c:v>-4</c:v>
                </c:pt>
                <c:pt idx="100">
                  <c:v>0</c:v>
                </c:pt>
                <c:pt idx="141">
                  <c:v>1.645</c:v>
                </c:pt>
                <c:pt idx="169">
                  <c:v>2.75</c:v>
                </c:pt>
                <c:pt idx="200">
                  <c:v>4</c:v>
                </c:pt>
              </c:strCache>
            </c:strRef>
          </c:cat>
          <c:val>
            <c:numRef>
              <c:f>Normal!$M$2:$M$202</c:f>
              <c:numCache>
                <c:formatCode>General</c:formatCode>
                <c:ptCount val="201"/>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#N/A</c:v>
                </c:pt>
                <c:pt idx="143">
                  <c:v>#N/A</c:v>
                </c:pt>
                <c:pt idx="144">
                  <c:v>#N/A</c:v>
                </c:pt>
                <c:pt idx="145">
                  <c:v>#N/A</c:v>
                </c:pt>
                <c:pt idx="146">
                  <c:v>#N/A</c:v>
                </c:pt>
                <c:pt idx="147">
                  <c:v>#N/A</c:v>
                </c:pt>
                <c:pt idx="148">
                  <c:v>#N/A</c:v>
                </c:pt>
                <c:pt idx="149">
                  <c:v>#N/A</c:v>
                </c:pt>
                <c:pt idx="150">
                  <c:v>#N/A</c:v>
                </c:pt>
                <c:pt idx="151">
                  <c:v>#N/A</c:v>
                </c:pt>
                <c:pt idx="152">
                  <c:v>#N/A</c:v>
                </c:pt>
                <c:pt idx="153">
                  <c:v>#N/A</c:v>
                </c:pt>
                <c:pt idx="154">
                  <c:v>#N/A</c:v>
                </c:pt>
                <c:pt idx="155">
                  <c:v>#N/A</c:v>
                </c:pt>
                <c:pt idx="156">
                  <c:v>#N/A</c:v>
                </c:pt>
                <c:pt idx="157">
                  <c:v>#N/A</c:v>
                </c:pt>
                <c:pt idx="158">
                  <c:v>#N/A</c:v>
                </c:pt>
                <c:pt idx="159">
                  <c:v>#N/A</c:v>
                </c:pt>
                <c:pt idx="160">
                  <c:v>#N/A</c:v>
                </c:pt>
                <c:pt idx="161">
                  <c:v>#N/A</c:v>
                </c:pt>
                <c:pt idx="162">
                  <c:v>#N/A</c:v>
                </c:pt>
                <c:pt idx="163">
                  <c:v>#N/A</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#N/A</c:v>
                </c:pt>
              </c:numCache>
            </c:numRef>
          </c:val>
        </c:ser>
        <c:ser>
          <c:idx val="2"/>
          <c:order val="1"/>
          <c:spPr>
            <a:solidFill>
              <a:srgbClr val="800080"/>
            </a:solidFill>
            <a:ln w="25400">
              <a:noFill/>
            </a:ln>
          </c:spPr>
          <c:invertIfNegative val="0"/>
          <c:cat>
            <c:numRef>
              <c:f>Normal!$K$2:$K$202</c:f>
              <c:numCache>
                <c:formatCode>General</c:formatCode>
                <c:ptCount val="201"/>
                <c:pt idx="0">
                  <c:v>-4</c:v>
                </c:pt>
                <c:pt idx="1">
                  <c:v>-3.96</c:v>
                </c:pt>
                <c:pt idx="2">
                  <c:v>-3.92</c:v>
                </c:pt>
                <c:pt idx="3">
                  <c:v>-3.88</c:v>
                </c:pt>
                <c:pt idx="4">
                  <c:v>-3.84</c:v>
                </c:pt>
                <c:pt idx="5">
                  <c:v>-3.8</c:v>
                </c:pt>
                <c:pt idx="6">
                  <c:v>-3.76</c:v>
                </c:pt>
                <c:pt idx="7">
                  <c:v>-3.7199999999999998</c:v>
                </c:pt>
                <c:pt idx="8">
                  <c:v>-3.68</c:v>
                </c:pt>
                <c:pt idx="9">
                  <c:v>-3.64</c:v>
                </c:pt>
                <c:pt idx="10">
                  <c:v>-3.6</c:v>
                </c:pt>
                <c:pt idx="11">
                  <c:v>-3.56</c:v>
                </c:pt>
                <c:pt idx="12">
                  <c:v>-3.52</c:v>
                </c:pt>
                <c:pt idx="13">
                  <c:v>-3.48</c:v>
                </c:pt>
                <c:pt idx="14">
                  <c:v>-3.44</c:v>
                </c:pt>
                <c:pt idx="15">
                  <c:v>-3.4</c:v>
                </c:pt>
                <c:pt idx="16">
                  <c:v>-3.36</c:v>
                </c:pt>
                <c:pt idx="17">
                  <c:v>-3.32</c:v>
                </c:pt>
                <c:pt idx="18">
                  <c:v>-3.2800000000000002</c:v>
                </c:pt>
                <c:pt idx="19">
                  <c:v>-3.24</c:v>
                </c:pt>
                <c:pt idx="20">
                  <c:v>-3.2</c:v>
                </c:pt>
                <c:pt idx="21">
                  <c:v>-3.16</c:v>
                </c:pt>
                <c:pt idx="22">
                  <c:v>-3.12</c:v>
                </c:pt>
                <c:pt idx="23">
                  <c:v>-3.08</c:v>
                </c:pt>
                <c:pt idx="24">
                  <c:v>-3.04</c:v>
                </c:pt>
                <c:pt idx="25">
                  <c:v>-3</c:v>
                </c:pt>
                <c:pt idx="26">
                  <c:v>-2.96</c:v>
                </c:pt>
                <c:pt idx="27">
                  <c:v>-2.92</c:v>
                </c:pt>
                <c:pt idx="28">
                  <c:v>-2.88</c:v>
                </c:pt>
                <c:pt idx="29">
                  <c:v>-2.84</c:v>
                </c:pt>
                <c:pt idx="30">
                  <c:v>-2.8</c:v>
                </c:pt>
                <c:pt idx="31">
                  <c:v>-2.76</c:v>
                </c:pt>
                <c:pt idx="32">
                  <c:v>-2.7199999999999998</c:v>
                </c:pt>
                <c:pt idx="33">
                  <c:v>-2.6799999999999997</c:v>
                </c:pt>
                <c:pt idx="34">
                  <c:v>-2.6399999999999997</c:v>
                </c:pt>
                <c:pt idx="35">
                  <c:v>-2.5999999999999996</c:v>
                </c:pt>
                <c:pt idx="36">
                  <c:v>-2.56</c:v>
                </c:pt>
                <c:pt idx="37">
                  <c:v>-2.52</c:v>
                </c:pt>
                <c:pt idx="38">
                  <c:v>-2.48</c:v>
                </c:pt>
                <c:pt idx="39">
                  <c:v>-2.44</c:v>
                </c:pt>
                <c:pt idx="40">
                  <c:v>-2.4</c:v>
                </c:pt>
                <c:pt idx="41">
                  <c:v>-2.36</c:v>
                </c:pt>
                <c:pt idx="42">
                  <c:v>-2.3200000000000003</c:v>
                </c:pt>
                <c:pt idx="43">
                  <c:v>-2.2800000000000002</c:v>
                </c:pt>
                <c:pt idx="44">
                  <c:v>-2.2400000000000002</c:v>
                </c:pt>
                <c:pt idx="45">
                  <c:v>-2.2000000000000002</c:v>
                </c:pt>
                <c:pt idx="46">
                  <c:v>-2.16</c:v>
                </c:pt>
                <c:pt idx="47">
                  <c:v>-2.12</c:v>
                </c:pt>
                <c:pt idx="48">
                  <c:v>-2.08</c:v>
                </c:pt>
                <c:pt idx="49">
                  <c:v>-2.04</c:v>
                </c:pt>
                <c:pt idx="50">
                  <c:v>-2</c:v>
                </c:pt>
                <c:pt idx="51">
                  <c:v>-1.96</c:v>
                </c:pt>
                <c:pt idx="52">
                  <c:v>-1.92</c:v>
                </c:pt>
                <c:pt idx="53">
                  <c:v>-1.88</c:v>
                </c:pt>
                <c:pt idx="54">
                  <c:v>-1.8399999999999999</c:v>
                </c:pt>
                <c:pt idx="55">
                  <c:v>-1.7999999999999998</c:v>
                </c:pt>
                <c:pt idx="56">
                  <c:v>-1.7599999999999998</c:v>
                </c:pt>
                <c:pt idx="57">
                  <c:v>-1.7199999999999998</c:v>
                </c:pt>
                <c:pt idx="58">
                  <c:v>-1.6800000000000002</c:v>
                </c:pt>
                <c:pt idx="59">
                  <c:v>-1.6400000000000001</c:v>
                </c:pt>
                <c:pt idx="60">
                  <c:v>-1.6</c:v>
                </c:pt>
                <c:pt idx="61">
                  <c:v>-1.56</c:v>
                </c:pt>
                <c:pt idx="62">
                  <c:v>-1.52</c:v>
                </c:pt>
                <c:pt idx="63">
                  <c:v>-1.48</c:v>
                </c:pt>
                <c:pt idx="64">
                  <c:v>-1.44</c:v>
                </c:pt>
                <c:pt idx="65">
                  <c:v>-1.4</c:v>
                </c:pt>
                <c:pt idx="66">
                  <c:v>-1.3599999999999999</c:v>
                </c:pt>
                <c:pt idx="67">
                  <c:v>-1.3199999999999998</c:v>
                </c:pt>
                <c:pt idx="68">
                  <c:v>-1.2799999999999998</c:v>
                </c:pt>
                <c:pt idx="69">
                  <c:v>-1.2399999999999998</c:v>
                </c:pt>
                <c:pt idx="70">
                  <c:v>-1.1999999999999997</c:v>
                </c:pt>
                <c:pt idx="71">
                  <c:v>-1.1600000000000001</c:v>
                </c:pt>
                <c:pt idx="72">
                  <c:v>-1.1200000000000001</c:v>
                </c:pt>
                <c:pt idx="73">
                  <c:v>-1.08</c:v>
                </c:pt>
                <c:pt idx="74">
                  <c:v>-1.04</c:v>
                </c:pt>
                <c:pt idx="75">
                  <c:v>-1</c:v>
                </c:pt>
                <c:pt idx="76">
                  <c:v>-0.96</c:v>
                </c:pt>
                <c:pt idx="77">
                  <c:v>-0.91999999999999993</c:v>
                </c:pt>
                <c:pt idx="78">
                  <c:v>-0.87999999999999989</c:v>
                </c:pt>
                <c:pt idx="79">
                  <c:v>-0.83999999999999986</c:v>
                </c:pt>
                <c:pt idx="80">
                  <c:v>-0.79999999999999982</c:v>
                </c:pt>
                <c:pt idx="81">
                  <c:v>-0.75999999999999979</c:v>
                </c:pt>
                <c:pt idx="82">
                  <c:v>-0.71999999999999975</c:v>
                </c:pt>
                <c:pt idx="83">
                  <c:v>-0.67999999999999972</c:v>
                </c:pt>
                <c:pt idx="84">
                  <c:v>-0.64000000000000012</c:v>
                </c:pt>
                <c:pt idx="85">
                  <c:v>-0.60000000000000009</c:v>
                </c:pt>
                <c:pt idx="86">
                  <c:v>-0.56000000000000005</c:v>
                </c:pt>
                <c:pt idx="87">
                  <c:v>-0.52</c:v>
                </c:pt>
                <c:pt idx="88">
                  <c:v>-0.48</c:v>
                </c:pt>
                <c:pt idx="89">
                  <c:v>-0.43999999999999995</c:v>
                </c:pt>
                <c:pt idx="90">
                  <c:v>-0.39999999999999991</c:v>
                </c:pt>
                <c:pt idx="91">
                  <c:v>-0.35999999999999988</c:v>
                </c:pt>
                <c:pt idx="92">
                  <c:v>-0.31999999999999984</c:v>
                </c:pt>
                <c:pt idx="93">
                  <c:v>-0.2799999999999998</c:v>
                </c:pt>
                <c:pt idx="94">
                  <c:v>-0.23999999999999977</c:v>
                </c:pt>
                <c:pt idx="95">
                  <c:v>-0.19999999999999973</c:v>
                </c:pt>
                <c:pt idx="96">
                  <c:v>-0.16000000000000014</c:v>
                </c:pt>
                <c:pt idx="97">
                  <c:v>-0.12000000000000011</c:v>
                </c:pt>
                <c:pt idx="98">
                  <c:v>-8.0000000000000071E-2</c:v>
                </c:pt>
                <c:pt idx="99">
                  <c:v>-4.0000000000000036E-2</c:v>
                </c:pt>
                <c:pt idx="100">
                  <c:v>0</c:v>
                </c:pt>
                <c:pt idx="101">
                  <c:v>4.0000000000000036E-2</c:v>
                </c:pt>
                <c:pt idx="102">
                  <c:v>8.0000000000000071E-2</c:v>
                </c:pt>
                <c:pt idx="103">
                  <c:v>0.12000000000000011</c:v>
                </c:pt>
                <c:pt idx="104">
                  <c:v>0.16000000000000014</c:v>
                </c:pt>
                <c:pt idx="105">
                  <c:v>0.20000000000000018</c:v>
                </c:pt>
                <c:pt idx="106">
                  <c:v>0.24000000000000021</c:v>
                </c:pt>
                <c:pt idx="107">
                  <c:v>0.28000000000000025</c:v>
                </c:pt>
                <c:pt idx="108">
                  <c:v>0.32000000000000028</c:v>
                </c:pt>
                <c:pt idx="109">
                  <c:v>0.36000000000000032</c:v>
                </c:pt>
                <c:pt idx="110">
                  <c:v>0.40000000000000036</c:v>
                </c:pt>
                <c:pt idx="111">
                  <c:v>0.44000000000000039</c:v>
                </c:pt>
                <c:pt idx="112">
                  <c:v>0.48000000000000043</c:v>
                </c:pt>
                <c:pt idx="113">
                  <c:v>0.52000000000000046</c:v>
                </c:pt>
                <c:pt idx="114">
                  <c:v>0.5600000000000005</c:v>
                </c:pt>
                <c:pt idx="115">
                  <c:v>0.60000000000000053</c:v>
                </c:pt>
                <c:pt idx="116">
                  <c:v>0.63999999999999968</c:v>
                </c:pt>
                <c:pt idx="117">
                  <c:v>0.67999999999999972</c:v>
                </c:pt>
                <c:pt idx="118">
                  <c:v>0.71999999999999975</c:v>
                </c:pt>
                <c:pt idx="119">
                  <c:v>0.75999999999999979</c:v>
                </c:pt>
                <c:pt idx="120">
                  <c:v>0.79999999999999982</c:v>
                </c:pt>
                <c:pt idx="121">
                  <c:v>0.83999999999999986</c:v>
                </c:pt>
                <c:pt idx="122">
                  <c:v>0.87999999999999989</c:v>
                </c:pt>
                <c:pt idx="123">
                  <c:v>0.91999999999999993</c:v>
                </c:pt>
                <c:pt idx="124">
                  <c:v>0.96</c:v>
                </c:pt>
                <c:pt idx="125">
                  <c:v>1</c:v>
                </c:pt>
                <c:pt idx="126">
                  <c:v>1.04</c:v>
                </c:pt>
                <c:pt idx="127">
                  <c:v>1.08</c:v>
                </c:pt>
                <c:pt idx="128">
                  <c:v>1.1200000000000001</c:v>
                </c:pt>
                <c:pt idx="129">
                  <c:v>1.1600000000000001</c:v>
                </c:pt>
                <c:pt idx="130">
                  <c:v>1.2000000000000002</c:v>
                </c:pt>
                <c:pt idx="131">
                  <c:v>1.2400000000000002</c:v>
                </c:pt>
                <c:pt idx="132">
                  <c:v>1.2800000000000002</c:v>
                </c:pt>
                <c:pt idx="133">
                  <c:v>1.3200000000000003</c:v>
                </c:pt>
                <c:pt idx="134">
                  <c:v>1.3600000000000003</c:v>
                </c:pt>
                <c:pt idx="135">
                  <c:v>1.4000000000000004</c:v>
                </c:pt>
                <c:pt idx="136">
                  <c:v>1.4400000000000004</c:v>
                </c:pt>
                <c:pt idx="137">
                  <c:v>1.4800000000000004</c:v>
                </c:pt>
                <c:pt idx="138">
                  <c:v>1.5200000000000005</c:v>
                </c:pt>
                <c:pt idx="139">
                  <c:v>1.5600000000000005</c:v>
                </c:pt>
                <c:pt idx="140">
                  <c:v>1.6000000000000005</c:v>
                </c:pt>
                <c:pt idx="141">
                  <c:v>1.6399999999999997</c:v>
                </c:pt>
                <c:pt idx="142">
                  <c:v>1.6799999999999997</c:v>
                </c:pt>
                <c:pt idx="143">
                  <c:v>1.7199999999999998</c:v>
                </c:pt>
                <c:pt idx="144">
                  <c:v>1.7599999999999998</c:v>
                </c:pt>
                <c:pt idx="145">
                  <c:v>1.7999999999999998</c:v>
                </c:pt>
                <c:pt idx="146">
                  <c:v>1.8399999999999999</c:v>
                </c:pt>
                <c:pt idx="147">
                  <c:v>1.88</c:v>
                </c:pt>
                <c:pt idx="148">
                  <c:v>1.92</c:v>
                </c:pt>
                <c:pt idx="149">
                  <c:v>1.96</c:v>
                </c:pt>
                <c:pt idx="150">
                  <c:v>2</c:v>
                </c:pt>
                <c:pt idx="151">
                  <c:v>2.04</c:v>
                </c:pt>
                <c:pt idx="152">
                  <c:v>2.08</c:v>
                </c:pt>
                <c:pt idx="153">
                  <c:v>2.12</c:v>
                </c:pt>
                <c:pt idx="154">
                  <c:v>2.16</c:v>
                </c:pt>
                <c:pt idx="155">
                  <c:v>2.2000000000000002</c:v>
                </c:pt>
                <c:pt idx="156">
                  <c:v>2.2400000000000002</c:v>
                </c:pt>
                <c:pt idx="157">
                  <c:v>2.2800000000000002</c:v>
                </c:pt>
                <c:pt idx="158">
                  <c:v>2.3200000000000003</c:v>
                </c:pt>
                <c:pt idx="159">
                  <c:v>2.3600000000000003</c:v>
                </c:pt>
                <c:pt idx="160">
                  <c:v>2.4000000000000004</c:v>
                </c:pt>
                <c:pt idx="161">
                  <c:v>2.4400000000000004</c:v>
                </c:pt>
                <c:pt idx="162">
                  <c:v>2.4800000000000004</c:v>
                </c:pt>
                <c:pt idx="163">
                  <c:v>2.5200000000000005</c:v>
                </c:pt>
                <c:pt idx="164">
                  <c:v>2.5600000000000005</c:v>
                </c:pt>
                <c:pt idx="165">
                  <c:v>2.6000000000000005</c:v>
                </c:pt>
                <c:pt idx="166">
                  <c:v>2.6400000000000006</c:v>
                </c:pt>
                <c:pt idx="167">
                  <c:v>2.6799999999999997</c:v>
                </c:pt>
                <c:pt idx="168">
                  <c:v>2.7199999999999998</c:v>
                </c:pt>
                <c:pt idx="169">
                  <c:v>2.76</c:v>
                </c:pt>
                <c:pt idx="170">
                  <c:v>2.8</c:v>
                </c:pt>
                <c:pt idx="171">
                  <c:v>2.84</c:v>
                </c:pt>
                <c:pt idx="172">
                  <c:v>2.88</c:v>
                </c:pt>
                <c:pt idx="173">
                  <c:v>2.92</c:v>
                </c:pt>
                <c:pt idx="174">
                  <c:v>2.96</c:v>
                </c:pt>
                <c:pt idx="175">
                  <c:v>3</c:v>
                </c:pt>
                <c:pt idx="176">
                  <c:v>3.04</c:v>
                </c:pt>
                <c:pt idx="177">
                  <c:v>3.08</c:v>
                </c:pt>
                <c:pt idx="178">
                  <c:v>3.12</c:v>
                </c:pt>
                <c:pt idx="179">
                  <c:v>3.16</c:v>
                </c:pt>
                <c:pt idx="180">
                  <c:v>3.2</c:v>
                </c:pt>
                <c:pt idx="181">
                  <c:v>3.24</c:v>
                </c:pt>
                <c:pt idx="182">
                  <c:v>3.2800000000000002</c:v>
                </c:pt>
                <c:pt idx="183">
                  <c:v>3.3200000000000003</c:v>
                </c:pt>
                <c:pt idx="184">
                  <c:v>3.3600000000000003</c:v>
                </c:pt>
                <c:pt idx="185">
                  <c:v>3.4000000000000004</c:v>
                </c:pt>
                <c:pt idx="186">
                  <c:v>3.4400000000000004</c:v>
                </c:pt>
                <c:pt idx="187">
                  <c:v>3.4800000000000004</c:v>
                </c:pt>
                <c:pt idx="188">
                  <c:v>3.5200000000000005</c:v>
                </c:pt>
                <c:pt idx="189">
                  <c:v>3.5600000000000005</c:v>
                </c:pt>
                <c:pt idx="190">
                  <c:v>3.6000000000000005</c:v>
                </c:pt>
                <c:pt idx="191">
                  <c:v>3.6400000000000006</c:v>
                </c:pt>
                <c:pt idx="192">
                  <c:v>3.6799999999999997</c:v>
                </c:pt>
                <c:pt idx="193">
                  <c:v>3.7199999999999998</c:v>
                </c:pt>
                <c:pt idx="194">
                  <c:v>3.76</c:v>
                </c:pt>
                <c:pt idx="195">
                  <c:v>3.8</c:v>
                </c:pt>
                <c:pt idx="196">
                  <c:v>3.84</c:v>
                </c:pt>
                <c:pt idx="197">
                  <c:v>3.88</c:v>
                </c:pt>
                <c:pt idx="198">
                  <c:v>3.92</c:v>
                </c:pt>
                <c:pt idx="199">
                  <c:v>3.96</c:v>
                </c:pt>
                <c:pt idx="200">
                  <c:v>4</c:v>
                </c:pt>
              </c:numCache>
            </c:numRef>
          </c:cat>
          <c:val>
            <c:numRef>
              <c:f>Normal!$N$2:$N$202</c:f>
              <c:numCache>
                <c:formatCode>General</c:formatCode>
                <c:ptCount val="201"/>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#N/A</c:v>
                </c:pt>
                <c:pt idx="143">
                  <c:v>#N/A</c:v>
                </c:pt>
                <c:pt idx="144">
                  <c:v>#N/A</c:v>
                </c:pt>
                <c:pt idx="145">
                  <c:v>#N/A</c:v>
                </c:pt>
                <c:pt idx="146">
                  <c:v>#N/A</c:v>
                </c:pt>
                <c:pt idx="147">
                  <c:v>#N/A</c:v>
                </c:pt>
                <c:pt idx="148">
                  <c:v>#N/A</c:v>
                </c:pt>
                <c:pt idx="149">
                  <c:v>#N/A</c:v>
                </c:pt>
                <c:pt idx="150">
                  <c:v>#N/A</c:v>
                </c:pt>
                <c:pt idx="151">
                  <c:v>#N/A</c:v>
                </c:pt>
                <c:pt idx="152">
                  <c:v>#N/A</c:v>
                </c:pt>
                <c:pt idx="153">
                  <c:v>#N/A</c:v>
                </c:pt>
                <c:pt idx="154">
                  <c:v>#N/A</c:v>
                </c:pt>
                <c:pt idx="155">
                  <c:v>#N/A</c:v>
                </c:pt>
                <c:pt idx="156">
                  <c:v>#N/A</c:v>
                </c:pt>
                <c:pt idx="157">
                  <c:v>#N/A</c:v>
                </c:pt>
                <c:pt idx="158">
                  <c:v>#N/A</c:v>
                </c:pt>
                <c:pt idx="159">
                  <c:v>#N/A</c:v>
                </c:pt>
                <c:pt idx="160">
                  <c:v>#N/A</c:v>
                </c:pt>
                <c:pt idx="161">
                  <c:v>#N/A</c:v>
                </c:pt>
                <c:pt idx="162">
                  <c:v>#N/A</c:v>
                </c:pt>
                <c:pt idx="163">
                  <c:v>#N/A</c:v>
                </c:pt>
                <c:pt idx="164">
                  <c:v>#N/A</c:v>
                </c:pt>
                <c:pt idx="165">
                  <c:v>#N/A</c:v>
                </c:pt>
                <c:pt idx="166">
                  <c:v>#N/A</c:v>
                </c:pt>
                <c:pt idx="167">
                  <c:v>#N/A</c:v>
                </c:pt>
                <c:pt idx="168">
                  <c:v>#N/A</c:v>
                </c:pt>
                <c:pt idx="169">
                  <c:v>8.8464543982372315E-3</c:v>
                </c:pt>
                <c:pt idx="170">
                  <c:v>7.9154515829799686E-3</c:v>
                </c:pt>
                <c:pt idx="171">
                  <c:v>7.0711048860194487E-3</c:v>
                </c:pt>
                <c:pt idx="172">
                  <c:v>6.3067263962659275E-3</c:v>
                </c:pt>
                <c:pt idx="173">
                  <c:v>5.615983595990969E-3</c:v>
                </c:pt>
                <c:pt idx="174">
                  <c:v>4.9928992136123763E-3</c:v>
                </c:pt>
                <c:pt idx="175">
                  <c:v>4.4318484119380075E-3</c:v>
                </c:pt>
                <c:pt idx="176">
                  <c:v>3.9275536289247789E-3</c:v>
                </c:pt>
                <c:pt idx="177">
                  <c:v>3.4750773778549375E-3</c:v>
                </c:pt>
                <c:pt idx="178">
                  <c:v>3.0698133011047403E-3</c:v>
                </c:pt>
                <c:pt idx="179">
                  <c:v>2.7074757568406999E-3</c:v>
                </c:pt>
                <c:pt idx="180">
                  <c:v>2.3840882014648404E-3</c:v>
                </c:pt>
                <c:pt idx="181">
                  <c:v>2.0959706128579419E-3</c:v>
                </c:pt>
                <c:pt idx="182">
                  <c:v>1.8397261808242775E-3</c:v>
                </c:pt>
                <c:pt idx="183">
                  <c:v>1.6122274719771231E-3</c:v>
                </c:pt>
                <c:pt idx="184">
                  <c:v>1.4106022569413824E-3</c:v>
                </c:pt>
                <c:pt idx="185">
                  <c:v>1.2322191684730175E-3</c:v>
                </c:pt>
                <c:pt idx="186">
                  <c:v>1.0746733401537337E-3</c:v>
                </c:pt>
                <c:pt idx="187">
                  <c:v>9.3577215692747804E-4</c:v>
                </c:pt>
                <c:pt idx="188">
                  <c:v>8.1352123108180689E-4</c:v>
                </c:pt>
                <c:pt idx="189">
                  <c:v>7.0611070048803501E-4</c:v>
                </c:pt>
                <c:pt idx="190">
                  <c:v>6.1190193011377092E-4</c:v>
                </c:pt>
                <c:pt idx="191">
                  <c:v>5.2941468309493378E-4</c:v>
                </c:pt>
                <c:pt idx="192">
                  <c:v>4.5731481405985762E-4</c:v>
                </c:pt>
                <c:pt idx="193">
                  <c:v>3.9440252496915693E-4</c:v>
                </c:pt>
                <c:pt idx="194">
                  <c:v>3.3960121248365478E-4</c:v>
                </c:pt>
                <c:pt idx="195">
                  <c:v>2.9194692579146027E-4</c:v>
                </c:pt>
                <c:pt idx="196">
                  <c:v>2.5057844489086075E-4</c:v>
                </c:pt>
                <c:pt idx="197">
                  <c:v>2.1472798150036704E-4</c:v>
                </c:pt>
                <c:pt idx="198">
                  <c:v>1.8371249800245711E-4</c:v>
                </c:pt>
                <c:pt idx="199">
                  <c:v>1.5692563406553226E-4</c:v>
                </c:pt>
                <c:pt idx="200">
                  <c:v>1.3383022576488537E-4</c:v>
                </c:pt>
              </c:numCache>
            </c:numRef>
          </c:val>
        </c:ser>
        <c:dLbls>
          <c:showLegendKey val="0"/>
          <c:showVal val="0"/>
          <c:showCatName val="0"/>
          <c:showSerName val="0"/>
          <c:showPercent val="0"/>
          <c:showBubbleSize val="0"/>
        </c:dLbls>
        <c:gapWidth val="0"/>
        <c:overlap val="100"/>
        <c:axId val="83804928"/>
        <c:axId val="83806464"/>
      </c:barChart>
      <c:lineChart>
        <c:grouping val="standard"/>
        <c:varyColors val="0"/>
        <c:ser>
          <c:idx val="0"/>
          <c:order val="2"/>
          <c:spPr>
            <a:ln w="25400">
              <a:solidFill>
                <a:srgbClr val="000080"/>
              </a:solidFill>
              <a:prstDash val="solid"/>
            </a:ln>
          </c:spPr>
          <c:marker>
            <c:symbol val="none"/>
          </c:marker>
          <c:cat>
            <c:numRef>
              <c:f>Normal!$K$2:$K$202</c:f>
              <c:numCache>
                <c:formatCode>General</c:formatCode>
                <c:ptCount val="201"/>
                <c:pt idx="0">
                  <c:v>-4</c:v>
                </c:pt>
                <c:pt idx="1">
                  <c:v>-3.96</c:v>
                </c:pt>
                <c:pt idx="2">
                  <c:v>-3.92</c:v>
                </c:pt>
                <c:pt idx="3">
                  <c:v>-3.88</c:v>
                </c:pt>
                <c:pt idx="4">
                  <c:v>-3.84</c:v>
                </c:pt>
                <c:pt idx="5">
                  <c:v>-3.8</c:v>
                </c:pt>
                <c:pt idx="6">
                  <c:v>-3.76</c:v>
                </c:pt>
                <c:pt idx="7">
                  <c:v>-3.7199999999999998</c:v>
                </c:pt>
                <c:pt idx="8">
                  <c:v>-3.68</c:v>
                </c:pt>
                <c:pt idx="9">
                  <c:v>-3.64</c:v>
                </c:pt>
                <c:pt idx="10">
                  <c:v>-3.6</c:v>
                </c:pt>
                <c:pt idx="11">
                  <c:v>-3.56</c:v>
                </c:pt>
                <c:pt idx="12">
                  <c:v>-3.52</c:v>
                </c:pt>
                <c:pt idx="13">
                  <c:v>-3.48</c:v>
                </c:pt>
                <c:pt idx="14">
                  <c:v>-3.44</c:v>
                </c:pt>
                <c:pt idx="15">
                  <c:v>-3.4</c:v>
                </c:pt>
                <c:pt idx="16">
                  <c:v>-3.36</c:v>
                </c:pt>
                <c:pt idx="17">
                  <c:v>-3.32</c:v>
                </c:pt>
                <c:pt idx="18">
                  <c:v>-3.2800000000000002</c:v>
                </c:pt>
                <c:pt idx="19">
                  <c:v>-3.24</c:v>
                </c:pt>
                <c:pt idx="20">
                  <c:v>-3.2</c:v>
                </c:pt>
                <c:pt idx="21">
                  <c:v>-3.16</c:v>
                </c:pt>
                <c:pt idx="22">
                  <c:v>-3.12</c:v>
                </c:pt>
                <c:pt idx="23">
                  <c:v>-3.08</c:v>
                </c:pt>
                <c:pt idx="24">
                  <c:v>-3.04</c:v>
                </c:pt>
                <c:pt idx="25">
                  <c:v>-3</c:v>
                </c:pt>
                <c:pt idx="26">
                  <c:v>-2.96</c:v>
                </c:pt>
                <c:pt idx="27">
                  <c:v>-2.92</c:v>
                </c:pt>
                <c:pt idx="28">
                  <c:v>-2.88</c:v>
                </c:pt>
                <c:pt idx="29">
                  <c:v>-2.84</c:v>
                </c:pt>
                <c:pt idx="30">
                  <c:v>-2.8</c:v>
                </c:pt>
                <c:pt idx="31">
                  <c:v>-2.76</c:v>
                </c:pt>
                <c:pt idx="32">
                  <c:v>-2.7199999999999998</c:v>
                </c:pt>
                <c:pt idx="33">
                  <c:v>-2.6799999999999997</c:v>
                </c:pt>
                <c:pt idx="34">
                  <c:v>-2.6399999999999997</c:v>
                </c:pt>
                <c:pt idx="35">
                  <c:v>-2.5999999999999996</c:v>
                </c:pt>
                <c:pt idx="36">
                  <c:v>-2.56</c:v>
                </c:pt>
                <c:pt idx="37">
                  <c:v>-2.52</c:v>
                </c:pt>
                <c:pt idx="38">
                  <c:v>-2.48</c:v>
                </c:pt>
                <c:pt idx="39">
                  <c:v>-2.44</c:v>
                </c:pt>
                <c:pt idx="40">
                  <c:v>-2.4</c:v>
                </c:pt>
                <c:pt idx="41">
                  <c:v>-2.36</c:v>
                </c:pt>
                <c:pt idx="42">
                  <c:v>-2.3200000000000003</c:v>
                </c:pt>
                <c:pt idx="43">
                  <c:v>-2.2800000000000002</c:v>
                </c:pt>
                <c:pt idx="44">
                  <c:v>-2.2400000000000002</c:v>
                </c:pt>
                <c:pt idx="45">
                  <c:v>-2.2000000000000002</c:v>
                </c:pt>
                <c:pt idx="46">
                  <c:v>-2.16</c:v>
                </c:pt>
                <c:pt idx="47">
                  <c:v>-2.12</c:v>
                </c:pt>
                <c:pt idx="48">
                  <c:v>-2.08</c:v>
                </c:pt>
                <c:pt idx="49">
                  <c:v>-2.04</c:v>
                </c:pt>
                <c:pt idx="50">
                  <c:v>-2</c:v>
                </c:pt>
                <c:pt idx="51">
                  <c:v>-1.96</c:v>
                </c:pt>
                <c:pt idx="52">
                  <c:v>-1.92</c:v>
                </c:pt>
                <c:pt idx="53">
                  <c:v>-1.88</c:v>
                </c:pt>
                <c:pt idx="54">
                  <c:v>-1.8399999999999999</c:v>
                </c:pt>
                <c:pt idx="55">
                  <c:v>-1.7999999999999998</c:v>
                </c:pt>
                <c:pt idx="56">
                  <c:v>-1.7599999999999998</c:v>
                </c:pt>
                <c:pt idx="57">
                  <c:v>-1.7199999999999998</c:v>
                </c:pt>
                <c:pt idx="58">
                  <c:v>-1.6800000000000002</c:v>
                </c:pt>
                <c:pt idx="59">
                  <c:v>-1.6400000000000001</c:v>
                </c:pt>
                <c:pt idx="60">
                  <c:v>-1.6</c:v>
                </c:pt>
                <c:pt idx="61">
                  <c:v>-1.56</c:v>
                </c:pt>
                <c:pt idx="62">
                  <c:v>-1.52</c:v>
                </c:pt>
                <c:pt idx="63">
                  <c:v>-1.48</c:v>
                </c:pt>
                <c:pt idx="64">
                  <c:v>-1.44</c:v>
                </c:pt>
                <c:pt idx="65">
                  <c:v>-1.4</c:v>
                </c:pt>
                <c:pt idx="66">
                  <c:v>-1.3599999999999999</c:v>
                </c:pt>
                <c:pt idx="67">
                  <c:v>-1.3199999999999998</c:v>
                </c:pt>
                <c:pt idx="68">
                  <c:v>-1.2799999999999998</c:v>
                </c:pt>
                <c:pt idx="69">
                  <c:v>-1.2399999999999998</c:v>
                </c:pt>
                <c:pt idx="70">
                  <c:v>-1.1999999999999997</c:v>
                </c:pt>
                <c:pt idx="71">
                  <c:v>-1.1600000000000001</c:v>
                </c:pt>
                <c:pt idx="72">
                  <c:v>-1.1200000000000001</c:v>
                </c:pt>
                <c:pt idx="73">
                  <c:v>-1.08</c:v>
                </c:pt>
                <c:pt idx="74">
                  <c:v>-1.04</c:v>
                </c:pt>
                <c:pt idx="75">
                  <c:v>-1</c:v>
                </c:pt>
                <c:pt idx="76">
                  <c:v>-0.96</c:v>
                </c:pt>
                <c:pt idx="77">
                  <c:v>-0.91999999999999993</c:v>
                </c:pt>
                <c:pt idx="78">
                  <c:v>-0.87999999999999989</c:v>
                </c:pt>
                <c:pt idx="79">
                  <c:v>-0.83999999999999986</c:v>
                </c:pt>
                <c:pt idx="80">
                  <c:v>-0.79999999999999982</c:v>
                </c:pt>
                <c:pt idx="81">
                  <c:v>-0.75999999999999979</c:v>
                </c:pt>
                <c:pt idx="82">
                  <c:v>-0.71999999999999975</c:v>
                </c:pt>
                <c:pt idx="83">
                  <c:v>-0.67999999999999972</c:v>
                </c:pt>
                <c:pt idx="84">
                  <c:v>-0.64000000000000012</c:v>
                </c:pt>
                <c:pt idx="85">
                  <c:v>-0.60000000000000009</c:v>
                </c:pt>
                <c:pt idx="86">
                  <c:v>-0.56000000000000005</c:v>
                </c:pt>
                <c:pt idx="87">
                  <c:v>-0.52</c:v>
                </c:pt>
                <c:pt idx="88">
                  <c:v>-0.48</c:v>
                </c:pt>
                <c:pt idx="89">
                  <c:v>-0.43999999999999995</c:v>
                </c:pt>
                <c:pt idx="90">
                  <c:v>-0.39999999999999991</c:v>
                </c:pt>
                <c:pt idx="91">
                  <c:v>-0.35999999999999988</c:v>
                </c:pt>
                <c:pt idx="92">
                  <c:v>-0.31999999999999984</c:v>
                </c:pt>
                <c:pt idx="93">
                  <c:v>-0.2799999999999998</c:v>
                </c:pt>
                <c:pt idx="94">
                  <c:v>-0.23999999999999977</c:v>
                </c:pt>
                <c:pt idx="95">
                  <c:v>-0.19999999999999973</c:v>
                </c:pt>
                <c:pt idx="96">
                  <c:v>-0.16000000000000014</c:v>
                </c:pt>
                <c:pt idx="97">
                  <c:v>-0.12000000000000011</c:v>
                </c:pt>
                <c:pt idx="98">
                  <c:v>-8.0000000000000071E-2</c:v>
                </c:pt>
                <c:pt idx="99">
                  <c:v>-4.0000000000000036E-2</c:v>
                </c:pt>
                <c:pt idx="100">
                  <c:v>0</c:v>
                </c:pt>
                <c:pt idx="101">
                  <c:v>4.0000000000000036E-2</c:v>
                </c:pt>
                <c:pt idx="102">
                  <c:v>8.0000000000000071E-2</c:v>
                </c:pt>
                <c:pt idx="103">
                  <c:v>0.12000000000000011</c:v>
                </c:pt>
                <c:pt idx="104">
                  <c:v>0.16000000000000014</c:v>
                </c:pt>
                <c:pt idx="105">
                  <c:v>0.20000000000000018</c:v>
                </c:pt>
                <c:pt idx="106">
                  <c:v>0.24000000000000021</c:v>
                </c:pt>
                <c:pt idx="107">
                  <c:v>0.28000000000000025</c:v>
                </c:pt>
                <c:pt idx="108">
                  <c:v>0.32000000000000028</c:v>
                </c:pt>
                <c:pt idx="109">
                  <c:v>0.36000000000000032</c:v>
                </c:pt>
                <c:pt idx="110">
                  <c:v>0.40000000000000036</c:v>
                </c:pt>
                <c:pt idx="111">
                  <c:v>0.44000000000000039</c:v>
                </c:pt>
                <c:pt idx="112">
                  <c:v>0.48000000000000043</c:v>
                </c:pt>
                <c:pt idx="113">
                  <c:v>0.52000000000000046</c:v>
                </c:pt>
                <c:pt idx="114">
                  <c:v>0.5600000000000005</c:v>
                </c:pt>
                <c:pt idx="115">
                  <c:v>0.60000000000000053</c:v>
                </c:pt>
                <c:pt idx="116">
                  <c:v>0.63999999999999968</c:v>
                </c:pt>
                <c:pt idx="117">
                  <c:v>0.67999999999999972</c:v>
                </c:pt>
                <c:pt idx="118">
                  <c:v>0.71999999999999975</c:v>
                </c:pt>
                <c:pt idx="119">
                  <c:v>0.75999999999999979</c:v>
                </c:pt>
                <c:pt idx="120">
                  <c:v>0.79999999999999982</c:v>
                </c:pt>
                <c:pt idx="121">
                  <c:v>0.83999999999999986</c:v>
                </c:pt>
                <c:pt idx="122">
                  <c:v>0.87999999999999989</c:v>
                </c:pt>
                <c:pt idx="123">
                  <c:v>0.91999999999999993</c:v>
                </c:pt>
                <c:pt idx="124">
                  <c:v>0.96</c:v>
                </c:pt>
                <c:pt idx="125">
                  <c:v>1</c:v>
                </c:pt>
                <c:pt idx="126">
                  <c:v>1.04</c:v>
                </c:pt>
                <c:pt idx="127">
                  <c:v>1.08</c:v>
                </c:pt>
                <c:pt idx="128">
                  <c:v>1.1200000000000001</c:v>
                </c:pt>
                <c:pt idx="129">
                  <c:v>1.1600000000000001</c:v>
                </c:pt>
                <c:pt idx="130">
                  <c:v>1.2000000000000002</c:v>
                </c:pt>
                <c:pt idx="131">
                  <c:v>1.2400000000000002</c:v>
                </c:pt>
                <c:pt idx="132">
                  <c:v>1.2800000000000002</c:v>
                </c:pt>
                <c:pt idx="133">
                  <c:v>1.3200000000000003</c:v>
                </c:pt>
                <c:pt idx="134">
                  <c:v>1.3600000000000003</c:v>
                </c:pt>
                <c:pt idx="135">
                  <c:v>1.4000000000000004</c:v>
                </c:pt>
                <c:pt idx="136">
                  <c:v>1.4400000000000004</c:v>
                </c:pt>
                <c:pt idx="137">
                  <c:v>1.4800000000000004</c:v>
                </c:pt>
                <c:pt idx="138">
                  <c:v>1.5200000000000005</c:v>
                </c:pt>
                <c:pt idx="139">
                  <c:v>1.5600000000000005</c:v>
                </c:pt>
                <c:pt idx="140">
                  <c:v>1.6000000000000005</c:v>
                </c:pt>
                <c:pt idx="141">
                  <c:v>1.6399999999999997</c:v>
                </c:pt>
                <c:pt idx="142">
                  <c:v>1.6799999999999997</c:v>
                </c:pt>
                <c:pt idx="143">
                  <c:v>1.7199999999999998</c:v>
                </c:pt>
                <c:pt idx="144">
                  <c:v>1.7599999999999998</c:v>
                </c:pt>
                <c:pt idx="145">
                  <c:v>1.7999999999999998</c:v>
                </c:pt>
                <c:pt idx="146">
                  <c:v>1.8399999999999999</c:v>
                </c:pt>
                <c:pt idx="147">
                  <c:v>1.88</c:v>
                </c:pt>
                <c:pt idx="148">
                  <c:v>1.92</c:v>
                </c:pt>
                <c:pt idx="149">
                  <c:v>1.96</c:v>
                </c:pt>
                <c:pt idx="150">
                  <c:v>2</c:v>
                </c:pt>
                <c:pt idx="151">
                  <c:v>2.04</c:v>
                </c:pt>
                <c:pt idx="152">
                  <c:v>2.08</c:v>
                </c:pt>
                <c:pt idx="153">
                  <c:v>2.12</c:v>
                </c:pt>
                <c:pt idx="154">
                  <c:v>2.16</c:v>
                </c:pt>
                <c:pt idx="155">
                  <c:v>2.2000000000000002</c:v>
                </c:pt>
                <c:pt idx="156">
                  <c:v>2.2400000000000002</c:v>
                </c:pt>
                <c:pt idx="157">
                  <c:v>2.2800000000000002</c:v>
                </c:pt>
                <c:pt idx="158">
                  <c:v>2.3200000000000003</c:v>
                </c:pt>
                <c:pt idx="159">
                  <c:v>2.3600000000000003</c:v>
                </c:pt>
                <c:pt idx="160">
                  <c:v>2.4000000000000004</c:v>
                </c:pt>
                <c:pt idx="161">
                  <c:v>2.4400000000000004</c:v>
                </c:pt>
                <c:pt idx="162">
                  <c:v>2.4800000000000004</c:v>
                </c:pt>
                <c:pt idx="163">
                  <c:v>2.5200000000000005</c:v>
                </c:pt>
                <c:pt idx="164">
                  <c:v>2.5600000000000005</c:v>
                </c:pt>
                <c:pt idx="165">
                  <c:v>2.6000000000000005</c:v>
                </c:pt>
                <c:pt idx="166">
                  <c:v>2.6400000000000006</c:v>
                </c:pt>
                <c:pt idx="167">
                  <c:v>2.6799999999999997</c:v>
                </c:pt>
                <c:pt idx="168">
                  <c:v>2.7199999999999998</c:v>
                </c:pt>
                <c:pt idx="169">
                  <c:v>2.76</c:v>
                </c:pt>
                <c:pt idx="170">
                  <c:v>2.8</c:v>
                </c:pt>
                <c:pt idx="171">
                  <c:v>2.84</c:v>
                </c:pt>
                <c:pt idx="172">
                  <c:v>2.88</c:v>
                </c:pt>
                <c:pt idx="173">
                  <c:v>2.92</c:v>
                </c:pt>
                <c:pt idx="174">
                  <c:v>2.96</c:v>
                </c:pt>
                <c:pt idx="175">
                  <c:v>3</c:v>
                </c:pt>
                <c:pt idx="176">
                  <c:v>3.04</c:v>
                </c:pt>
                <c:pt idx="177">
                  <c:v>3.08</c:v>
                </c:pt>
                <c:pt idx="178">
                  <c:v>3.12</c:v>
                </c:pt>
                <c:pt idx="179">
                  <c:v>3.16</c:v>
                </c:pt>
                <c:pt idx="180">
                  <c:v>3.2</c:v>
                </c:pt>
                <c:pt idx="181">
                  <c:v>3.24</c:v>
                </c:pt>
                <c:pt idx="182">
                  <c:v>3.2800000000000002</c:v>
                </c:pt>
                <c:pt idx="183">
                  <c:v>3.3200000000000003</c:v>
                </c:pt>
                <c:pt idx="184">
                  <c:v>3.3600000000000003</c:v>
                </c:pt>
                <c:pt idx="185">
                  <c:v>3.4000000000000004</c:v>
                </c:pt>
                <c:pt idx="186">
                  <c:v>3.4400000000000004</c:v>
                </c:pt>
                <c:pt idx="187">
                  <c:v>3.4800000000000004</c:v>
                </c:pt>
                <c:pt idx="188">
                  <c:v>3.5200000000000005</c:v>
                </c:pt>
                <c:pt idx="189">
                  <c:v>3.5600000000000005</c:v>
                </c:pt>
                <c:pt idx="190">
                  <c:v>3.6000000000000005</c:v>
                </c:pt>
                <c:pt idx="191">
                  <c:v>3.6400000000000006</c:v>
                </c:pt>
                <c:pt idx="192">
                  <c:v>3.6799999999999997</c:v>
                </c:pt>
                <c:pt idx="193">
                  <c:v>3.7199999999999998</c:v>
                </c:pt>
                <c:pt idx="194">
                  <c:v>3.76</c:v>
                </c:pt>
                <c:pt idx="195">
                  <c:v>3.8</c:v>
                </c:pt>
                <c:pt idx="196">
                  <c:v>3.84</c:v>
                </c:pt>
                <c:pt idx="197">
                  <c:v>3.88</c:v>
                </c:pt>
                <c:pt idx="198">
                  <c:v>3.92</c:v>
                </c:pt>
                <c:pt idx="199">
                  <c:v>3.96</c:v>
                </c:pt>
                <c:pt idx="200">
                  <c:v>4</c:v>
                </c:pt>
              </c:numCache>
            </c:numRef>
          </c:cat>
          <c:val>
            <c:numRef>
              <c:f>Normal!$L$2:$L$202</c:f>
              <c:numCache>
                <c:formatCode>General</c:formatCode>
                <c:ptCount val="201"/>
                <c:pt idx="0">
                  <c:v>1.3383022576488537E-4</c:v>
                </c:pt>
                <c:pt idx="1">
                  <c:v>1.5692563406553226E-4</c:v>
                </c:pt>
                <c:pt idx="2">
                  <c:v>1.8371249800245711E-4</c:v>
                </c:pt>
                <c:pt idx="3">
                  <c:v>2.1472798150036704E-4</c:v>
                </c:pt>
                <c:pt idx="4">
                  <c:v>2.5057844489086075E-4</c:v>
                </c:pt>
                <c:pt idx="5">
                  <c:v>2.9194692579146027E-4</c:v>
                </c:pt>
                <c:pt idx="6">
                  <c:v>3.3960121248365478E-4</c:v>
                </c:pt>
                <c:pt idx="7">
                  <c:v>3.9440252496915693E-4</c:v>
                </c:pt>
                <c:pt idx="8">
                  <c:v>4.5731481405985675E-4</c:v>
                </c:pt>
                <c:pt idx="9">
                  <c:v>5.2941468309493475E-4</c:v>
                </c:pt>
                <c:pt idx="10">
                  <c:v>6.119019301137719E-4</c:v>
                </c:pt>
                <c:pt idx="11">
                  <c:v>7.061107004880362E-4</c:v>
                </c:pt>
                <c:pt idx="12">
                  <c:v>8.1352123108180841E-4</c:v>
                </c:pt>
                <c:pt idx="13">
                  <c:v>9.3577215692747977E-4</c:v>
                </c:pt>
                <c:pt idx="14">
                  <c:v>1.0746733401537356E-3</c:v>
                </c:pt>
                <c:pt idx="15">
                  <c:v>1.2322191684730199E-3</c:v>
                </c:pt>
                <c:pt idx="16">
                  <c:v>1.4106022569413848E-3</c:v>
                </c:pt>
                <c:pt idx="17">
                  <c:v>1.6122274719771244E-3</c:v>
                </c:pt>
                <c:pt idx="18">
                  <c:v>1.8397261808242775E-3</c:v>
                </c:pt>
                <c:pt idx="19">
                  <c:v>2.0959706128579419E-3</c:v>
                </c:pt>
                <c:pt idx="20">
                  <c:v>2.3840882014648404E-3</c:v>
                </c:pt>
                <c:pt idx="21">
                  <c:v>2.7074757568406999E-3</c:v>
                </c:pt>
                <c:pt idx="22">
                  <c:v>3.0698133011047403E-3</c:v>
                </c:pt>
                <c:pt idx="23">
                  <c:v>3.4750773778549375E-3</c:v>
                </c:pt>
                <c:pt idx="24">
                  <c:v>3.9275536289247789E-3</c:v>
                </c:pt>
                <c:pt idx="25">
                  <c:v>4.4318484119380075E-3</c:v>
                </c:pt>
                <c:pt idx="26">
                  <c:v>4.9928992136123763E-3</c:v>
                </c:pt>
                <c:pt idx="27">
                  <c:v>5.615983595990969E-3</c:v>
                </c:pt>
                <c:pt idx="28">
                  <c:v>6.3067263962659275E-3</c:v>
                </c:pt>
                <c:pt idx="29">
                  <c:v>7.0711048860194487E-3</c:v>
                </c:pt>
                <c:pt idx="30">
                  <c:v>7.9154515829799686E-3</c:v>
                </c:pt>
                <c:pt idx="31">
                  <c:v>8.8464543982372315E-3</c:v>
                </c:pt>
                <c:pt idx="32">
                  <c:v>9.8711537947511439E-3</c:v>
                </c:pt>
                <c:pt idx="33">
                  <c:v>1.0996936629405587E-2</c:v>
                </c:pt>
                <c:pt idx="34">
                  <c:v>1.2231526351277987E-2</c:v>
                </c:pt>
                <c:pt idx="35">
                  <c:v>1.3582969233685634E-2</c:v>
                </c:pt>
                <c:pt idx="36">
                  <c:v>1.5059616327377449E-2</c:v>
                </c:pt>
                <c:pt idx="37">
                  <c:v>1.6670100837381057E-2</c:v>
                </c:pt>
                <c:pt idx="38">
                  <c:v>1.8423310646862048E-2</c:v>
                </c:pt>
                <c:pt idx="39">
                  <c:v>2.0328355738225837E-2</c:v>
                </c:pt>
                <c:pt idx="40">
                  <c:v>2.2394530294842899E-2</c:v>
                </c:pt>
                <c:pt idx="41">
                  <c:v>2.4631269306382507E-2</c:v>
                </c:pt>
                <c:pt idx="42">
                  <c:v>2.7048099546881761E-2</c:v>
                </c:pt>
                <c:pt idx="43">
                  <c:v>2.965458484734125E-2</c:v>
                </c:pt>
                <c:pt idx="44">
                  <c:v>3.2460265643697445E-2</c:v>
                </c:pt>
                <c:pt idx="45">
                  <c:v>3.5474592846231424E-2</c:v>
                </c:pt>
                <c:pt idx="46">
                  <c:v>3.8706856147455608E-2</c:v>
                </c:pt>
                <c:pt idx="47">
                  <c:v>4.2166106961770311E-2</c:v>
                </c:pt>
                <c:pt idx="48">
                  <c:v>4.5861076271054887E-2</c:v>
                </c:pt>
                <c:pt idx="49">
                  <c:v>4.9800087735070775E-2</c:v>
                </c:pt>
                <c:pt idx="50">
                  <c:v>5.3990966513188063E-2</c:v>
                </c:pt>
                <c:pt idx="51">
                  <c:v>5.8440944333451469E-2</c:v>
                </c:pt>
                <c:pt idx="52">
                  <c:v>6.3156561435198655E-2</c:v>
                </c:pt>
                <c:pt idx="53">
                  <c:v>6.8143566101044578E-2</c:v>
                </c:pt>
                <c:pt idx="54">
                  <c:v>7.3406812581656919E-2</c:v>
                </c:pt>
                <c:pt idx="55">
                  <c:v>7.8950158300894177E-2</c:v>
                </c:pt>
                <c:pt idx="56">
                  <c:v>8.4776361308022255E-2</c:v>
                </c:pt>
                <c:pt idx="57">
                  <c:v>9.0886979016282898E-2</c:v>
                </c:pt>
                <c:pt idx="58">
                  <c:v>9.7282269331467469E-2</c:v>
                </c:pt>
                <c:pt idx="59">
                  <c:v>0.10396109532876419</c:v>
                </c:pt>
                <c:pt idx="60">
                  <c:v>0.11092083467945554</c:v>
                </c:pt>
                <c:pt idx="61">
                  <c:v>0.11815729505958227</c:v>
                </c:pt>
                <c:pt idx="62">
                  <c:v>0.12566463678908815</c:v>
                </c:pt>
                <c:pt idx="63">
                  <c:v>0.13343530395100231</c:v>
                </c:pt>
                <c:pt idx="64">
                  <c:v>0.14145996522483878</c:v>
                </c:pt>
                <c:pt idx="65">
                  <c:v>0.14972746563574488</c:v>
                </c:pt>
                <c:pt idx="66">
                  <c:v>0.15822479037038306</c:v>
                </c:pt>
                <c:pt idx="67">
                  <c:v>0.16693704174171387</c:v>
                </c:pt>
                <c:pt idx="68">
                  <c:v>0.17584743029766242</c:v>
                </c:pt>
                <c:pt idx="69">
                  <c:v>0.18493728096330536</c:v>
                </c:pt>
                <c:pt idx="70">
                  <c:v>0.19418605498321304</c:v>
                </c:pt>
                <c:pt idx="71">
                  <c:v>0.20357138829075938</c:v>
                </c:pt>
                <c:pt idx="72">
                  <c:v>0.21306914677571784</c:v>
                </c:pt>
                <c:pt idx="73">
                  <c:v>0.22265349875176113</c:v>
                </c:pt>
                <c:pt idx="74">
                  <c:v>0.2322970047433662</c:v>
                </c:pt>
                <c:pt idx="75">
                  <c:v>0.24197072451914337</c:v>
                </c:pt>
                <c:pt idx="76">
                  <c:v>0.25164434109811712</c:v>
                </c:pt>
                <c:pt idx="77">
                  <c:v>0.26128630124955315</c:v>
                </c:pt>
                <c:pt idx="78">
                  <c:v>0.27086397179833804</c:v>
                </c:pt>
                <c:pt idx="79">
                  <c:v>0.28034381083962062</c:v>
                </c:pt>
                <c:pt idx="80">
                  <c:v>0.28969155276148278</c:v>
                </c:pt>
                <c:pt idx="81">
                  <c:v>0.29887240577595287</c:v>
                </c:pt>
                <c:pt idx="82">
                  <c:v>0.30785126046985301</c:v>
                </c:pt>
                <c:pt idx="83">
                  <c:v>0.31659290771089288</c:v>
                </c:pt>
                <c:pt idx="84">
                  <c:v>0.32506226408408212</c:v>
                </c:pt>
                <c:pt idx="85">
                  <c:v>0.33322460289179967</c:v>
                </c:pt>
                <c:pt idx="86">
                  <c:v>0.34104578863035256</c:v>
                </c:pt>
                <c:pt idx="87">
                  <c:v>0.34849251275897447</c:v>
                </c:pt>
                <c:pt idx="88">
                  <c:v>0.35553252850599709</c:v>
                </c:pt>
                <c:pt idx="89">
                  <c:v>0.36213488241309222</c:v>
                </c:pt>
                <c:pt idx="90">
                  <c:v>0.36827014030332339</c:v>
                </c:pt>
                <c:pt idx="91">
                  <c:v>0.37391060537312842</c:v>
                </c:pt>
                <c:pt idx="92">
                  <c:v>0.37903052615270172</c:v>
                </c:pt>
                <c:pt idx="93">
                  <c:v>0.38360629215347858</c:v>
                </c:pt>
                <c:pt idx="94">
                  <c:v>0.38761661512501416</c:v>
                </c:pt>
                <c:pt idx="95">
                  <c:v>0.39104269397545594</c:v>
                </c:pt>
                <c:pt idx="96">
                  <c:v>0.39386836156854083</c:v>
                </c:pt>
                <c:pt idx="97">
                  <c:v>0.3960802117936561</c:v>
                </c:pt>
                <c:pt idx="98">
                  <c:v>0.39766770551160885</c:v>
                </c:pt>
                <c:pt idx="99">
                  <c:v>0.39862325420460504</c:v>
                </c:pt>
                <c:pt idx="100">
                  <c:v>0.3989422804014327</c:v>
                </c:pt>
                <c:pt idx="101">
                  <c:v>0.39862325420460504</c:v>
                </c:pt>
                <c:pt idx="102">
                  <c:v>0.39766770551160885</c:v>
                </c:pt>
                <c:pt idx="103">
                  <c:v>0.3960802117936561</c:v>
                </c:pt>
                <c:pt idx="104">
                  <c:v>0.39386836156854083</c:v>
                </c:pt>
                <c:pt idx="105">
                  <c:v>0.39104269397545588</c:v>
                </c:pt>
                <c:pt idx="106">
                  <c:v>0.38761661512501411</c:v>
                </c:pt>
                <c:pt idx="107">
                  <c:v>0.38360629215347852</c:v>
                </c:pt>
                <c:pt idx="108">
                  <c:v>0.37903052615270166</c:v>
                </c:pt>
                <c:pt idx="109">
                  <c:v>0.37391060537312837</c:v>
                </c:pt>
                <c:pt idx="110">
                  <c:v>0.36827014030332328</c:v>
                </c:pt>
                <c:pt idx="111">
                  <c:v>0.36213488241309216</c:v>
                </c:pt>
                <c:pt idx="112">
                  <c:v>0.35553252850599704</c:v>
                </c:pt>
                <c:pt idx="113">
                  <c:v>0.34849251275897447</c:v>
                </c:pt>
                <c:pt idx="114">
                  <c:v>0.34104578863035245</c:v>
                </c:pt>
                <c:pt idx="115">
                  <c:v>0.33322460289179956</c:v>
                </c:pt>
                <c:pt idx="116">
                  <c:v>0.32506226408408218</c:v>
                </c:pt>
                <c:pt idx="117">
                  <c:v>0.31659290771089288</c:v>
                </c:pt>
                <c:pt idx="118">
                  <c:v>0.30785126046985301</c:v>
                </c:pt>
                <c:pt idx="119">
                  <c:v>0.29887240577595287</c:v>
                </c:pt>
                <c:pt idx="120">
                  <c:v>0.28969155276148278</c:v>
                </c:pt>
                <c:pt idx="121">
                  <c:v>0.28034381083962062</c:v>
                </c:pt>
                <c:pt idx="122">
                  <c:v>0.27086397179833804</c:v>
                </c:pt>
                <c:pt idx="123">
                  <c:v>0.26128630124955315</c:v>
                </c:pt>
                <c:pt idx="124">
                  <c:v>0.25164434109811712</c:v>
                </c:pt>
                <c:pt idx="125">
                  <c:v>0.24197072451914337</c:v>
                </c:pt>
                <c:pt idx="126">
                  <c:v>0.2322970047433662</c:v>
                </c:pt>
                <c:pt idx="127">
                  <c:v>0.22265349875176113</c:v>
                </c:pt>
                <c:pt idx="128">
                  <c:v>0.21306914677571784</c:v>
                </c:pt>
                <c:pt idx="129">
                  <c:v>0.20357138829075938</c:v>
                </c:pt>
                <c:pt idx="130">
                  <c:v>0.19418605498321292</c:v>
                </c:pt>
                <c:pt idx="131">
                  <c:v>0.18493728096330525</c:v>
                </c:pt>
                <c:pt idx="132">
                  <c:v>0.17584743029766231</c:v>
                </c:pt>
                <c:pt idx="133">
                  <c:v>0.16693704174171375</c:v>
                </c:pt>
                <c:pt idx="134">
                  <c:v>0.15822479037038298</c:v>
                </c:pt>
                <c:pt idx="135">
                  <c:v>0.14972746563574479</c:v>
                </c:pt>
                <c:pt idx="136">
                  <c:v>0.1414599652248387</c:v>
                </c:pt>
                <c:pt idx="137">
                  <c:v>0.1334353039510022</c:v>
                </c:pt>
                <c:pt idx="138">
                  <c:v>0.12566463678908804</c:v>
                </c:pt>
                <c:pt idx="139">
                  <c:v>0.11815729505958221</c:v>
                </c:pt>
                <c:pt idx="140">
                  <c:v>0.11092083467945546</c:v>
                </c:pt>
                <c:pt idx="141">
                  <c:v>0.10396109532876426</c:v>
                </c:pt>
                <c:pt idx="142">
                  <c:v>9.7282269331467539E-2</c:v>
                </c:pt>
                <c:pt idx="143">
                  <c:v>9.0886979016282898E-2</c:v>
                </c:pt>
                <c:pt idx="144">
                  <c:v>8.4776361308022255E-2</c:v>
                </c:pt>
                <c:pt idx="145">
                  <c:v>7.8950158300894177E-2</c:v>
                </c:pt>
                <c:pt idx="146">
                  <c:v>7.3406812581656919E-2</c:v>
                </c:pt>
                <c:pt idx="147">
                  <c:v>6.8143566101044578E-2</c:v>
                </c:pt>
                <c:pt idx="148">
                  <c:v>6.3156561435198655E-2</c:v>
                </c:pt>
                <c:pt idx="149">
                  <c:v>5.8440944333451469E-2</c:v>
                </c:pt>
                <c:pt idx="150">
                  <c:v>5.3990966513188063E-2</c:v>
                </c:pt>
                <c:pt idx="151">
                  <c:v>4.9800087735070775E-2</c:v>
                </c:pt>
                <c:pt idx="152">
                  <c:v>4.5861076271054887E-2</c:v>
                </c:pt>
                <c:pt idx="153">
                  <c:v>4.2166106961770311E-2</c:v>
                </c:pt>
                <c:pt idx="154">
                  <c:v>3.8706856147455608E-2</c:v>
                </c:pt>
                <c:pt idx="155">
                  <c:v>3.5474592846231424E-2</c:v>
                </c:pt>
                <c:pt idx="156">
                  <c:v>3.2460265643697445E-2</c:v>
                </c:pt>
                <c:pt idx="157">
                  <c:v>2.965458484734125E-2</c:v>
                </c:pt>
                <c:pt idx="158">
                  <c:v>2.7048099546881761E-2</c:v>
                </c:pt>
                <c:pt idx="159">
                  <c:v>2.4631269306382486E-2</c:v>
                </c:pt>
                <c:pt idx="160">
                  <c:v>2.2394530294842882E-2</c:v>
                </c:pt>
                <c:pt idx="161">
                  <c:v>2.032835573822582E-2</c:v>
                </c:pt>
                <c:pt idx="162">
                  <c:v>1.8423310646862031E-2</c:v>
                </c:pt>
                <c:pt idx="163">
                  <c:v>1.6670100837381043E-2</c:v>
                </c:pt>
                <c:pt idx="164">
                  <c:v>1.505961632737743E-2</c:v>
                </c:pt>
                <c:pt idx="165">
                  <c:v>1.3582969233685602E-2</c:v>
                </c:pt>
                <c:pt idx="166">
                  <c:v>1.2231526351277954E-2</c:v>
                </c:pt>
                <c:pt idx="167">
                  <c:v>1.0996936629405587E-2</c:v>
                </c:pt>
                <c:pt idx="168">
                  <c:v>9.8711537947511439E-3</c:v>
                </c:pt>
                <c:pt idx="169">
                  <c:v>8.8464543982372315E-3</c:v>
                </c:pt>
                <c:pt idx="170">
                  <c:v>7.9154515829799686E-3</c:v>
                </c:pt>
                <c:pt idx="171">
                  <c:v>7.0711048860194487E-3</c:v>
                </c:pt>
                <c:pt idx="172">
                  <c:v>6.3067263962659275E-3</c:v>
                </c:pt>
                <c:pt idx="173">
                  <c:v>5.615983595990969E-3</c:v>
                </c:pt>
                <c:pt idx="174">
                  <c:v>4.9928992136123763E-3</c:v>
                </c:pt>
                <c:pt idx="175">
                  <c:v>4.4318484119380075E-3</c:v>
                </c:pt>
                <c:pt idx="176">
                  <c:v>3.9275536289247789E-3</c:v>
                </c:pt>
                <c:pt idx="177">
                  <c:v>3.4750773778549375E-3</c:v>
                </c:pt>
                <c:pt idx="178">
                  <c:v>3.0698133011047403E-3</c:v>
                </c:pt>
                <c:pt idx="179">
                  <c:v>2.7074757568406999E-3</c:v>
                </c:pt>
                <c:pt idx="180">
                  <c:v>2.3840882014648404E-3</c:v>
                </c:pt>
                <c:pt idx="181">
                  <c:v>2.0959706128579419E-3</c:v>
                </c:pt>
                <c:pt idx="182">
                  <c:v>1.8397261808242775E-3</c:v>
                </c:pt>
                <c:pt idx="183">
                  <c:v>1.6122274719771231E-3</c:v>
                </c:pt>
                <c:pt idx="184">
                  <c:v>1.4106022569413824E-3</c:v>
                </c:pt>
                <c:pt idx="185">
                  <c:v>1.2322191684730175E-3</c:v>
                </c:pt>
                <c:pt idx="186">
                  <c:v>1.0746733401537337E-3</c:v>
                </c:pt>
                <c:pt idx="187">
                  <c:v>9.3577215692747804E-4</c:v>
                </c:pt>
                <c:pt idx="188">
                  <c:v>8.1352123108180689E-4</c:v>
                </c:pt>
                <c:pt idx="189">
                  <c:v>7.0611070048803501E-4</c:v>
                </c:pt>
                <c:pt idx="190">
                  <c:v>6.1190193011377092E-4</c:v>
                </c:pt>
                <c:pt idx="191">
                  <c:v>5.2941468309493378E-4</c:v>
                </c:pt>
                <c:pt idx="192">
                  <c:v>4.5731481405985762E-4</c:v>
                </c:pt>
                <c:pt idx="193">
                  <c:v>3.9440252496915693E-4</c:v>
                </c:pt>
                <c:pt idx="194">
                  <c:v>3.3960121248365478E-4</c:v>
                </c:pt>
                <c:pt idx="195">
                  <c:v>2.9194692579146027E-4</c:v>
                </c:pt>
                <c:pt idx="196">
                  <c:v>2.5057844489086075E-4</c:v>
                </c:pt>
                <c:pt idx="197">
                  <c:v>2.1472798150036704E-4</c:v>
                </c:pt>
                <c:pt idx="198">
                  <c:v>1.8371249800245711E-4</c:v>
                </c:pt>
                <c:pt idx="199">
                  <c:v>1.5692563406553226E-4</c:v>
                </c:pt>
                <c:pt idx="200">
                  <c:v>1.3383022576488537E-4</c:v>
                </c:pt>
              </c:numCache>
            </c:numRef>
          </c:val>
          <c:smooth val="1"/>
        </c:ser>
        <c:ser>
          <c:idx val="4"/>
          <c:order val="3"/>
          <c:spPr>
            <a:ln w="28575">
              <a:noFill/>
            </a:ln>
          </c:spPr>
          <c:marker>
            <c:symbol val="plus"/>
            <c:size val="5"/>
            <c:spPr>
              <a:noFill/>
              <a:ln>
                <a:solidFill>
                  <a:srgbClr val="000000"/>
                </a:solidFill>
                <a:prstDash val="solid"/>
              </a:ln>
            </c:spPr>
          </c:marker>
          <c:dLbls>
            <c:dLbl>
              <c:idx val="35"/>
              <c:layout/>
              <c:tx>
                <c:rich>
                  <a:bodyPr/>
                  <a:lstStyle/>
                  <a:p>
                    <a:r>
                      <a:rPr lang="en-US"/>
                      <a:t>-2.58</a:t>
                    </a:r>
                  </a:p>
                </c:rich>
              </c:tx>
              <c:dLblPos val="b"/>
              <c:showLegendKey val="0"/>
              <c:showVal val="0"/>
              <c:showCatName val="1"/>
              <c:showSerName val="0"/>
              <c:showPercent val="0"/>
              <c:showBubbleSize val="0"/>
            </c:dLbl>
            <c:dLbl>
              <c:idx val="42"/>
              <c:layout/>
              <c:tx>
                <c:rich>
                  <a:bodyPr/>
                  <a:lstStyle/>
                  <a:p>
                    <a:r>
                      <a:rPr lang="en-US"/>
                      <a:t>-2.33</a:t>
                    </a:r>
                  </a:p>
                </c:rich>
              </c:tx>
              <c:dLblPos val="b"/>
              <c:showLegendKey val="0"/>
              <c:showVal val="0"/>
              <c:showCatName val="1"/>
              <c:showSerName val="0"/>
              <c:showPercent val="0"/>
              <c:showBubbleSize val="0"/>
            </c:dLbl>
            <c:dLbl>
              <c:idx val="59"/>
              <c:layout/>
              <c:tx>
                <c:rich>
                  <a:bodyPr/>
                  <a:lstStyle/>
                  <a:p>
                    <a:r>
                      <a:rPr lang="en-US"/>
                      <a:t>-1.645</a:t>
                    </a:r>
                  </a:p>
                </c:rich>
              </c:tx>
              <c:dLblPos val="b"/>
              <c:showLegendKey val="0"/>
              <c:showVal val="0"/>
              <c:showCatName val="1"/>
              <c:showSerName val="0"/>
              <c:showPercent val="0"/>
              <c:showBubbleSize val="0"/>
            </c:dLbl>
            <c:dLbl>
              <c:idx val="141"/>
              <c:layout/>
              <c:tx>
                <c:rich>
                  <a:bodyPr/>
                  <a:lstStyle/>
                  <a:p>
                    <a:r>
                      <a:rPr lang="en-US"/>
                      <a:t>1.645</a:t>
                    </a:r>
                  </a:p>
                </c:rich>
              </c:tx>
              <c:dLblPos val="b"/>
              <c:showLegendKey val="0"/>
              <c:showVal val="0"/>
              <c:showCatName val="1"/>
              <c:showSerName val="0"/>
              <c:showPercent val="0"/>
              <c:showBubbleSize val="0"/>
            </c:dLbl>
            <c:dLbl>
              <c:idx val="158"/>
              <c:layout/>
              <c:tx>
                <c:rich>
                  <a:bodyPr/>
                  <a:lstStyle/>
                  <a:p>
                    <a:r>
                      <a:rPr lang="en-US"/>
                      <a:t>2.33</a:t>
                    </a:r>
                  </a:p>
                </c:rich>
              </c:tx>
              <c:dLblPos val="b"/>
              <c:showLegendKey val="0"/>
              <c:showVal val="0"/>
              <c:showCatName val="1"/>
              <c:showSerName val="0"/>
              <c:showPercent val="0"/>
              <c:showBubbleSize val="0"/>
            </c:dLbl>
            <c:dLbl>
              <c:idx val="164"/>
              <c:layout/>
              <c:tx>
                <c:rich>
                  <a:bodyPr/>
                  <a:lstStyle/>
                  <a:p>
                    <a:r>
                      <a:rPr lang="en-US"/>
                      <a:t>2.58</a:t>
                    </a:r>
                  </a:p>
                </c:rich>
              </c:tx>
              <c:dLblPos val="b"/>
              <c:showLegendKey val="0"/>
              <c:showVal val="0"/>
              <c:showCatName val="1"/>
              <c:showSerName val="0"/>
              <c:showPercent val="0"/>
              <c:showBubbleSize val="0"/>
            </c:dLbl>
            <c:dLbl>
              <c:idx val="169"/>
              <c:layout/>
              <c:tx>
                <c:rich>
                  <a:bodyPr/>
                  <a:lstStyle/>
                  <a:p>
                    <a:r>
                      <a:rPr lang="en-US"/>
                      <a:t>2.75</a:t>
                    </a:r>
                  </a:p>
                </c:rich>
              </c:tx>
              <c:dLblPos val="b"/>
              <c:showLegendKey val="0"/>
              <c:showVal val="0"/>
              <c:showCatName val="1"/>
              <c:showSerName val="0"/>
              <c:showPercent val="0"/>
              <c:showBubbleSize val="0"/>
            </c:dLbl>
            <c:txPr>
              <a:bodyPr rot="0" vert="horz"/>
              <a:lstStyle/>
              <a:p>
                <a:pPr algn="ctr">
                  <a:defRPr sz="1100" b="1"/>
                </a:pPr>
                <a:endParaRPr lang="en-US"/>
              </a:p>
            </c:txPr>
            <c:dLblPos val="b"/>
            <c:showLegendKey val="0"/>
            <c:showVal val="0"/>
            <c:showCatName val="1"/>
            <c:showSerName val="0"/>
            <c:showPercent val="0"/>
            <c:showBubbleSize val="0"/>
            <c:showLeaderLines val="0"/>
          </c:dLbls>
          <c:cat>
            <c:strRef>
              <c:f>Normal!$O$2:$O$202</c:f>
              <c:strCache>
                <c:ptCount val="201"/>
                <c:pt idx="0">
                  <c:v>-4</c:v>
                </c:pt>
                <c:pt idx="100">
                  <c:v>0</c:v>
                </c:pt>
                <c:pt idx="141">
                  <c:v>1.645</c:v>
                </c:pt>
                <c:pt idx="169">
                  <c:v>2.75</c:v>
                </c:pt>
                <c:pt idx="200">
                  <c:v>4</c:v>
                </c:pt>
              </c:strCache>
            </c:strRef>
          </c:cat>
          <c:val>
            <c:numRef>
              <c:f>Normal!$P$2:$P$202</c:f>
              <c:numCache>
                <c:formatCode>General</c:formatCode>
                <c:ptCount val="201"/>
                <c:pt idx="0">
                  <c:v>0</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0</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0</c:v>
                </c:pt>
                <c:pt idx="142">
                  <c:v>#N/A</c:v>
                </c:pt>
                <c:pt idx="143">
                  <c:v>#N/A</c:v>
                </c:pt>
                <c:pt idx="144">
                  <c:v>#N/A</c:v>
                </c:pt>
                <c:pt idx="145">
                  <c:v>#N/A</c:v>
                </c:pt>
                <c:pt idx="146">
                  <c:v>#N/A</c:v>
                </c:pt>
                <c:pt idx="147">
                  <c:v>#N/A</c:v>
                </c:pt>
                <c:pt idx="148">
                  <c:v>#N/A</c:v>
                </c:pt>
                <c:pt idx="149">
                  <c:v>#N/A</c:v>
                </c:pt>
                <c:pt idx="150">
                  <c:v>#N/A</c:v>
                </c:pt>
                <c:pt idx="151">
                  <c:v>#N/A</c:v>
                </c:pt>
                <c:pt idx="152">
                  <c:v>#N/A</c:v>
                </c:pt>
                <c:pt idx="153">
                  <c:v>#N/A</c:v>
                </c:pt>
                <c:pt idx="154">
                  <c:v>#N/A</c:v>
                </c:pt>
                <c:pt idx="155">
                  <c:v>#N/A</c:v>
                </c:pt>
                <c:pt idx="156">
                  <c:v>#N/A</c:v>
                </c:pt>
                <c:pt idx="157">
                  <c:v>#N/A</c:v>
                </c:pt>
                <c:pt idx="158">
                  <c:v>#N/A</c:v>
                </c:pt>
                <c:pt idx="159">
                  <c:v>#N/A</c:v>
                </c:pt>
                <c:pt idx="160">
                  <c:v>#N/A</c:v>
                </c:pt>
                <c:pt idx="161">
                  <c:v>#N/A</c:v>
                </c:pt>
                <c:pt idx="162">
                  <c:v>#N/A</c:v>
                </c:pt>
                <c:pt idx="163">
                  <c:v>#N/A</c:v>
                </c:pt>
                <c:pt idx="164">
                  <c:v>#N/A</c:v>
                </c:pt>
                <c:pt idx="165">
                  <c:v>#N/A</c:v>
                </c:pt>
                <c:pt idx="166">
                  <c:v>#N/A</c:v>
                </c:pt>
                <c:pt idx="167">
                  <c:v>#N/A</c:v>
                </c:pt>
                <c:pt idx="168">
                  <c:v>#N/A</c:v>
                </c:pt>
                <c:pt idx="169">
                  <c:v>0</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0</c:v>
                </c:pt>
              </c:numCache>
            </c:numRef>
          </c:val>
          <c:smooth val="0"/>
        </c:ser>
        <c:dLbls>
          <c:showLegendKey val="0"/>
          <c:showVal val="0"/>
          <c:showCatName val="0"/>
          <c:showSerName val="0"/>
          <c:showPercent val="0"/>
          <c:showBubbleSize val="0"/>
        </c:dLbls>
        <c:marker val="1"/>
        <c:smooth val="0"/>
        <c:axId val="83804928"/>
        <c:axId val="83806464"/>
      </c:lineChart>
      <c:catAx>
        <c:axId val="83804928"/>
        <c:scaling>
          <c:orientation val="minMax"/>
        </c:scaling>
        <c:delete val="0"/>
        <c:axPos val="b"/>
        <c:numFmt formatCode="General" sourceLinked="1"/>
        <c:majorTickMark val="none"/>
        <c:minorTickMark val="none"/>
        <c:tickLblPos val="none"/>
        <c:spPr>
          <a:ln w="3175">
            <a:solidFill>
              <a:srgbClr val="000000"/>
            </a:solidFill>
            <a:prstDash val="solid"/>
          </a:ln>
        </c:spPr>
        <c:txPr>
          <a:bodyPr rot="0" vert="horz"/>
          <a:lstStyle/>
          <a:p>
            <a:pPr>
              <a:defRPr sz="800" b="0" i="0" u="none" strike="noStrike" baseline="0">
                <a:solidFill>
                  <a:srgbClr val="000000"/>
                </a:solidFill>
                <a:latin typeface="Arial"/>
                <a:ea typeface="Arial"/>
                <a:cs typeface="Arial"/>
              </a:defRPr>
            </a:pPr>
            <a:endParaRPr lang="en-US"/>
          </a:p>
        </c:txPr>
        <c:crossAx val="83806464"/>
        <c:crosses val="autoZero"/>
        <c:auto val="0"/>
        <c:lblAlgn val="ctr"/>
        <c:lblOffset val="100"/>
        <c:tickLblSkip val="20"/>
        <c:tickMarkSkip val="20"/>
        <c:noMultiLvlLbl val="0"/>
      </c:catAx>
      <c:valAx>
        <c:axId val="83806464"/>
        <c:scaling>
          <c:orientation val="minMax"/>
          <c:min val="0"/>
        </c:scaling>
        <c:delete val="0"/>
        <c:axPos val="l"/>
        <c:numFmt formatCode="General" sourceLinked="1"/>
        <c:majorTickMark val="out"/>
        <c:minorTickMark val="none"/>
        <c:tickLblPos val="nextTo"/>
        <c:spPr>
          <a:ln w="3175">
            <a:solidFill>
              <a:srgbClr val="000000"/>
            </a:solidFill>
            <a:prstDash val="solid"/>
          </a:ln>
        </c:spPr>
        <c:txPr>
          <a:bodyPr rot="0" vert="horz"/>
          <a:lstStyle/>
          <a:p>
            <a:pPr>
              <a:defRPr sz="800" b="0" i="0" u="none" strike="noStrike" baseline="0">
                <a:solidFill>
                  <a:srgbClr val="000000"/>
                </a:solidFill>
                <a:latin typeface="Arial"/>
                <a:ea typeface="Arial"/>
                <a:cs typeface="Arial"/>
              </a:defRPr>
            </a:pPr>
            <a:endParaRPr lang="en-US"/>
          </a:p>
        </c:txPr>
        <c:crossAx val="83804928"/>
        <c:crosses val="autoZero"/>
        <c:crossBetween val="between"/>
      </c:valAx>
      <c:spPr>
        <a:noFill/>
        <a:ln w="25400">
          <a:noFill/>
        </a:ln>
      </c:spPr>
    </c:plotArea>
    <c:plotVisOnly val="1"/>
    <c:dispBlanksAs val="gap"/>
    <c:showDLblsOverMax val="0"/>
  </c:chart>
  <c:spPr>
    <a:solidFill>
      <a:srgbClr val="FFFFFF"/>
    </a:solidFill>
    <a:ln w="9525">
      <a:noFill/>
    </a:ln>
  </c:spPr>
  <c:txPr>
    <a:bodyPr/>
    <a:lstStyle/>
    <a:p>
      <a:pPr>
        <a:defRPr sz="1000" b="0" i="0" u="none" strike="noStrike" baseline="0">
          <a:solidFill>
            <a:srgbClr val="000000"/>
          </a:solidFill>
          <a:latin typeface="Arial"/>
          <a:ea typeface="Arial"/>
          <a:cs typeface="Arial"/>
        </a:defRPr>
      </a:pPr>
      <a:endParaRPr lang="en-US"/>
    </a:p>
  </c:txPr>
  <c:externalData r:id="rId1">
    <c:autoUpdate val="0"/>
  </c:externalData>
  <c:userShapes r:id="rId2"/>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strRef>
          <c:f>Normal!$J$11</c:f>
          <c:strCache>
            <c:ptCount val="1"/>
          </c:strCache>
        </c:strRef>
      </c:tx>
      <c:layout>
        <c:manualLayout>
          <c:xMode val="edge"/>
          <c:yMode val="edge"/>
          <c:x val="0.3770053475935829"/>
          <c:y val="4.2553191489361701E-2"/>
        </c:manualLayout>
      </c:layout>
      <c:overlay val="0"/>
      <c:spPr>
        <a:noFill/>
        <a:ln w="25400">
          <a:noFill/>
        </a:ln>
      </c:spPr>
      <c:txPr>
        <a:bodyPr/>
        <a:lstStyle/>
        <a:p>
          <a:pPr>
            <a:defRPr sz="800" b="0" i="0" u="none" strike="noStrike" baseline="0">
              <a:solidFill>
                <a:srgbClr val="800080"/>
              </a:solidFill>
              <a:latin typeface="Arial"/>
              <a:ea typeface="Arial"/>
              <a:cs typeface="Arial"/>
            </a:defRPr>
          </a:pPr>
          <a:endParaRPr lang="en-US"/>
        </a:p>
      </c:txPr>
    </c:title>
    <c:autoTitleDeleted val="0"/>
    <c:plotArea>
      <c:layout>
        <c:manualLayout>
          <c:layoutTarget val="inner"/>
          <c:xMode val="edge"/>
          <c:yMode val="edge"/>
          <c:x val="0.12923351158645277"/>
          <c:y val="0.15319193611436868"/>
          <c:w val="0.78253119429590012"/>
          <c:h val="0.61276723064999716"/>
        </c:manualLayout>
      </c:layout>
      <c:barChart>
        <c:barDir val="col"/>
        <c:grouping val="clustered"/>
        <c:varyColors val="0"/>
        <c:ser>
          <c:idx val="1"/>
          <c:order val="0"/>
          <c:spPr>
            <a:solidFill>
              <a:srgbClr val="800080"/>
            </a:solidFill>
            <a:ln w="25400">
              <a:noFill/>
            </a:ln>
          </c:spPr>
          <c:invertIfNegative val="0"/>
          <c:cat>
            <c:strRef>
              <c:f>Normal!$O$2:$O$202</c:f>
              <c:strCache>
                <c:ptCount val="201"/>
                <c:pt idx="0">
                  <c:v>-4</c:v>
                </c:pt>
                <c:pt idx="68">
                  <c:v>-1.28</c:v>
                </c:pt>
                <c:pt idx="100">
                  <c:v>0</c:v>
                </c:pt>
                <c:pt idx="200">
                  <c:v>4</c:v>
                </c:pt>
              </c:strCache>
            </c:strRef>
          </c:cat>
          <c:val>
            <c:numRef>
              <c:f>Normal!$M$2:$M$202</c:f>
              <c:numCache>
                <c:formatCode>General</c:formatCode>
                <c:ptCount val="201"/>
                <c:pt idx="0">
                  <c:v>1.3383022576488537E-4</c:v>
                </c:pt>
                <c:pt idx="1">
                  <c:v>1.5692563406553226E-4</c:v>
                </c:pt>
                <c:pt idx="2">
                  <c:v>1.8371249800245711E-4</c:v>
                </c:pt>
                <c:pt idx="3">
                  <c:v>2.1472798150036704E-4</c:v>
                </c:pt>
                <c:pt idx="4">
                  <c:v>2.5057844489086075E-4</c:v>
                </c:pt>
                <c:pt idx="5">
                  <c:v>2.9194692579146027E-4</c:v>
                </c:pt>
                <c:pt idx="6">
                  <c:v>3.3960121248365478E-4</c:v>
                </c:pt>
                <c:pt idx="7">
                  <c:v>3.9440252496915693E-4</c:v>
                </c:pt>
                <c:pt idx="8">
                  <c:v>4.5731481405985675E-4</c:v>
                </c:pt>
                <c:pt idx="9">
                  <c:v>5.2941468309493475E-4</c:v>
                </c:pt>
                <c:pt idx="10">
                  <c:v>6.119019301137719E-4</c:v>
                </c:pt>
                <c:pt idx="11">
                  <c:v>7.061107004880362E-4</c:v>
                </c:pt>
                <c:pt idx="12">
                  <c:v>8.1352123108180841E-4</c:v>
                </c:pt>
                <c:pt idx="13">
                  <c:v>9.3577215692747977E-4</c:v>
                </c:pt>
                <c:pt idx="14">
                  <c:v>1.0746733401537356E-3</c:v>
                </c:pt>
                <c:pt idx="15">
                  <c:v>1.2322191684730199E-3</c:v>
                </c:pt>
                <c:pt idx="16">
                  <c:v>1.4106022569413848E-3</c:v>
                </c:pt>
                <c:pt idx="17">
                  <c:v>1.6122274719771244E-3</c:v>
                </c:pt>
                <c:pt idx="18">
                  <c:v>1.8397261808242775E-3</c:v>
                </c:pt>
                <c:pt idx="19">
                  <c:v>2.0959706128579419E-3</c:v>
                </c:pt>
                <c:pt idx="20">
                  <c:v>2.3840882014648404E-3</c:v>
                </c:pt>
                <c:pt idx="21">
                  <c:v>2.7074757568406999E-3</c:v>
                </c:pt>
                <c:pt idx="22">
                  <c:v>3.0698133011047403E-3</c:v>
                </c:pt>
                <c:pt idx="23">
                  <c:v>3.4750773778549375E-3</c:v>
                </c:pt>
                <c:pt idx="24">
                  <c:v>3.9275536289247789E-3</c:v>
                </c:pt>
                <c:pt idx="25">
                  <c:v>4.4318484119380075E-3</c:v>
                </c:pt>
                <c:pt idx="26">
                  <c:v>4.9928992136123763E-3</c:v>
                </c:pt>
                <c:pt idx="27">
                  <c:v>5.615983595990969E-3</c:v>
                </c:pt>
                <c:pt idx="28">
                  <c:v>6.3067263962659275E-3</c:v>
                </c:pt>
                <c:pt idx="29">
                  <c:v>7.0711048860194487E-3</c:v>
                </c:pt>
                <c:pt idx="30">
                  <c:v>7.9154515829799686E-3</c:v>
                </c:pt>
                <c:pt idx="31">
                  <c:v>8.8464543982372315E-3</c:v>
                </c:pt>
                <c:pt idx="32">
                  <c:v>9.8711537947511439E-3</c:v>
                </c:pt>
                <c:pt idx="33">
                  <c:v>1.0996936629405587E-2</c:v>
                </c:pt>
                <c:pt idx="34">
                  <c:v>1.2231526351277987E-2</c:v>
                </c:pt>
                <c:pt idx="35">
                  <c:v>1.3582969233685634E-2</c:v>
                </c:pt>
                <c:pt idx="36">
                  <c:v>1.5059616327377449E-2</c:v>
                </c:pt>
                <c:pt idx="37">
                  <c:v>1.6670100837381057E-2</c:v>
                </c:pt>
                <c:pt idx="38">
                  <c:v>1.8423310646862048E-2</c:v>
                </c:pt>
                <c:pt idx="39">
                  <c:v>2.0328355738225837E-2</c:v>
                </c:pt>
                <c:pt idx="40">
                  <c:v>2.2394530294842899E-2</c:v>
                </c:pt>
                <c:pt idx="41">
                  <c:v>2.4631269306382507E-2</c:v>
                </c:pt>
                <c:pt idx="42">
                  <c:v>2.7048099546881761E-2</c:v>
                </c:pt>
                <c:pt idx="43">
                  <c:v>2.965458484734125E-2</c:v>
                </c:pt>
                <c:pt idx="44">
                  <c:v>3.2460265643697445E-2</c:v>
                </c:pt>
                <c:pt idx="45">
                  <c:v>3.5474592846231424E-2</c:v>
                </c:pt>
                <c:pt idx="46">
                  <c:v>3.8706856147455608E-2</c:v>
                </c:pt>
                <c:pt idx="47">
                  <c:v>4.2166106961770311E-2</c:v>
                </c:pt>
                <c:pt idx="48">
                  <c:v>4.5861076271054887E-2</c:v>
                </c:pt>
                <c:pt idx="49">
                  <c:v>4.9800087735070775E-2</c:v>
                </c:pt>
                <c:pt idx="50">
                  <c:v>5.3990966513188063E-2</c:v>
                </c:pt>
                <c:pt idx="51">
                  <c:v>5.8440944333451469E-2</c:v>
                </c:pt>
                <c:pt idx="52">
                  <c:v>6.3156561435198655E-2</c:v>
                </c:pt>
                <c:pt idx="53">
                  <c:v>6.8143566101044578E-2</c:v>
                </c:pt>
                <c:pt idx="54">
                  <c:v>7.3406812581656919E-2</c:v>
                </c:pt>
                <c:pt idx="55">
                  <c:v>7.8950158300894177E-2</c:v>
                </c:pt>
                <c:pt idx="56">
                  <c:v>8.4776361308022255E-2</c:v>
                </c:pt>
                <c:pt idx="57">
                  <c:v>9.0886979016282898E-2</c:v>
                </c:pt>
                <c:pt idx="58">
                  <c:v>9.7282269331467469E-2</c:v>
                </c:pt>
                <c:pt idx="59">
                  <c:v>0.10396109532876419</c:v>
                </c:pt>
                <c:pt idx="60">
                  <c:v>0.11092083467945554</c:v>
                </c:pt>
                <c:pt idx="61">
                  <c:v>0.11815729505958227</c:v>
                </c:pt>
                <c:pt idx="62">
                  <c:v>0.12566463678908815</c:v>
                </c:pt>
                <c:pt idx="63">
                  <c:v>0.13343530395100231</c:v>
                </c:pt>
                <c:pt idx="64">
                  <c:v>0.14145996522483878</c:v>
                </c:pt>
                <c:pt idx="65">
                  <c:v>0.14972746563574488</c:v>
                </c:pt>
                <c:pt idx="66">
                  <c:v>0.15822479037038306</c:v>
                </c:pt>
                <c:pt idx="67">
                  <c:v>0.16693704174171387</c:v>
                </c:pt>
                <c:pt idx="68">
                  <c:v>0.17584743029766242</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#N/A</c:v>
                </c:pt>
                <c:pt idx="143">
                  <c:v>#N/A</c:v>
                </c:pt>
                <c:pt idx="144">
                  <c:v>#N/A</c:v>
                </c:pt>
                <c:pt idx="145">
                  <c:v>#N/A</c:v>
                </c:pt>
                <c:pt idx="146">
                  <c:v>#N/A</c:v>
                </c:pt>
                <c:pt idx="147">
                  <c:v>#N/A</c:v>
                </c:pt>
                <c:pt idx="148">
                  <c:v>#N/A</c:v>
                </c:pt>
                <c:pt idx="149">
                  <c:v>#N/A</c:v>
                </c:pt>
                <c:pt idx="150">
                  <c:v>#N/A</c:v>
                </c:pt>
                <c:pt idx="151">
                  <c:v>#N/A</c:v>
                </c:pt>
                <c:pt idx="152">
                  <c:v>#N/A</c:v>
                </c:pt>
                <c:pt idx="153">
                  <c:v>#N/A</c:v>
                </c:pt>
                <c:pt idx="154">
                  <c:v>#N/A</c:v>
                </c:pt>
                <c:pt idx="155">
                  <c:v>#N/A</c:v>
                </c:pt>
                <c:pt idx="156">
                  <c:v>#N/A</c:v>
                </c:pt>
                <c:pt idx="157">
                  <c:v>#N/A</c:v>
                </c:pt>
                <c:pt idx="158">
                  <c:v>#N/A</c:v>
                </c:pt>
                <c:pt idx="159">
                  <c:v>#N/A</c:v>
                </c:pt>
                <c:pt idx="160">
                  <c:v>#N/A</c:v>
                </c:pt>
                <c:pt idx="161">
                  <c:v>#N/A</c:v>
                </c:pt>
                <c:pt idx="162">
                  <c:v>#N/A</c:v>
                </c:pt>
                <c:pt idx="163">
                  <c:v>#N/A</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#N/A</c:v>
                </c:pt>
              </c:numCache>
            </c:numRef>
          </c:val>
        </c:ser>
        <c:ser>
          <c:idx val="2"/>
          <c:order val="1"/>
          <c:spPr>
            <a:solidFill>
              <a:srgbClr val="800080"/>
            </a:solidFill>
            <a:ln w="25400">
              <a:noFill/>
            </a:ln>
          </c:spPr>
          <c:invertIfNegative val="0"/>
          <c:cat>
            <c:numRef>
              <c:f>Normal!$K$2:$K$202</c:f>
              <c:numCache>
                <c:formatCode>General</c:formatCode>
                <c:ptCount val="201"/>
                <c:pt idx="0">
                  <c:v>-4</c:v>
                </c:pt>
                <c:pt idx="1">
                  <c:v>-3.96</c:v>
                </c:pt>
                <c:pt idx="2">
                  <c:v>-3.92</c:v>
                </c:pt>
                <c:pt idx="3">
                  <c:v>-3.88</c:v>
                </c:pt>
                <c:pt idx="4">
                  <c:v>-3.84</c:v>
                </c:pt>
                <c:pt idx="5">
                  <c:v>-3.8</c:v>
                </c:pt>
                <c:pt idx="6">
                  <c:v>-3.76</c:v>
                </c:pt>
                <c:pt idx="7">
                  <c:v>-3.7199999999999998</c:v>
                </c:pt>
                <c:pt idx="8">
                  <c:v>-3.68</c:v>
                </c:pt>
                <c:pt idx="9">
                  <c:v>-3.64</c:v>
                </c:pt>
                <c:pt idx="10">
                  <c:v>-3.6</c:v>
                </c:pt>
                <c:pt idx="11">
                  <c:v>-3.56</c:v>
                </c:pt>
                <c:pt idx="12">
                  <c:v>-3.52</c:v>
                </c:pt>
                <c:pt idx="13">
                  <c:v>-3.48</c:v>
                </c:pt>
                <c:pt idx="14">
                  <c:v>-3.44</c:v>
                </c:pt>
                <c:pt idx="15">
                  <c:v>-3.4</c:v>
                </c:pt>
                <c:pt idx="16">
                  <c:v>-3.36</c:v>
                </c:pt>
                <c:pt idx="17">
                  <c:v>-3.32</c:v>
                </c:pt>
                <c:pt idx="18">
                  <c:v>-3.2800000000000002</c:v>
                </c:pt>
                <c:pt idx="19">
                  <c:v>-3.24</c:v>
                </c:pt>
                <c:pt idx="20">
                  <c:v>-3.2</c:v>
                </c:pt>
                <c:pt idx="21">
                  <c:v>-3.16</c:v>
                </c:pt>
                <c:pt idx="22">
                  <c:v>-3.12</c:v>
                </c:pt>
                <c:pt idx="23">
                  <c:v>-3.08</c:v>
                </c:pt>
                <c:pt idx="24">
                  <c:v>-3.04</c:v>
                </c:pt>
                <c:pt idx="25">
                  <c:v>-3</c:v>
                </c:pt>
                <c:pt idx="26">
                  <c:v>-2.96</c:v>
                </c:pt>
                <c:pt idx="27">
                  <c:v>-2.92</c:v>
                </c:pt>
                <c:pt idx="28">
                  <c:v>-2.88</c:v>
                </c:pt>
                <c:pt idx="29">
                  <c:v>-2.84</c:v>
                </c:pt>
                <c:pt idx="30">
                  <c:v>-2.8</c:v>
                </c:pt>
                <c:pt idx="31">
                  <c:v>-2.76</c:v>
                </c:pt>
                <c:pt idx="32">
                  <c:v>-2.7199999999999998</c:v>
                </c:pt>
                <c:pt idx="33">
                  <c:v>-2.6799999999999997</c:v>
                </c:pt>
                <c:pt idx="34">
                  <c:v>-2.6399999999999997</c:v>
                </c:pt>
                <c:pt idx="35">
                  <c:v>-2.5999999999999996</c:v>
                </c:pt>
                <c:pt idx="36">
                  <c:v>-2.56</c:v>
                </c:pt>
                <c:pt idx="37">
                  <c:v>-2.52</c:v>
                </c:pt>
                <c:pt idx="38">
                  <c:v>-2.48</c:v>
                </c:pt>
                <c:pt idx="39">
                  <c:v>-2.44</c:v>
                </c:pt>
                <c:pt idx="40">
                  <c:v>-2.4</c:v>
                </c:pt>
                <c:pt idx="41">
                  <c:v>-2.36</c:v>
                </c:pt>
                <c:pt idx="42">
                  <c:v>-2.3200000000000003</c:v>
                </c:pt>
                <c:pt idx="43">
                  <c:v>-2.2800000000000002</c:v>
                </c:pt>
                <c:pt idx="44">
                  <c:v>-2.2400000000000002</c:v>
                </c:pt>
                <c:pt idx="45">
                  <c:v>-2.2000000000000002</c:v>
                </c:pt>
                <c:pt idx="46">
                  <c:v>-2.16</c:v>
                </c:pt>
                <c:pt idx="47">
                  <c:v>-2.12</c:v>
                </c:pt>
                <c:pt idx="48">
                  <c:v>-2.08</c:v>
                </c:pt>
                <c:pt idx="49">
                  <c:v>-2.04</c:v>
                </c:pt>
                <c:pt idx="50">
                  <c:v>-2</c:v>
                </c:pt>
                <c:pt idx="51">
                  <c:v>-1.96</c:v>
                </c:pt>
                <c:pt idx="52">
                  <c:v>-1.92</c:v>
                </c:pt>
                <c:pt idx="53">
                  <c:v>-1.88</c:v>
                </c:pt>
                <c:pt idx="54">
                  <c:v>-1.8399999999999999</c:v>
                </c:pt>
                <c:pt idx="55">
                  <c:v>-1.7999999999999998</c:v>
                </c:pt>
                <c:pt idx="56">
                  <c:v>-1.7599999999999998</c:v>
                </c:pt>
                <c:pt idx="57">
                  <c:v>-1.7199999999999998</c:v>
                </c:pt>
                <c:pt idx="58">
                  <c:v>-1.6800000000000002</c:v>
                </c:pt>
                <c:pt idx="59">
                  <c:v>-1.6400000000000001</c:v>
                </c:pt>
                <c:pt idx="60">
                  <c:v>-1.6</c:v>
                </c:pt>
                <c:pt idx="61">
                  <c:v>-1.56</c:v>
                </c:pt>
                <c:pt idx="62">
                  <c:v>-1.52</c:v>
                </c:pt>
                <c:pt idx="63">
                  <c:v>-1.48</c:v>
                </c:pt>
                <c:pt idx="64">
                  <c:v>-1.44</c:v>
                </c:pt>
                <c:pt idx="65">
                  <c:v>-1.4</c:v>
                </c:pt>
                <c:pt idx="66">
                  <c:v>-1.3599999999999999</c:v>
                </c:pt>
                <c:pt idx="67">
                  <c:v>-1.3199999999999998</c:v>
                </c:pt>
                <c:pt idx="68">
                  <c:v>-1.2799999999999998</c:v>
                </c:pt>
                <c:pt idx="69">
                  <c:v>-1.2399999999999998</c:v>
                </c:pt>
                <c:pt idx="70">
                  <c:v>-1.1999999999999997</c:v>
                </c:pt>
                <c:pt idx="71">
                  <c:v>-1.1600000000000001</c:v>
                </c:pt>
                <c:pt idx="72">
                  <c:v>-1.1200000000000001</c:v>
                </c:pt>
                <c:pt idx="73">
                  <c:v>-1.08</c:v>
                </c:pt>
                <c:pt idx="74">
                  <c:v>-1.04</c:v>
                </c:pt>
                <c:pt idx="75">
                  <c:v>-1</c:v>
                </c:pt>
                <c:pt idx="76">
                  <c:v>-0.96</c:v>
                </c:pt>
                <c:pt idx="77">
                  <c:v>-0.91999999999999993</c:v>
                </c:pt>
                <c:pt idx="78">
                  <c:v>-0.87999999999999989</c:v>
                </c:pt>
                <c:pt idx="79">
                  <c:v>-0.83999999999999986</c:v>
                </c:pt>
                <c:pt idx="80">
                  <c:v>-0.79999999999999982</c:v>
                </c:pt>
                <c:pt idx="81">
                  <c:v>-0.75999999999999979</c:v>
                </c:pt>
                <c:pt idx="82">
                  <c:v>-0.71999999999999975</c:v>
                </c:pt>
                <c:pt idx="83">
                  <c:v>-0.67999999999999972</c:v>
                </c:pt>
                <c:pt idx="84">
                  <c:v>-0.64000000000000012</c:v>
                </c:pt>
                <c:pt idx="85">
                  <c:v>-0.60000000000000009</c:v>
                </c:pt>
                <c:pt idx="86">
                  <c:v>-0.56000000000000005</c:v>
                </c:pt>
                <c:pt idx="87">
                  <c:v>-0.52</c:v>
                </c:pt>
                <c:pt idx="88">
                  <c:v>-0.48</c:v>
                </c:pt>
                <c:pt idx="89">
                  <c:v>-0.43999999999999995</c:v>
                </c:pt>
                <c:pt idx="90">
                  <c:v>-0.39999999999999991</c:v>
                </c:pt>
                <c:pt idx="91">
                  <c:v>-0.35999999999999988</c:v>
                </c:pt>
                <c:pt idx="92">
                  <c:v>-0.31999999999999984</c:v>
                </c:pt>
                <c:pt idx="93">
                  <c:v>-0.2799999999999998</c:v>
                </c:pt>
                <c:pt idx="94">
                  <c:v>-0.23999999999999977</c:v>
                </c:pt>
                <c:pt idx="95">
                  <c:v>-0.19999999999999973</c:v>
                </c:pt>
                <c:pt idx="96">
                  <c:v>-0.16000000000000014</c:v>
                </c:pt>
                <c:pt idx="97">
                  <c:v>-0.12000000000000011</c:v>
                </c:pt>
                <c:pt idx="98">
                  <c:v>-8.0000000000000071E-2</c:v>
                </c:pt>
                <c:pt idx="99">
                  <c:v>-4.0000000000000036E-2</c:v>
                </c:pt>
                <c:pt idx="100">
                  <c:v>0</c:v>
                </c:pt>
                <c:pt idx="101">
                  <c:v>4.0000000000000036E-2</c:v>
                </c:pt>
                <c:pt idx="102">
                  <c:v>8.0000000000000071E-2</c:v>
                </c:pt>
                <c:pt idx="103">
                  <c:v>0.12000000000000011</c:v>
                </c:pt>
                <c:pt idx="104">
                  <c:v>0.16000000000000014</c:v>
                </c:pt>
                <c:pt idx="105">
                  <c:v>0.20000000000000018</c:v>
                </c:pt>
                <c:pt idx="106">
                  <c:v>0.24000000000000021</c:v>
                </c:pt>
                <c:pt idx="107">
                  <c:v>0.28000000000000025</c:v>
                </c:pt>
                <c:pt idx="108">
                  <c:v>0.32000000000000028</c:v>
                </c:pt>
                <c:pt idx="109">
                  <c:v>0.36000000000000032</c:v>
                </c:pt>
                <c:pt idx="110">
                  <c:v>0.40000000000000036</c:v>
                </c:pt>
                <c:pt idx="111">
                  <c:v>0.44000000000000039</c:v>
                </c:pt>
                <c:pt idx="112">
                  <c:v>0.48000000000000043</c:v>
                </c:pt>
                <c:pt idx="113">
                  <c:v>0.52000000000000046</c:v>
                </c:pt>
                <c:pt idx="114">
                  <c:v>0.5600000000000005</c:v>
                </c:pt>
                <c:pt idx="115">
                  <c:v>0.60000000000000053</c:v>
                </c:pt>
                <c:pt idx="116">
                  <c:v>0.63999999999999968</c:v>
                </c:pt>
                <c:pt idx="117">
                  <c:v>0.67999999999999972</c:v>
                </c:pt>
                <c:pt idx="118">
                  <c:v>0.71999999999999975</c:v>
                </c:pt>
                <c:pt idx="119">
                  <c:v>0.75999999999999979</c:v>
                </c:pt>
                <c:pt idx="120">
                  <c:v>0.79999999999999982</c:v>
                </c:pt>
                <c:pt idx="121">
                  <c:v>0.83999999999999986</c:v>
                </c:pt>
                <c:pt idx="122">
                  <c:v>0.87999999999999989</c:v>
                </c:pt>
                <c:pt idx="123">
                  <c:v>0.91999999999999993</c:v>
                </c:pt>
                <c:pt idx="124">
                  <c:v>0.96</c:v>
                </c:pt>
                <c:pt idx="125">
                  <c:v>1</c:v>
                </c:pt>
                <c:pt idx="126">
                  <c:v>1.04</c:v>
                </c:pt>
                <c:pt idx="127">
                  <c:v>1.08</c:v>
                </c:pt>
                <c:pt idx="128">
                  <c:v>1.1200000000000001</c:v>
                </c:pt>
                <c:pt idx="129">
                  <c:v>1.1600000000000001</c:v>
                </c:pt>
                <c:pt idx="130">
                  <c:v>1.2000000000000002</c:v>
                </c:pt>
                <c:pt idx="131">
                  <c:v>1.2400000000000002</c:v>
                </c:pt>
                <c:pt idx="132">
                  <c:v>1.2800000000000002</c:v>
                </c:pt>
                <c:pt idx="133">
                  <c:v>1.3200000000000003</c:v>
                </c:pt>
                <c:pt idx="134">
                  <c:v>1.3600000000000003</c:v>
                </c:pt>
                <c:pt idx="135">
                  <c:v>1.4000000000000004</c:v>
                </c:pt>
                <c:pt idx="136">
                  <c:v>1.4400000000000004</c:v>
                </c:pt>
                <c:pt idx="137">
                  <c:v>1.4800000000000004</c:v>
                </c:pt>
                <c:pt idx="138">
                  <c:v>1.5200000000000005</c:v>
                </c:pt>
                <c:pt idx="139">
                  <c:v>1.5600000000000005</c:v>
                </c:pt>
                <c:pt idx="140">
                  <c:v>1.6000000000000005</c:v>
                </c:pt>
                <c:pt idx="141">
                  <c:v>1.6399999999999997</c:v>
                </c:pt>
                <c:pt idx="142">
                  <c:v>1.6799999999999997</c:v>
                </c:pt>
                <c:pt idx="143">
                  <c:v>1.7199999999999998</c:v>
                </c:pt>
                <c:pt idx="144">
                  <c:v>1.7599999999999998</c:v>
                </c:pt>
                <c:pt idx="145">
                  <c:v>1.7999999999999998</c:v>
                </c:pt>
                <c:pt idx="146">
                  <c:v>1.8399999999999999</c:v>
                </c:pt>
                <c:pt idx="147">
                  <c:v>1.88</c:v>
                </c:pt>
                <c:pt idx="148">
                  <c:v>1.92</c:v>
                </c:pt>
                <c:pt idx="149">
                  <c:v>1.96</c:v>
                </c:pt>
                <c:pt idx="150">
                  <c:v>2</c:v>
                </c:pt>
                <c:pt idx="151">
                  <c:v>2.04</c:v>
                </c:pt>
                <c:pt idx="152">
                  <c:v>2.08</c:v>
                </c:pt>
                <c:pt idx="153">
                  <c:v>2.12</c:v>
                </c:pt>
                <c:pt idx="154">
                  <c:v>2.16</c:v>
                </c:pt>
                <c:pt idx="155">
                  <c:v>2.2000000000000002</c:v>
                </c:pt>
                <c:pt idx="156">
                  <c:v>2.2400000000000002</c:v>
                </c:pt>
                <c:pt idx="157">
                  <c:v>2.2800000000000002</c:v>
                </c:pt>
                <c:pt idx="158">
                  <c:v>2.3200000000000003</c:v>
                </c:pt>
                <c:pt idx="159">
                  <c:v>2.3600000000000003</c:v>
                </c:pt>
                <c:pt idx="160">
                  <c:v>2.4000000000000004</c:v>
                </c:pt>
                <c:pt idx="161">
                  <c:v>2.4400000000000004</c:v>
                </c:pt>
                <c:pt idx="162">
                  <c:v>2.4800000000000004</c:v>
                </c:pt>
                <c:pt idx="163">
                  <c:v>2.5200000000000005</c:v>
                </c:pt>
                <c:pt idx="164">
                  <c:v>2.5600000000000005</c:v>
                </c:pt>
                <c:pt idx="165">
                  <c:v>2.6000000000000005</c:v>
                </c:pt>
                <c:pt idx="166">
                  <c:v>2.6400000000000006</c:v>
                </c:pt>
                <c:pt idx="167">
                  <c:v>2.6799999999999997</c:v>
                </c:pt>
                <c:pt idx="168">
                  <c:v>2.7199999999999998</c:v>
                </c:pt>
                <c:pt idx="169">
                  <c:v>2.76</c:v>
                </c:pt>
                <c:pt idx="170">
                  <c:v>2.8</c:v>
                </c:pt>
                <c:pt idx="171">
                  <c:v>2.84</c:v>
                </c:pt>
                <c:pt idx="172">
                  <c:v>2.88</c:v>
                </c:pt>
                <c:pt idx="173">
                  <c:v>2.92</c:v>
                </c:pt>
                <c:pt idx="174">
                  <c:v>2.96</c:v>
                </c:pt>
                <c:pt idx="175">
                  <c:v>3</c:v>
                </c:pt>
                <c:pt idx="176">
                  <c:v>3.04</c:v>
                </c:pt>
                <c:pt idx="177">
                  <c:v>3.08</c:v>
                </c:pt>
                <c:pt idx="178">
                  <c:v>3.12</c:v>
                </c:pt>
                <c:pt idx="179">
                  <c:v>3.16</c:v>
                </c:pt>
                <c:pt idx="180">
                  <c:v>3.2</c:v>
                </c:pt>
                <c:pt idx="181">
                  <c:v>3.24</c:v>
                </c:pt>
                <c:pt idx="182">
                  <c:v>3.2800000000000002</c:v>
                </c:pt>
                <c:pt idx="183">
                  <c:v>3.3200000000000003</c:v>
                </c:pt>
                <c:pt idx="184">
                  <c:v>3.3600000000000003</c:v>
                </c:pt>
                <c:pt idx="185">
                  <c:v>3.4000000000000004</c:v>
                </c:pt>
                <c:pt idx="186">
                  <c:v>3.4400000000000004</c:v>
                </c:pt>
                <c:pt idx="187">
                  <c:v>3.4800000000000004</c:v>
                </c:pt>
                <c:pt idx="188">
                  <c:v>3.5200000000000005</c:v>
                </c:pt>
                <c:pt idx="189">
                  <c:v>3.5600000000000005</c:v>
                </c:pt>
                <c:pt idx="190">
                  <c:v>3.6000000000000005</c:v>
                </c:pt>
                <c:pt idx="191">
                  <c:v>3.6400000000000006</c:v>
                </c:pt>
                <c:pt idx="192">
                  <c:v>3.6799999999999997</c:v>
                </c:pt>
                <c:pt idx="193">
                  <c:v>3.7199999999999998</c:v>
                </c:pt>
                <c:pt idx="194">
                  <c:v>3.76</c:v>
                </c:pt>
                <c:pt idx="195">
                  <c:v>3.8</c:v>
                </c:pt>
                <c:pt idx="196">
                  <c:v>3.84</c:v>
                </c:pt>
                <c:pt idx="197">
                  <c:v>3.88</c:v>
                </c:pt>
                <c:pt idx="198">
                  <c:v>3.92</c:v>
                </c:pt>
                <c:pt idx="199">
                  <c:v>3.96</c:v>
                </c:pt>
                <c:pt idx="200">
                  <c:v>4</c:v>
                </c:pt>
              </c:numCache>
            </c:numRef>
          </c:cat>
          <c:val>
            <c:numRef>
              <c:f>Normal!$N$2:$N$202</c:f>
              <c:numCache>
                <c:formatCode>General</c:formatCode>
                <c:ptCount val="201"/>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#N/A</c:v>
                </c:pt>
                <c:pt idx="143">
                  <c:v>#N/A</c:v>
                </c:pt>
                <c:pt idx="144">
                  <c:v>#N/A</c:v>
                </c:pt>
                <c:pt idx="145">
                  <c:v>#N/A</c:v>
                </c:pt>
                <c:pt idx="146">
                  <c:v>#N/A</c:v>
                </c:pt>
                <c:pt idx="147">
                  <c:v>#N/A</c:v>
                </c:pt>
                <c:pt idx="148">
                  <c:v>#N/A</c:v>
                </c:pt>
                <c:pt idx="149">
                  <c:v>#N/A</c:v>
                </c:pt>
                <c:pt idx="150">
                  <c:v>#N/A</c:v>
                </c:pt>
                <c:pt idx="151">
                  <c:v>#N/A</c:v>
                </c:pt>
                <c:pt idx="152">
                  <c:v>#N/A</c:v>
                </c:pt>
                <c:pt idx="153">
                  <c:v>#N/A</c:v>
                </c:pt>
                <c:pt idx="154">
                  <c:v>#N/A</c:v>
                </c:pt>
                <c:pt idx="155">
                  <c:v>#N/A</c:v>
                </c:pt>
                <c:pt idx="156">
                  <c:v>#N/A</c:v>
                </c:pt>
                <c:pt idx="157">
                  <c:v>#N/A</c:v>
                </c:pt>
                <c:pt idx="158">
                  <c:v>#N/A</c:v>
                </c:pt>
                <c:pt idx="159">
                  <c:v>#N/A</c:v>
                </c:pt>
                <c:pt idx="160">
                  <c:v>#N/A</c:v>
                </c:pt>
                <c:pt idx="161">
                  <c:v>#N/A</c:v>
                </c:pt>
                <c:pt idx="162">
                  <c:v>#N/A</c:v>
                </c:pt>
                <c:pt idx="163">
                  <c:v>#N/A</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#N/A</c:v>
                </c:pt>
              </c:numCache>
            </c:numRef>
          </c:val>
        </c:ser>
        <c:dLbls>
          <c:showLegendKey val="0"/>
          <c:showVal val="0"/>
          <c:showCatName val="0"/>
          <c:showSerName val="0"/>
          <c:showPercent val="0"/>
          <c:showBubbleSize val="0"/>
        </c:dLbls>
        <c:gapWidth val="0"/>
        <c:overlap val="100"/>
        <c:axId val="82163200"/>
        <c:axId val="82164736"/>
      </c:barChart>
      <c:lineChart>
        <c:grouping val="standard"/>
        <c:varyColors val="0"/>
        <c:ser>
          <c:idx val="0"/>
          <c:order val="2"/>
          <c:spPr>
            <a:ln w="25400">
              <a:solidFill>
                <a:srgbClr val="000080"/>
              </a:solidFill>
              <a:prstDash val="solid"/>
            </a:ln>
          </c:spPr>
          <c:marker>
            <c:symbol val="none"/>
          </c:marker>
          <c:cat>
            <c:numRef>
              <c:f>Normal!$K$2:$K$202</c:f>
              <c:numCache>
                <c:formatCode>General</c:formatCode>
                <c:ptCount val="201"/>
                <c:pt idx="0">
                  <c:v>-4</c:v>
                </c:pt>
                <c:pt idx="1">
                  <c:v>-3.96</c:v>
                </c:pt>
                <c:pt idx="2">
                  <c:v>-3.92</c:v>
                </c:pt>
                <c:pt idx="3">
                  <c:v>-3.88</c:v>
                </c:pt>
                <c:pt idx="4">
                  <c:v>-3.84</c:v>
                </c:pt>
                <c:pt idx="5">
                  <c:v>-3.8</c:v>
                </c:pt>
                <c:pt idx="6">
                  <c:v>-3.76</c:v>
                </c:pt>
                <c:pt idx="7">
                  <c:v>-3.7199999999999998</c:v>
                </c:pt>
                <c:pt idx="8">
                  <c:v>-3.68</c:v>
                </c:pt>
                <c:pt idx="9">
                  <c:v>-3.64</c:v>
                </c:pt>
                <c:pt idx="10">
                  <c:v>-3.6</c:v>
                </c:pt>
                <c:pt idx="11">
                  <c:v>-3.56</c:v>
                </c:pt>
                <c:pt idx="12">
                  <c:v>-3.52</c:v>
                </c:pt>
                <c:pt idx="13">
                  <c:v>-3.48</c:v>
                </c:pt>
                <c:pt idx="14">
                  <c:v>-3.44</c:v>
                </c:pt>
                <c:pt idx="15">
                  <c:v>-3.4</c:v>
                </c:pt>
                <c:pt idx="16">
                  <c:v>-3.36</c:v>
                </c:pt>
                <c:pt idx="17">
                  <c:v>-3.32</c:v>
                </c:pt>
                <c:pt idx="18">
                  <c:v>-3.2800000000000002</c:v>
                </c:pt>
                <c:pt idx="19">
                  <c:v>-3.24</c:v>
                </c:pt>
                <c:pt idx="20">
                  <c:v>-3.2</c:v>
                </c:pt>
                <c:pt idx="21">
                  <c:v>-3.16</c:v>
                </c:pt>
                <c:pt idx="22">
                  <c:v>-3.12</c:v>
                </c:pt>
                <c:pt idx="23">
                  <c:v>-3.08</c:v>
                </c:pt>
                <c:pt idx="24">
                  <c:v>-3.04</c:v>
                </c:pt>
                <c:pt idx="25">
                  <c:v>-3</c:v>
                </c:pt>
                <c:pt idx="26">
                  <c:v>-2.96</c:v>
                </c:pt>
                <c:pt idx="27">
                  <c:v>-2.92</c:v>
                </c:pt>
                <c:pt idx="28">
                  <c:v>-2.88</c:v>
                </c:pt>
                <c:pt idx="29">
                  <c:v>-2.84</c:v>
                </c:pt>
                <c:pt idx="30">
                  <c:v>-2.8</c:v>
                </c:pt>
                <c:pt idx="31">
                  <c:v>-2.76</c:v>
                </c:pt>
                <c:pt idx="32">
                  <c:v>-2.7199999999999998</c:v>
                </c:pt>
                <c:pt idx="33">
                  <c:v>-2.6799999999999997</c:v>
                </c:pt>
                <c:pt idx="34">
                  <c:v>-2.6399999999999997</c:v>
                </c:pt>
                <c:pt idx="35">
                  <c:v>-2.5999999999999996</c:v>
                </c:pt>
                <c:pt idx="36">
                  <c:v>-2.56</c:v>
                </c:pt>
                <c:pt idx="37">
                  <c:v>-2.52</c:v>
                </c:pt>
                <c:pt idx="38">
                  <c:v>-2.48</c:v>
                </c:pt>
                <c:pt idx="39">
                  <c:v>-2.44</c:v>
                </c:pt>
                <c:pt idx="40">
                  <c:v>-2.4</c:v>
                </c:pt>
                <c:pt idx="41">
                  <c:v>-2.36</c:v>
                </c:pt>
                <c:pt idx="42">
                  <c:v>-2.3200000000000003</c:v>
                </c:pt>
                <c:pt idx="43">
                  <c:v>-2.2800000000000002</c:v>
                </c:pt>
                <c:pt idx="44">
                  <c:v>-2.2400000000000002</c:v>
                </c:pt>
                <c:pt idx="45">
                  <c:v>-2.2000000000000002</c:v>
                </c:pt>
                <c:pt idx="46">
                  <c:v>-2.16</c:v>
                </c:pt>
                <c:pt idx="47">
                  <c:v>-2.12</c:v>
                </c:pt>
                <c:pt idx="48">
                  <c:v>-2.08</c:v>
                </c:pt>
                <c:pt idx="49">
                  <c:v>-2.04</c:v>
                </c:pt>
                <c:pt idx="50">
                  <c:v>-2</c:v>
                </c:pt>
                <c:pt idx="51">
                  <c:v>-1.96</c:v>
                </c:pt>
                <c:pt idx="52">
                  <c:v>-1.92</c:v>
                </c:pt>
                <c:pt idx="53">
                  <c:v>-1.88</c:v>
                </c:pt>
                <c:pt idx="54">
                  <c:v>-1.8399999999999999</c:v>
                </c:pt>
                <c:pt idx="55">
                  <c:v>-1.7999999999999998</c:v>
                </c:pt>
                <c:pt idx="56">
                  <c:v>-1.7599999999999998</c:v>
                </c:pt>
                <c:pt idx="57">
                  <c:v>-1.7199999999999998</c:v>
                </c:pt>
                <c:pt idx="58">
                  <c:v>-1.6800000000000002</c:v>
                </c:pt>
                <c:pt idx="59">
                  <c:v>-1.6400000000000001</c:v>
                </c:pt>
                <c:pt idx="60">
                  <c:v>-1.6</c:v>
                </c:pt>
                <c:pt idx="61">
                  <c:v>-1.56</c:v>
                </c:pt>
                <c:pt idx="62">
                  <c:v>-1.52</c:v>
                </c:pt>
                <c:pt idx="63">
                  <c:v>-1.48</c:v>
                </c:pt>
                <c:pt idx="64">
                  <c:v>-1.44</c:v>
                </c:pt>
                <c:pt idx="65">
                  <c:v>-1.4</c:v>
                </c:pt>
                <c:pt idx="66">
                  <c:v>-1.3599999999999999</c:v>
                </c:pt>
                <c:pt idx="67">
                  <c:v>-1.3199999999999998</c:v>
                </c:pt>
                <c:pt idx="68">
                  <c:v>-1.2799999999999998</c:v>
                </c:pt>
                <c:pt idx="69">
                  <c:v>-1.2399999999999998</c:v>
                </c:pt>
                <c:pt idx="70">
                  <c:v>-1.1999999999999997</c:v>
                </c:pt>
                <c:pt idx="71">
                  <c:v>-1.1600000000000001</c:v>
                </c:pt>
                <c:pt idx="72">
                  <c:v>-1.1200000000000001</c:v>
                </c:pt>
                <c:pt idx="73">
                  <c:v>-1.08</c:v>
                </c:pt>
                <c:pt idx="74">
                  <c:v>-1.04</c:v>
                </c:pt>
                <c:pt idx="75">
                  <c:v>-1</c:v>
                </c:pt>
                <c:pt idx="76">
                  <c:v>-0.96</c:v>
                </c:pt>
                <c:pt idx="77">
                  <c:v>-0.91999999999999993</c:v>
                </c:pt>
                <c:pt idx="78">
                  <c:v>-0.87999999999999989</c:v>
                </c:pt>
                <c:pt idx="79">
                  <c:v>-0.83999999999999986</c:v>
                </c:pt>
                <c:pt idx="80">
                  <c:v>-0.79999999999999982</c:v>
                </c:pt>
                <c:pt idx="81">
                  <c:v>-0.75999999999999979</c:v>
                </c:pt>
                <c:pt idx="82">
                  <c:v>-0.71999999999999975</c:v>
                </c:pt>
                <c:pt idx="83">
                  <c:v>-0.67999999999999972</c:v>
                </c:pt>
                <c:pt idx="84">
                  <c:v>-0.64000000000000012</c:v>
                </c:pt>
                <c:pt idx="85">
                  <c:v>-0.60000000000000009</c:v>
                </c:pt>
                <c:pt idx="86">
                  <c:v>-0.56000000000000005</c:v>
                </c:pt>
                <c:pt idx="87">
                  <c:v>-0.52</c:v>
                </c:pt>
                <c:pt idx="88">
                  <c:v>-0.48</c:v>
                </c:pt>
                <c:pt idx="89">
                  <c:v>-0.43999999999999995</c:v>
                </c:pt>
                <c:pt idx="90">
                  <c:v>-0.39999999999999991</c:v>
                </c:pt>
                <c:pt idx="91">
                  <c:v>-0.35999999999999988</c:v>
                </c:pt>
                <c:pt idx="92">
                  <c:v>-0.31999999999999984</c:v>
                </c:pt>
                <c:pt idx="93">
                  <c:v>-0.2799999999999998</c:v>
                </c:pt>
                <c:pt idx="94">
                  <c:v>-0.23999999999999977</c:v>
                </c:pt>
                <c:pt idx="95">
                  <c:v>-0.19999999999999973</c:v>
                </c:pt>
                <c:pt idx="96">
                  <c:v>-0.16000000000000014</c:v>
                </c:pt>
                <c:pt idx="97">
                  <c:v>-0.12000000000000011</c:v>
                </c:pt>
                <c:pt idx="98">
                  <c:v>-8.0000000000000071E-2</c:v>
                </c:pt>
                <c:pt idx="99">
                  <c:v>-4.0000000000000036E-2</c:v>
                </c:pt>
                <c:pt idx="100">
                  <c:v>0</c:v>
                </c:pt>
                <c:pt idx="101">
                  <c:v>4.0000000000000036E-2</c:v>
                </c:pt>
                <c:pt idx="102">
                  <c:v>8.0000000000000071E-2</c:v>
                </c:pt>
                <c:pt idx="103">
                  <c:v>0.12000000000000011</c:v>
                </c:pt>
                <c:pt idx="104">
                  <c:v>0.16000000000000014</c:v>
                </c:pt>
                <c:pt idx="105">
                  <c:v>0.20000000000000018</c:v>
                </c:pt>
                <c:pt idx="106">
                  <c:v>0.24000000000000021</c:v>
                </c:pt>
                <c:pt idx="107">
                  <c:v>0.28000000000000025</c:v>
                </c:pt>
                <c:pt idx="108">
                  <c:v>0.32000000000000028</c:v>
                </c:pt>
                <c:pt idx="109">
                  <c:v>0.36000000000000032</c:v>
                </c:pt>
                <c:pt idx="110">
                  <c:v>0.40000000000000036</c:v>
                </c:pt>
                <c:pt idx="111">
                  <c:v>0.44000000000000039</c:v>
                </c:pt>
                <c:pt idx="112">
                  <c:v>0.48000000000000043</c:v>
                </c:pt>
                <c:pt idx="113">
                  <c:v>0.52000000000000046</c:v>
                </c:pt>
                <c:pt idx="114">
                  <c:v>0.5600000000000005</c:v>
                </c:pt>
                <c:pt idx="115">
                  <c:v>0.60000000000000053</c:v>
                </c:pt>
                <c:pt idx="116">
                  <c:v>0.63999999999999968</c:v>
                </c:pt>
                <c:pt idx="117">
                  <c:v>0.67999999999999972</c:v>
                </c:pt>
                <c:pt idx="118">
                  <c:v>0.71999999999999975</c:v>
                </c:pt>
                <c:pt idx="119">
                  <c:v>0.75999999999999979</c:v>
                </c:pt>
                <c:pt idx="120">
                  <c:v>0.79999999999999982</c:v>
                </c:pt>
                <c:pt idx="121">
                  <c:v>0.83999999999999986</c:v>
                </c:pt>
                <c:pt idx="122">
                  <c:v>0.87999999999999989</c:v>
                </c:pt>
                <c:pt idx="123">
                  <c:v>0.91999999999999993</c:v>
                </c:pt>
                <c:pt idx="124">
                  <c:v>0.96</c:v>
                </c:pt>
                <c:pt idx="125">
                  <c:v>1</c:v>
                </c:pt>
                <c:pt idx="126">
                  <c:v>1.04</c:v>
                </c:pt>
                <c:pt idx="127">
                  <c:v>1.08</c:v>
                </c:pt>
                <c:pt idx="128">
                  <c:v>1.1200000000000001</c:v>
                </c:pt>
                <c:pt idx="129">
                  <c:v>1.1600000000000001</c:v>
                </c:pt>
                <c:pt idx="130">
                  <c:v>1.2000000000000002</c:v>
                </c:pt>
                <c:pt idx="131">
                  <c:v>1.2400000000000002</c:v>
                </c:pt>
                <c:pt idx="132">
                  <c:v>1.2800000000000002</c:v>
                </c:pt>
                <c:pt idx="133">
                  <c:v>1.3200000000000003</c:v>
                </c:pt>
                <c:pt idx="134">
                  <c:v>1.3600000000000003</c:v>
                </c:pt>
                <c:pt idx="135">
                  <c:v>1.4000000000000004</c:v>
                </c:pt>
                <c:pt idx="136">
                  <c:v>1.4400000000000004</c:v>
                </c:pt>
                <c:pt idx="137">
                  <c:v>1.4800000000000004</c:v>
                </c:pt>
                <c:pt idx="138">
                  <c:v>1.5200000000000005</c:v>
                </c:pt>
                <c:pt idx="139">
                  <c:v>1.5600000000000005</c:v>
                </c:pt>
                <c:pt idx="140">
                  <c:v>1.6000000000000005</c:v>
                </c:pt>
                <c:pt idx="141">
                  <c:v>1.6399999999999997</c:v>
                </c:pt>
                <c:pt idx="142">
                  <c:v>1.6799999999999997</c:v>
                </c:pt>
                <c:pt idx="143">
                  <c:v>1.7199999999999998</c:v>
                </c:pt>
                <c:pt idx="144">
                  <c:v>1.7599999999999998</c:v>
                </c:pt>
                <c:pt idx="145">
                  <c:v>1.7999999999999998</c:v>
                </c:pt>
                <c:pt idx="146">
                  <c:v>1.8399999999999999</c:v>
                </c:pt>
                <c:pt idx="147">
                  <c:v>1.88</c:v>
                </c:pt>
                <c:pt idx="148">
                  <c:v>1.92</c:v>
                </c:pt>
                <c:pt idx="149">
                  <c:v>1.96</c:v>
                </c:pt>
                <c:pt idx="150">
                  <c:v>2</c:v>
                </c:pt>
                <c:pt idx="151">
                  <c:v>2.04</c:v>
                </c:pt>
                <c:pt idx="152">
                  <c:v>2.08</c:v>
                </c:pt>
                <c:pt idx="153">
                  <c:v>2.12</c:v>
                </c:pt>
                <c:pt idx="154">
                  <c:v>2.16</c:v>
                </c:pt>
                <c:pt idx="155">
                  <c:v>2.2000000000000002</c:v>
                </c:pt>
                <c:pt idx="156">
                  <c:v>2.2400000000000002</c:v>
                </c:pt>
                <c:pt idx="157">
                  <c:v>2.2800000000000002</c:v>
                </c:pt>
                <c:pt idx="158">
                  <c:v>2.3200000000000003</c:v>
                </c:pt>
                <c:pt idx="159">
                  <c:v>2.3600000000000003</c:v>
                </c:pt>
                <c:pt idx="160">
                  <c:v>2.4000000000000004</c:v>
                </c:pt>
                <c:pt idx="161">
                  <c:v>2.4400000000000004</c:v>
                </c:pt>
                <c:pt idx="162">
                  <c:v>2.4800000000000004</c:v>
                </c:pt>
                <c:pt idx="163">
                  <c:v>2.5200000000000005</c:v>
                </c:pt>
                <c:pt idx="164">
                  <c:v>2.5600000000000005</c:v>
                </c:pt>
                <c:pt idx="165">
                  <c:v>2.6000000000000005</c:v>
                </c:pt>
                <c:pt idx="166">
                  <c:v>2.6400000000000006</c:v>
                </c:pt>
                <c:pt idx="167">
                  <c:v>2.6799999999999997</c:v>
                </c:pt>
                <c:pt idx="168">
                  <c:v>2.7199999999999998</c:v>
                </c:pt>
                <c:pt idx="169">
                  <c:v>2.76</c:v>
                </c:pt>
                <c:pt idx="170">
                  <c:v>2.8</c:v>
                </c:pt>
                <c:pt idx="171">
                  <c:v>2.84</c:v>
                </c:pt>
                <c:pt idx="172">
                  <c:v>2.88</c:v>
                </c:pt>
                <c:pt idx="173">
                  <c:v>2.92</c:v>
                </c:pt>
                <c:pt idx="174">
                  <c:v>2.96</c:v>
                </c:pt>
                <c:pt idx="175">
                  <c:v>3</c:v>
                </c:pt>
                <c:pt idx="176">
                  <c:v>3.04</c:v>
                </c:pt>
                <c:pt idx="177">
                  <c:v>3.08</c:v>
                </c:pt>
                <c:pt idx="178">
                  <c:v>3.12</c:v>
                </c:pt>
                <c:pt idx="179">
                  <c:v>3.16</c:v>
                </c:pt>
                <c:pt idx="180">
                  <c:v>3.2</c:v>
                </c:pt>
                <c:pt idx="181">
                  <c:v>3.24</c:v>
                </c:pt>
                <c:pt idx="182">
                  <c:v>3.2800000000000002</c:v>
                </c:pt>
                <c:pt idx="183">
                  <c:v>3.3200000000000003</c:v>
                </c:pt>
                <c:pt idx="184">
                  <c:v>3.3600000000000003</c:v>
                </c:pt>
                <c:pt idx="185">
                  <c:v>3.4000000000000004</c:v>
                </c:pt>
                <c:pt idx="186">
                  <c:v>3.4400000000000004</c:v>
                </c:pt>
                <c:pt idx="187">
                  <c:v>3.4800000000000004</c:v>
                </c:pt>
                <c:pt idx="188">
                  <c:v>3.5200000000000005</c:v>
                </c:pt>
                <c:pt idx="189">
                  <c:v>3.5600000000000005</c:v>
                </c:pt>
                <c:pt idx="190">
                  <c:v>3.6000000000000005</c:v>
                </c:pt>
                <c:pt idx="191">
                  <c:v>3.6400000000000006</c:v>
                </c:pt>
                <c:pt idx="192">
                  <c:v>3.6799999999999997</c:v>
                </c:pt>
                <c:pt idx="193">
                  <c:v>3.7199999999999998</c:v>
                </c:pt>
                <c:pt idx="194">
                  <c:v>3.76</c:v>
                </c:pt>
                <c:pt idx="195">
                  <c:v>3.8</c:v>
                </c:pt>
                <c:pt idx="196">
                  <c:v>3.84</c:v>
                </c:pt>
                <c:pt idx="197">
                  <c:v>3.88</c:v>
                </c:pt>
                <c:pt idx="198">
                  <c:v>3.92</c:v>
                </c:pt>
                <c:pt idx="199">
                  <c:v>3.96</c:v>
                </c:pt>
                <c:pt idx="200">
                  <c:v>4</c:v>
                </c:pt>
              </c:numCache>
            </c:numRef>
          </c:cat>
          <c:val>
            <c:numRef>
              <c:f>Normal!$L$2:$L$202</c:f>
              <c:numCache>
                <c:formatCode>General</c:formatCode>
                <c:ptCount val="201"/>
                <c:pt idx="0">
                  <c:v>1.3383022576488537E-4</c:v>
                </c:pt>
                <c:pt idx="1">
                  <c:v>1.5692563406553226E-4</c:v>
                </c:pt>
                <c:pt idx="2">
                  <c:v>1.8371249800245711E-4</c:v>
                </c:pt>
                <c:pt idx="3">
                  <c:v>2.1472798150036704E-4</c:v>
                </c:pt>
                <c:pt idx="4">
                  <c:v>2.5057844489086075E-4</c:v>
                </c:pt>
                <c:pt idx="5">
                  <c:v>2.9194692579146027E-4</c:v>
                </c:pt>
                <c:pt idx="6">
                  <c:v>3.3960121248365478E-4</c:v>
                </c:pt>
                <c:pt idx="7">
                  <c:v>3.9440252496915693E-4</c:v>
                </c:pt>
                <c:pt idx="8">
                  <c:v>4.5731481405985675E-4</c:v>
                </c:pt>
                <c:pt idx="9">
                  <c:v>5.2941468309493475E-4</c:v>
                </c:pt>
                <c:pt idx="10">
                  <c:v>6.119019301137719E-4</c:v>
                </c:pt>
                <c:pt idx="11">
                  <c:v>7.061107004880362E-4</c:v>
                </c:pt>
                <c:pt idx="12">
                  <c:v>8.1352123108180841E-4</c:v>
                </c:pt>
                <c:pt idx="13">
                  <c:v>9.3577215692747977E-4</c:v>
                </c:pt>
                <c:pt idx="14">
                  <c:v>1.0746733401537356E-3</c:v>
                </c:pt>
                <c:pt idx="15">
                  <c:v>1.2322191684730199E-3</c:v>
                </c:pt>
                <c:pt idx="16">
                  <c:v>1.4106022569413848E-3</c:v>
                </c:pt>
                <c:pt idx="17">
                  <c:v>1.6122274719771244E-3</c:v>
                </c:pt>
                <c:pt idx="18">
                  <c:v>1.8397261808242775E-3</c:v>
                </c:pt>
                <c:pt idx="19">
                  <c:v>2.0959706128579419E-3</c:v>
                </c:pt>
                <c:pt idx="20">
                  <c:v>2.3840882014648404E-3</c:v>
                </c:pt>
                <c:pt idx="21">
                  <c:v>2.7074757568406999E-3</c:v>
                </c:pt>
                <c:pt idx="22">
                  <c:v>3.0698133011047403E-3</c:v>
                </c:pt>
                <c:pt idx="23">
                  <c:v>3.4750773778549375E-3</c:v>
                </c:pt>
                <c:pt idx="24">
                  <c:v>3.9275536289247789E-3</c:v>
                </c:pt>
                <c:pt idx="25">
                  <c:v>4.4318484119380075E-3</c:v>
                </c:pt>
                <c:pt idx="26">
                  <c:v>4.9928992136123763E-3</c:v>
                </c:pt>
                <c:pt idx="27">
                  <c:v>5.615983595990969E-3</c:v>
                </c:pt>
                <c:pt idx="28">
                  <c:v>6.3067263962659275E-3</c:v>
                </c:pt>
                <c:pt idx="29">
                  <c:v>7.0711048860194487E-3</c:v>
                </c:pt>
                <c:pt idx="30">
                  <c:v>7.9154515829799686E-3</c:v>
                </c:pt>
                <c:pt idx="31">
                  <c:v>8.8464543982372315E-3</c:v>
                </c:pt>
                <c:pt idx="32">
                  <c:v>9.8711537947511439E-3</c:v>
                </c:pt>
                <c:pt idx="33">
                  <c:v>1.0996936629405587E-2</c:v>
                </c:pt>
                <c:pt idx="34">
                  <c:v>1.2231526351277987E-2</c:v>
                </c:pt>
                <c:pt idx="35">
                  <c:v>1.3582969233685634E-2</c:v>
                </c:pt>
                <c:pt idx="36">
                  <c:v>1.5059616327377449E-2</c:v>
                </c:pt>
                <c:pt idx="37">
                  <c:v>1.6670100837381057E-2</c:v>
                </c:pt>
                <c:pt idx="38">
                  <c:v>1.8423310646862048E-2</c:v>
                </c:pt>
                <c:pt idx="39">
                  <c:v>2.0328355738225837E-2</c:v>
                </c:pt>
                <c:pt idx="40">
                  <c:v>2.2394530294842899E-2</c:v>
                </c:pt>
                <c:pt idx="41">
                  <c:v>2.4631269306382507E-2</c:v>
                </c:pt>
                <c:pt idx="42">
                  <c:v>2.7048099546881761E-2</c:v>
                </c:pt>
                <c:pt idx="43">
                  <c:v>2.965458484734125E-2</c:v>
                </c:pt>
                <c:pt idx="44">
                  <c:v>3.2460265643697445E-2</c:v>
                </c:pt>
                <c:pt idx="45">
                  <c:v>3.5474592846231424E-2</c:v>
                </c:pt>
                <c:pt idx="46">
                  <c:v>3.8706856147455608E-2</c:v>
                </c:pt>
                <c:pt idx="47">
                  <c:v>4.2166106961770311E-2</c:v>
                </c:pt>
                <c:pt idx="48">
                  <c:v>4.5861076271054887E-2</c:v>
                </c:pt>
                <c:pt idx="49">
                  <c:v>4.9800087735070775E-2</c:v>
                </c:pt>
                <c:pt idx="50">
                  <c:v>5.3990966513188063E-2</c:v>
                </c:pt>
                <c:pt idx="51">
                  <c:v>5.8440944333451469E-2</c:v>
                </c:pt>
                <c:pt idx="52">
                  <c:v>6.3156561435198655E-2</c:v>
                </c:pt>
                <c:pt idx="53">
                  <c:v>6.8143566101044578E-2</c:v>
                </c:pt>
                <c:pt idx="54">
                  <c:v>7.3406812581656919E-2</c:v>
                </c:pt>
                <c:pt idx="55">
                  <c:v>7.8950158300894177E-2</c:v>
                </c:pt>
                <c:pt idx="56">
                  <c:v>8.4776361308022255E-2</c:v>
                </c:pt>
                <c:pt idx="57">
                  <c:v>9.0886979016282898E-2</c:v>
                </c:pt>
                <c:pt idx="58">
                  <c:v>9.7282269331467469E-2</c:v>
                </c:pt>
                <c:pt idx="59">
                  <c:v>0.10396109532876419</c:v>
                </c:pt>
                <c:pt idx="60">
                  <c:v>0.11092083467945554</c:v>
                </c:pt>
                <c:pt idx="61">
                  <c:v>0.11815729505958227</c:v>
                </c:pt>
                <c:pt idx="62">
                  <c:v>0.12566463678908815</c:v>
                </c:pt>
                <c:pt idx="63">
                  <c:v>0.13343530395100231</c:v>
                </c:pt>
                <c:pt idx="64">
                  <c:v>0.14145996522483878</c:v>
                </c:pt>
                <c:pt idx="65">
                  <c:v>0.14972746563574488</c:v>
                </c:pt>
                <c:pt idx="66">
                  <c:v>0.15822479037038306</c:v>
                </c:pt>
                <c:pt idx="67">
                  <c:v>0.16693704174171387</c:v>
                </c:pt>
                <c:pt idx="68">
                  <c:v>0.17584743029766242</c:v>
                </c:pt>
                <c:pt idx="69">
                  <c:v>0.18493728096330536</c:v>
                </c:pt>
                <c:pt idx="70">
                  <c:v>0.19418605498321304</c:v>
                </c:pt>
                <c:pt idx="71">
                  <c:v>0.20357138829075938</c:v>
                </c:pt>
                <c:pt idx="72">
                  <c:v>0.21306914677571784</c:v>
                </c:pt>
                <c:pt idx="73">
                  <c:v>0.22265349875176113</c:v>
                </c:pt>
                <c:pt idx="74">
                  <c:v>0.2322970047433662</c:v>
                </c:pt>
                <c:pt idx="75">
                  <c:v>0.24197072451914337</c:v>
                </c:pt>
                <c:pt idx="76">
                  <c:v>0.25164434109811712</c:v>
                </c:pt>
                <c:pt idx="77">
                  <c:v>0.26128630124955315</c:v>
                </c:pt>
                <c:pt idx="78">
                  <c:v>0.27086397179833804</c:v>
                </c:pt>
                <c:pt idx="79">
                  <c:v>0.28034381083962062</c:v>
                </c:pt>
                <c:pt idx="80">
                  <c:v>0.28969155276148278</c:v>
                </c:pt>
                <c:pt idx="81">
                  <c:v>0.29887240577595287</c:v>
                </c:pt>
                <c:pt idx="82">
                  <c:v>0.30785126046985301</c:v>
                </c:pt>
                <c:pt idx="83">
                  <c:v>0.31659290771089288</c:v>
                </c:pt>
                <c:pt idx="84">
                  <c:v>0.32506226408408212</c:v>
                </c:pt>
                <c:pt idx="85">
                  <c:v>0.33322460289179967</c:v>
                </c:pt>
                <c:pt idx="86">
                  <c:v>0.34104578863035256</c:v>
                </c:pt>
                <c:pt idx="87">
                  <c:v>0.34849251275897447</c:v>
                </c:pt>
                <c:pt idx="88">
                  <c:v>0.35553252850599709</c:v>
                </c:pt>
                <c:pt idx="89">
                  <c:v>0.36213488241309222</c:v>
                </c:pt>
                <c:pt idx="90">
                  <c:v>0.36827014030332339</c:v>
                </c:pt>
                <c:pt idx="91">
                  <c:v>0.37391060537312842</c:v>
                </c:pt>
                <c:pt idx="92">
                  <c:v>0.37903052615270172</c:v>
                </c:pt>
                <c:pt idx="93">
                  <c:v>0.38360629215347858</c:v>
                </c:pt>
                <c:pt idx="94">
                  <c:v>0.38761661512501416</c:v>
                </c:pt>
                <c:pt idx="95">
                  <c:v>0.39104269397545594</c:v>
                </c:pt>
                <c:pt idx="96">
                  <c:v>0.39386836156854083</c:v>
                </c:pt>
                <c:pt idx="97">
                  <c:v>0.3960802117936561</c:v>
                </c:pt>
                <c:pt idx="98">
                  <c:v>0.39766770551160885</c:v>
                </c:pt>
                <c:pt idx="99">
                  <c:v>0.39862325420460504</c:v>
                </c:pt>
                <c:pt idx="100">
                  <c:v>0.3989422804014327</c:v>
                </c:pt>
                <c:pt idx="101">
                  <c:v>0.39862325420460504</c:v>
                </c:pt>
                <c:pt idx="102">
                  <c:v>0.39766770551160885</c:v>
                </c:pt>
                <c:pt idx="103">
                  <c:v>0.3960802117936561</c:v>
                </c:pt>
                <c:pt idx="104">
                  <c:v>0.39386836156854083</c:v>
                </c:pt>
                <c:pt idx="105">
                  <c:v>0.39104269397545588</c:v>
                </c:pt>
                <c:pt idx="106">
                  <c:v>0.38761661512501411</c:v>
                </c:pt>
                <c:pt idx="107">
                  <c:v>0.38360629215347852</c:v>
                </c:pt>
                <c:pt idx="108">
                  <c:v>0.37903052615270166</c:v>
                </c:pt>
                <c:pt idx="109">
                  <c:v>0.37391060537312837</c:v>
                </c:pt>
                <c:pt idx="110">
                  <c:v>0.36827014030332328</c:v>
                </c:pt>
                <c:pt idx="111">
                  <c:v>0.36213488241309216</c:v>
                </c:pt>
                <c:pt idx="112">
                  <c:v>0.35553252850599704</c:v>
                </c:pt>
                <c:pt idx="113">
                  <c:v>0.34849251275897447</c:v>
                </c:pt>
                <c:pt idx="114">
                  <c:v>0.34104578863035245</c:v>
                </c:pt>
                <c:pt idx="115">
                  <c:v>0.33322460289179956</c:v>
                </c:pt>
                <c:pt idx="116">
                  <c:v>0.32506226408408218</c:v>
                </c:pt>
                <c:pt idx="117">
                  <c:v>0.31659290771089288</c:v>
                </c:pt>
                <c:pt idx="118">
                  <c:v>0.30785126046985301</c:v>
                </c:pt>
                <c:pt idx="119">
                  <c:v>0.29887240577595287</c:v>
                </c:pt>
                <c:pt idx="120">
                  <c:v>0.28969155276148278</c:v>
                </c:pt>
                <c:pt idx="121">
                  <c:v>0.28034381083962062</c:v>
                </c:pt>
                <c:pt idx="122">
                  <c:v>0.27086397179833804</c:v>
                </c:pt>
                <c:pt idx="123">
                  <c:v>0.26128630124955315</c:v>
                </c:pt>
                <c:pt idx="124">
                  <c:v>0.25164434109811712</c:v>
                </c:pt>
                <c:pt idx="125">
                  <c:v>0.24197072451914337</c:v>
                </c:pt>
                <c:pt idx="126">
                  <c:v>0.2322970047433662</c:v>
                </c:pt>
                <c:pt idx="127">
                  <c:v>0.22265349875176113</c:v>
                </c:pt>
                <c:pt idx="128">
                  <c:v>0.21306914677571784</c:v>
                </c:pt>
                <c:pt idx="129">
                  <c:v>0.20357138829075938</c:v>
                </c:pt>
                <c:pt idx="130">
                  <c:v>0.19418605498321292</c:v>
                </c:pt>
                <c:pt idx="131">
                  <c:v>0.18493728096330525</c:v>
                </c:pt>
                <c:pt idx="132">
                  <c:v>0.17584743029766231</c:v>
                </c:pt>
                <c:pt idx="133">
                  <c:v>0.16693704174171375</c:v>
                </c:pt>
                <c:pt idx="134">
                  <c:v>0.15822479037038298</c:v>
                </c:pt>
                <c:pt idx="135">
                  <c:v>0.14972746563574479</c:v>
                </c:pt>
                <c:pt idx="136">
                  <c:v>0.1414599652248387</c:v>
                </c:pt>
                <c:pt idx="137">
                  <c:v>0.1334353039510022</c:v>
                </c:pt>
                <c:pt idx="138">
                  <c:v>0.12566463678908804</c:v>
                </c:pt>
                <c:pt idx="139">
                  <c:v>0.11815729505958221</c:v>
                </c:pt>
                <c:pt idx="140">
                  <c:v>0.11092083467945546</c:v>
                </c:pt>
                <c:pt idx="141">
                  <c:v>0.10396109532876426</c:v>
                </c:pt>
                <c:pt idx="142">
                  <c:v>9.7282269331467539E-2</c:v>
                </c:pt>
                <c:pt idx="143">
                  <c:v>9.0886979016282898E-2</c:v>
                </c:pt>
                <c:pt idx="144">
                  <c:v>8.4776361308022255E-2</c:v>
                </c:pt>
                <c:pt idx="145">
                  <c:v>7.8950158300894177E-2</c:v>
                </c:pt>
                <c:pt idx="146">
                  <c:v>7.3406812581656919E-2</c:v>
                </c:pt>
                <c:pt idx="147">
                  <c:v>6.8143566101044578E-2</c:v>
                </c:pt>
                <c:pt idx="148">
                  <c:v>6.3156561435198655E-2</c:v>
                </c:pt>
                <c:pt idx="149">
                  <c:v>5.8440944333451469E-2</c:v>
                </c:pt>
                <c:pt idx="150">
                  <c:v>5.3990966513188063E-2</c:v>
                </c:pt>
                <c:pt idx="151">
                  <c:v>4.9800087735070775E-2</c:v>
                </c:pt>
                <c:pt idx="152">
                  <c:v>4.5861076271054887E-2</c:v>
                </c:pt>
                <c:pt idx="153">
                  <c:v>4.2166106961770311E-2</c:v>
                </c:pt>
                <c:pt idx="154">
                  <c:v>3.8706856147455608E-2</c:v>
                </c:pt>
                <c:pt idx="155">
                  <c:v>3.5474592846231424E-2</c:v>
                </c:pt>
                <c:pt idx="156">
                  <c:v>3.2460265643697445E-2</c:v>
                </c:pt>
                <c:pt idx="157">
                  <c:v>2.965458484734125E-2</c:v>
                </c:pt>
                <c:pt idx="158">
                  <c:v>2.7048099546881761E-2</c:v>
                </c:pt>
                <c:pt idx="159">
                  <c:v>2.4631269306382486E-2</c:v>
                </c:pt>
                <c:pt idx="160">
                  <c:v>2.2394530294842882E-2</c:v>
                </c:pt>
                <c:pt idx="161">
                  <c:v>2.032835573822582E-2</c:v>
                </c:pt>
                <c:pt idx="162">
                  <c:v>1.8423310646862031E-2</c:v>
                </c:pt>
                <c:pt idx="163">
                  <c:v>1.6670100837381043E-2</c:v>
                </c:pt>
                <c:pt idx="164">
                  <c:v>1.505961632737743E-2</c:v>
                </c:pt>
                <c:pt idx="165">
                  <c:v>1.3582969233685602E-2</c:v>
                </c:pt>
                <c:pt idx="166">
                  <c:v>1.2231526351277954E-2</c:v>
                </c:pt>
                <c:pt idx="167">
                  <c:v>1.0996936629405587E-2</c:v>
                </c:pt>
                <c:pt idx="168">
                  <c:v>9.8711537947511439E-3</c:v>
                </c:pt>
                <c:pt idx="169">
                  <c:v>8.8464543982372315E-3</c:v>
                </c:pt>
                <c:pt idx="170">
                  <c:v>7.9154515829799686E-3</c:v>
                </c:pt>
                <c:pt idx="171">
                  <c:v>7.0711048860194487E-3</c:v>
                </c:pt>
                <c:pt idx="172">
                  <c:v>6.3067263962659275E-3</c:v>
                </c:pt>
                <c:pt idx="173">
                  <c:v>5.615983595990969E-3</c:v>
                </c:pt>
                <c:pt idx="174">
                  <c:v>4.9928992136123763E-3</c:v>
                </c:pt>
                <c:pt idx="175">
                  <c:v>4.4318484119380075E-3</c:v>
                </c:pt>
                <c:pt idx="176">
                  <c:v>3.9275536289247789E-3</c:v>
                </c:pt>
                <c:pt idx="177">
                  <c:v>3.4750773778549375E-3</c:v>
                </c:pt>
                <c:pt idx="178">
                  <c:v>3.0698133011047403E-3</c:v>
                </c:pt>
                <c:pt idx="179">
                  <c:v>2.7074757568406999E-3</c:v>
                </c:pt>
                <c:pt idx="180">
                  <c:v>2.3840882014648404E-3</c:v>
                </c:pt>
                <c:pt idx="181">
                  <c:v>2.0959706128579419E-3</c:v>
                </c:pt>
                <c:pt idx="182">
                  <c:v>1.8397261808242775E-3</c:v>
                </c:pt>
                <c:pt idx="183">
                  <c:v>1.6122274719771231E-3</c:v>
                </c:pt>
                <c:pt idx="184">
                  <c:v>1.4106022569413824E-3</c:v>
                </c:pt>
                <c:pt idx="185">
                  <c:v>1.2322191684730175E-3</c:v>
                </c:pt>
                <c:pt idx="186">
                  <c:v>1.0746733401537337E-3</c:v>
                </c:pt>
                <c:pt idx="187">
                  <c:v>9.3577215692747804E-4</c:v>
                </c:pt>
                <c:pt idx="188">
                  <c:v>8.1352123108180689E-4</c:v>
                </c:pt>
                <c:pt idx="189">
                  <c:v>7.0611070048803501E-4</c:v>
                </c:pt>
                <c:pt idx="190">
                  <c:v>6.1190193011377092E-4</c:v>
                </c:pt>
                <c:pt idx="191">
                  <c:v>5.2941468309493378E-4</c:v>
                </c:pt>
                <c:pt idx="192">
                  <c:v>4.5731481405985762E-4</c:v>
                </c:pt>
                <c:pt idx="193">
                  <c:v>3.9440252496915693E-4</c:v>
                </c:pt>
                <c:pt idx="194">
                  <c:v>3.3960121248365478E-4</c:v>
                </c:pt>
                <c:pt idx="195">
                  <c:v>2.9194692579146027E-4</c:v>
                </c:pt>
                <c:pt idx="196">
                  <c:v>2.5057844489086075E-4</c:v>
                </c:pt>
                <c:pt idx="197">
                  <c:v>2.1472798150036704E-4</c:v>
                </c:pt>
                <c:pt idx="198">
                  <c:v>1.8371249800245711E-4</c:v>
                </c:pt>
                <c:pt idx="199">
                  <c:v>1.5692563406553226E-4</c:v>
                </c:pt>
                <c:pt idx="200">
                  <c:v>1.3383022576488537E-4</c:v>
                </c:pt>
              </c:numCache>
            </c:numRef>
          </c:val>
          <c:smooth val="1"/>
        </c:ser>
        <c:ser>
          <c:idx val="4"/>
          <c:order val="3"/>
          <c:spPr>
            <a:ln w="28575">
              <a:noFill/>
            </a:ln>
          </c:spPr>
          <c:marker>
            <c:symbol val="plus"/>
            <c:size val="5"/>
            <c:spPr>
              <a:noFill/>
              <a:ln>
                <a:solidFill>
                  <a:srgbClr val="000000"/>
                </a:solidFill>
                <a:prstDash val="solid"/>
              </a:ln>
            </c:spPr>
          </c:marker>
          <c:dLbls>
            <c:dLbl>
              <c:idx val="141"/>
              <c:layout/>
              <c:tx>
                <c:rich>
                  <a:bodyPr/>
                  <a:lstStyle/>
                  <a:p>
                    <a:r>
                      <a:rPr lang="en-US"/>
                      <a:t>1.645</a:t>
                    </a:r>
                  </a:p>
                </c:rich>
              </c:tx>
              <c:dLblPos val="b"/>
              <c:showLegendKey val="0"/>
              <c:showVal val="0"/>
              <c:showCatName val="1"/>
              <c:showSerName val="0"/>
              <c:showPercent val="0"/>
              <c:showBubbleSize val="0"/>
            </c:dLbl>
            <c:dLbl>
              <c:idx val="158"/>
              <c:layout/>
              <c:tx>
                <c:rich>
                  <a:bodyPr/>
                  <a:lstStyle/>
                  <a:p>
                    <a:r>
                      <a:rPr lang="en-US"/>
                      <a:t>2.33</a:t>
                    </a:r>
                  </a:p>
                </c:rich>
              </c:tx>
              <c:dLblPos val="b"/>
              <c:showLegendKey val="0"/>
              <c:showVal val="0"/>
              <c:showCatName val="1"/>
              <c:showSerName val="0"/>
              <c:showPercent val="0"/>
              <c:showBubbleSize val="0"/>
            </c:dLbl>
            <c:txPr>
              <a:bodyPr rot="0" vert="horz"/>
              <a:lstStyle/>
              <a:p>
                <a:pPr algn="ctr">
                  <a:defRPr sz="1100" b="1"/>
                </a:pPr>
                <a:endParaRPr lang="en-US"/>
              </a:p>
            </c:txPr>
            <c:dLblPos val="b"/>
            <c:showLegendKey val="0"/>
            <c:showVal val="0"/>
            <c:showCatName val="1"/>
            <c:showSerName val="0"/>
            <c:showPercent val="0"/>
            <c:showBubbleSize val="0"/>
            <c:showLeaderLines val="0"/>
          </c:dLbls>
          <c:cat>
            <c:strRef>
              <c:f>Normal!$O$2:$O$202</c:f>
              <c:strCache>
                <c:ptCount val="201"/>
                <c:pt idx="0">
                  <c:v>-4</c:v>
                </c:pt>
                <c:pt idx="68">
                  <c:v>-1.28</c:v>
                </c:pt>
                <c:pt idx="100">
                  <c:v>0</c:v>
                </c:pt>
                <c:pt idx="200">
                  <c:v>4</c:v>
                </c:pt>
              </c:strCache>
            </c:strRef>
          </c:cat>
          <c:val>
            <c:numRef>
              <c:f>Normal!$P$2:$P$202</c:f>
              <c:numCache>
                <c:formatCode>General</c:formatCode>
                <c:ptCount val="201"/>
                <c:pt idx="0">
                  <c:v>0</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0</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0</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#N/A</c:v>
                </c:pt>
                <c:pt idx="143">
                  <c:v>#N/A</c:v>
                </c:pt>
                <c:pt idx="144">
                  <c:v>#N/A</c:v>
                </c:pt>
                <c:pt idx="145">
                  <c:v>#N/A</c:v>
                </c:pt>
                <c:pt idx="146">
                  <c:v>#N/A</c:v>
                </c:pt>
                <c:pt idx="147">
                  <c:v>#N/A</c:v>
                </c:pt>
                <c:pt idx="148">
                  <c:v>#N/A</c:v>
                </c:pt>
                <c:pt idx="149">
                  <c:v>#N/A</c:v>
                </c:pt>
                <c:pt idx="150">
                  <c:v>#N/A</c:v>
                </c:pt>
                <c:pt idx="151">
                  <c:v>#N/A</c:v>
                </c:pt>
                <c:pt idx="152">
                  <c:v>#N/A</c:v>
                </c:pt>
                <c:pt idx="153">
                  <c:v>#N/A</c:v>
                </c:pt>
                <c:pt idx="154">
                  <c:v>#N/A</c:v>
                </c:pt>
                <c:pt idx="155">
                  <c:v>#N/A</c:v>
                </c:pt>
                <c:pt idx="156">
                  <c:v>#N/A</c:v>
                </c:pt>
                <c:pt idx="157">
                  <c:v>#N/A</c:v>
                </c:pt>
                <c:pt idx="158">
                  <c:v>#N/A</c:v>
                </c:pt>
                <c:pt idx="159">
                  <c:v>#N/A</c:v>
                </c:pt>
                <c:pt idx="160">
                  <c:v>#N/A</c:v>
                </c:pt>
                <c:pt idx="161">
                  <c:v>#N/A</c:v>
                </c:pt>
                <c:pt idx="162">
                  <c:v>#N/A</c:v>
                </c:pt>
                <c:pt idx="163">
                  <c:v>#N/A</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0</c:v>
                </c:pt>
              </c:numCache>
            </c:numRef>
          </c:val>
          <c:smooth val="0"/>
        </c:ser>
        <c:dLbls>
          <c:showLegendKey val="0"/>
          <c:showVal val="0"/>
          <c:showCatName val="0"/>
          <c:showSerName val="0"/>
          <c:showPercent val="0"/>
          <c:showBubbleSize val="0"/>
        </c:dLbls>
        <c:marker val="1"/>
        <c:smooth val="0"/>
        <c:axId val="82163200"/>
        <c:axId val="82164736"/>
      </c:lineChart>
      <c:catAx>
        <c:axId val="82163200"/>
        <c:scaling>
          <c:orientation val="minMax"/>
        </c:scaling>
        <c:delete val="0"/>
        <c:axPos val="b"/>
        <c:numFmt formatCode="General" sourceLinked="1"/>
        <c:majorTickMark val="none"/>
        <c:minorTickMark val="none"/>
        <c:tickLblPos val="none"/>
        <c:spPr>
          <a:ln w="3175">
            <a:solidFill>
              <a:srgbClr val="000000"/>
            </a:solidFill>
            <a:prstDash val="solid"/>
          </a:ln>
        </c:spPr>
        <c:txPr>
          <a:bodyPr rot="0" vert="horz"/>
          <a:lstStyle/>
          <a:p>
            <a:pPr>
              <a:defRPr sz="800" b="0" i="0" u="none" strike="noStrike" baseline="0">
                <a:solidFill>
                  <a:srgbClr val="000000"/>
                </a:solidFill>
                <a:latin typeface="Arial"/>
                <a:ea typeface="Arial"/>
                <a:cs typeface="Arial"/>
              </a:defRPr>
            </a:pPr>
            <a:endParaRPr lang="en-US"/>
          </a:p>
        </c:txPr>
        <c:crossAx val="82164736"/>
        <c:crosses val="autoZero"/>
        <c:auto val="0"/>
        <c:lblAlgn val="ctr"/>
        <c:lblOffset val="100"/>
        <c:tickLblSkip val="20"/>
        <c:tickMarkSkip val="20"/>
        <c:noMultiLvlLbl val="0"/>
      </c:catAx>
      <c:valAx>
        <c:axId val="82164736"/>
        <c:scaling>
          <c:orientation val="minMax"/>
          <c:min val="0"/>
        </c:scaling>
        <c:delete val="0"/>
        <c:axPos val="l"/>
        <c:numFmt formatCode="General" sourceLinked="1"/>
        <c:majorTickMark val="out"/>
        <c:minorTickMark val="none"/>
        <c:tickLblPos val="nextTo"/>
        <c:spPr>
          <a:ln w="3175">
            <a:solidFill>
              <a:srgbClr val="000000"/>
            </a:solidFill>
            <a:prstDash val="solid"/>
          </a:ln>
        </c:spPr>
        <c:txPr>
          <a:bodyPr rot="0" vert="horz"/>
          <a:lstStyle/>
          <a:p>
            <a:pPr>
              <a:defRPr sz="800" b="0" i="0" u="none" strike="noStrike" baseline="0">
                <a:solidFill>
                  <a:srgbClr val="000000"/>
                </a:solidFill>
                <a:latin typeface="Arial"/>
                <a:ea typeface="Arial"/>
                <a:cs typeface="Arial"/>
              </a:defRPr>
            </a:pPr>
            <a:endParaRPr lang="en-US"/>
          </a:p>
        </c:txPr>
        <c:crossAx val="82163200"/>
        <c:crosses val="autoZero"/>
        <c:crossBetween val="between"/>
      </c:valAx>
      <c:spPr>
        <a:noFill/>
        <a:ln w="25400">
          <a:noFill/>
        </a:ln>
      </c:spPr>
    </c:plotArea>
    <c:plotVisOnly val="1"/>
    <c:dispBlanksAs val="gap"/>
    <c:showDLblsOverMax val="0"/>
  </c:chart>
  <c:spPr>
    <a:solidFill>
      <a:srgbClr val="FFFFFF"/>
    </a:solidFill>
    <a:ln w="9525">
      <a:noFill/>
    </a:ln>
  </c:spPr>
  <c:txPr>
    <a:bodyPr/>
    <a:lstStyle/>
    <a:p>
      <a:pPr>
        <a:defRPr sz="1000" b="0" i="0" u="none" strike="noStrike" baseline="0">
          <a:solidFill>
            <a:srgbClr val="000000"/>
          </a:solidFill>
          <a:latin typeface="Arial"/>
          <a:ea typeface="Arial"/>
          <a:cs typeface="Arial"/>
        </a:defRPr>
      </a:pPr>
      <a:endParaRPr lang="en-US"/>
    </a:p>
  </c:txPr>
  <c:externalData r:id="rId1">
    <c:autoUpdate val="0"/>
  </c:externalData>
  <c:userShapes r:id="rId2"/>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strRef>
          <c:f>Normal!$J$11</c:f>
          <c:strCache>
            <c:ptCount val="1"/>
          </c:strCache>
        </c:strRef>
      </c:tx>
      <c:layout>
        <c:manualLayout>
          <c:xMode val="edge"/>
          <c:yMode val="edge"/>
          <c:x val="0.3770053475935829"/>
          <c:y val="4.2553191489361701E-2"/>
        </c:manualLayout>
      </c:layout>
      <c:overlay val="0"/>
      <c:spPr>
        <a:noFill/>
        <a:ln w="25400">
          <a:noFill/>
        </a:ln>
      </c:spPr>
      <c:txPr>
        <a:bodyPr/>
        <a:lstStyle/>
        <a:p>
          <a:pPr>
            <a:defRPr sz="800" b="0" i="0" u="none" strike="noStrike" baseline="0">
              <a:solidFill>
                <a:srgbClr val="800080"/>
              </a:solidFill>
              <a:latin typeface="Arial"/>
              <a:ea typeface="Arial"/>
              <a:cs typeface="Arial"/>
            </a:defRPr>
          </a:pPr>
          <a:endParaRPr lang="en-US"/>
        </a:p>
      </c:txPr>
    </c:title>
    <c:autoTitleDeleted val="0"/>
    <c:plotArea>
      <c:layout>
        <c:manualLayout>
          <c:layoutTarget val="inner"/>
          <c:xMode val="edge"/>
          <c:yMode val="edge"/>
          <c:x val="0.12923351158645277"/>
          <c:y val="0.15319193611436868"/>
          <c:w val="0.78253119429590012"/>
          <c:h val="0.61276723064999716"/>
        </c:manualLayout>
      </c:layout>
      <c:barChart>
        <c:barDir val="col"/>
        <c:grouping val="clustered"/>
        <c:varyColors val="0"/>
        <c:ser>
          <c:idx val="1"/>
          <c:order val="0"/>
          <c:spPr>
            <a:solidFill>
              <a:srgbClr val="800080"/>
            </a:solidFill>
            <a:ln w="25400">
              <a:noFill/>
            </a:ln>
          </c:spPr>
          <c:invertIfNegative val="0"/>
          <c:cat>
            <c:strRef>
              <c:f>Normal!$O$2:$O$202</c:f>
              <c:strCache>
                <c:ptCount val="201"/>
                <c:pt idx="0">
                  <c:v>-4</c:v>
                </c:pt>
                <c:pt idx="59">
                  <c:v>-1.645</c:v>
                </c:pt>
                <c:pt idx="100">
                  <c:v>0</c:v>
                </c:pt>
                <c:pt idx="200">
                  <c:v>4</c:v>
                </c:pt>
              </c:strCache>
            </c:strRef>
          </c:cat>
          <c:val>
            <c:numRef>
              <c:f>Normal!$M$2:$M$202</c:f>
              <c:numCache>
                <c:formatCode>General</c:formatCode>
                <c:ptCount val="201"/>
                <c:pt idx="0">
                  <c:v>1.3383022576488537E-4</c:v>
                </c:pt>
                <c:pt idx="1">
                  <c:v>1.5692563406553226E-4</c:v>
                </c:pt>
                <c:pt idx="2">
                  <c:v>1.8371249800245711E-4</c:v>
                </c:pt>
                <c:pt idx="3">
                  <c:v>2.1472798150036704E-4</c:v>
                </c:pt>
                <c:pt idx="4">
                  <c:v>2.5057844489086075E-4</c:v>
                </c:pt>
                <c:pt idx="5">
                  <c:v>2.9194692579146027E-4</c:v>
                </c:pt>
                <c:pt idx="6">
                  <c:v>3.3960121248365478E-4</c:v>
                </c:pt>
                <c:pt idx="7">
                  <c:v>3.9440252496915693E-4</c:v>
                </c:pt>
                <c:pt idx="8">
                  <c:v>4.5731481405985675E-4</c:v>
                </c:pt>
                <c:pt idx="9">
                  <c:v>5.2941468309493475E-4</c:v>
                </c:pt>
                <c:pt idx="10">
                  <c:v>6.119019301137719E-4</c:v>
                </c:pt>
                <c:pt idx="11">
                  <c:v>7.061107004880362E-4</c:v>
                </c:pt>
                <c:pt idx="12">
                  <c:v>8.1352123108180841E-4</c:v>
                </c:pt>
                <c:pt idx="13">
                  <c:v>9.3577215692747977E-4</c:v>
                </c:pt>
                <c:pt idx="14">
                  <c:v>1.0746733401537356E-3</c:v>
                </c:pt>
                <c:pt idx="15">
                  <c:v>1.2322191684730199E-3</c:v>
                </c:pt>
                <c:pt idx="16">
                  <c:v>1.4106022569413848E-3</c:v>
                </c:pt>
                <c:pt idx="17">
                  <c:v>1.6122274719771244E-3</c:v>
                </c:pt>
                <c:pt idx="18">
                  <c:v>1.8397261808242775E-3</c:v>
                </c:pt>
                <c:pt idx="19">
                  <c:v>2.0959706128579419E-3</c:v>
                </c:pt>
                <c:pt idx="20">
                  <c:v>2.3840882014648404E-3</c:v>
                </c:pt>
                <c:pt idx="21">
                  <c:v>2.7074757568406999E-3</c:v>
                </c:pt>
                <c:pt idx="22">
                  <c:v>3.0698133011047403E-3</c:v>
                </c:pt>
                <c:pt idx="23">
                  <c:v>3.4750773778549375E-3</c:v>
                </c:pt>
                <c:pt idx="24">
                  <c:v>3.9275536289247789E-3</c:v>
                </c:pt>
                <c:pt idx="25">
                  <c:v>4.4318484119380075E-3</c:v>
                </c:pt>
                <c:pt idx="26">
                  <c:v>4.9928992136123763E-3</c:v>
                </c:pt>
                <c:pt idx="27">
                  <c:v>5.615983595990969E-3</c:v>
                </c:pt>
                <c:pt idx="28">
                  <c:v>6.3067263962659275E-3</c:v>
                </c:pt>
                <c:pt idx="29">
                  <c:v>7.0711048860194487E-3</c:v>
                </c:pt>
                <c:pt idx="30">
                  <c:v>7.9154515829799686E-3</c:v>
                </c:pt>
                <c:pt idx="31">
                  <c:v>8.8464543982372315E-3</c:v>
                </c:pt>
                <c:pt idx="32">
                  <c:v>9.8711537947511439E-3</c:v>
                </c:pt>
                <c:pt idx="33">
                  <c:v>1.0996936629405587E-2</c:v>
                </c:pt>
                <c:pt idx="34">
                  <c:v>1.2231526351277987E-2</c:v>
                </c:pt>
                <c:pt idx="35">
                  <c:v>1.3582969233685634E-2</c:v>
                </c:pt>
                <c:pt idx="36">
                  <c:v>1.5059616327377449E-2</c:v>
                </c:pt>
                <c:pt idx="37">
                  <c:v>1.6670100837381057E-2</c:v>
                </c:pt>
                <c:pt idx="38">
                  <c:v>1.8423310646862048E-2</c:v>
                </c:pt>
                <c:pt idx="39">
                  <c:v>2.0328355738225837E-2</c:v>
                </c:pt>
                <c:pt idx="40">
                  <c:v>2.2394530294842899E-2</c:v>
                </c:pt>
                <c:pt idx="41">
                  <c:v>2.4631269306382507E-2</c:v>
                </c:pt>
                <c:pt idx="42">
                  <c:v>2.7048099546881761E-2</c:v>
                </c:pt>
                <c:pt idx="43">
                  <c:v>2.965458484734125E-2</c:v>
                </c:pt>
                <c:pt idx="44">
                  <c:v>3.2460265643697445E-2</c:v>
                </c:pt>
                <c:pt idx="45">
                  <c:v>3.5474592846231424E-2</c:v>
                </c:pt>
                <c:pt idx="46">
                  <c:v>3.8706856147455608E-2</c:v>
                </c:pt>
                <c:pt idx="47">
                  <c:v>4.2166106961770311E-2</c:v>
                </c:pt>
                <c:pt idx="48">
                  <c:v>4.5861076271054887E-2</c:v>
                </c:pt>
                <c:pt idx="49">
                  <c:v>4.9800087735070775E-2</c:v>
                </c:pt>
                <c:pt idx="50">
                  <c:v>5.3990966513188063E-2</c:v>
                </c:pt>
                <c:pt idx="51">
                  <c:v>5.8440944333451469E-2</c:v>
                </c:pt>
                <c:pt idx="52">
                  <c:v>6.3156561435198655E-2</c:v>
                </c:pt>
                <c:pt idx="53">
                  <c:v>6.8143566101044578E-2</c:v>
                </c:pt>
                <c:pt idx="54">
                  <c:v>7.3406812581656919E-2</c:v>
                </c:pt>
                <c:pt idx="55">
                  <c:v>7.8950158300894177E-2</c:v>
                </c:pt>
                <c:pt idx="56">
                  <c:v>8.4776361308022255E-2</c:v>
                </c:pt>
                <c:pt idx="57">
                  <c:v>9.0886979016282898E-2</c:v>
                </c:pt>
                <c:pt idx="58">
                  <c:v>9.7282269331467469E-2</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#N/A</c:v>
                </c:pt>
                <c:pt idx="143">
                  <c:v>#N/A</c:v>
                </c:pt>
                <c:pt idx="144">
                  <c:v>#N/A</c:v>
                </c:pt>
                <c:pt idx="145">
                  <c:v>#N/A</c:v>
                </c:pt>
                <c:pt idx="146">
                  <c:v>#N/A</c:v>
                </c:pt>
                <c:pt idx="147">
                  <c:v>#N/A</c:v>
                </c:pt>
                <c:pt idx="148">
                  <c:v>#N/A</c:v>
                </c:pt>
                <c:pt idx="149">
                  <c:v>#N/A</c:v>
                </c:pt>
                <c:pt idx="150">
                  <c:v>#N/A</c:v>
                </c:pt>
                <c:pt idx="151">
                  <c:v>#N/A</c:v>
                </c:pt>
                <c:pt idx="152">
                  <c:v>#N/A</c:v>
                </c:pt>
                <c:pt idx="153">
                  <c:v>#N/A</c:v>
                </c:pt>
                <c:pt idx="154">
                  <c:v>#N/A</c:v>
                </c:pt>
                <c:pt idx="155">
                  <c:v>#N/A</c:v>
                </c:pt>
                <c:pt idx="156">
                  <c:v>#N/A</c:v>
                </c:pt>
                <c:pt idx="157">
                  <c:v>#N/A</c:v>
                </c:pt>
                <c:pt idx="158">
                  <c:v>#N/A</c:v>
                </c:pt>
                <c:pt idx="159">
                  <c:v>#N/A</c:v>
                </c:pt>
                <c:pt idx="160">
                  <c:v>#N/A</c:v>
                </c:pt>
                <c:pt idx="161">
                  <c:v>#N/A</c:v>
                </c:pt>
                <c:pt idx="162">
                  <c:v>#N/A</c:v>
                </c:pt>
                <c:pt idx="163">
                  <c:v>#N/A</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#N/A</c:v>
                </c:pt>
              </c:numCache>
            </c:numRef>
          </c:val>
        </c:ser>
        <c:ser>
          <c:idx val="2"/>
          <c:order val="1"/>
          <c:spPr>
            <a:solidFill>
              <a:srgbClr val="800080"/>
            </a:solidFill>
            <a:ln w="25400">
              <a:noFill/>
            </a:ln>
          </c:spPr>
          <c:invertIfNegative val="0"/>
          <c:cat>
            <c:numRef>
              <c:f>Normal!$K$2:$K$202</c:f>
              <c:numCache>
                <c:formatCode>General</c:formatCode>
                <c:ptCount val="201"/>
                <c:pt idx="0">
                  <c:v>-4</c:v>
                </c:pt>
                <c:pt idx="1">
                  <c:v>-3.96</c:v>
                </c:pt>
                <c:pt idx="2">
                  <c:v>-3.92</c:v>
                </c:pt>
                <c:pt idx="3">
                  <c:v>-3.88</c:v>
                </c:pt>
                <c:pt idx="4">
                  <c:v>-3.84</c:v>
                </c:pt>
                <c:pt idx="5">
                  <c:v>-3.8</c:v>
                </c:pt>
                <c:pt idx="6">
                  <c:v>-3.76</c:v>
                </c:pt>
                <c:pt idx="7">
                  <c:v>-3.7199999999999998</c:v>
                </c:pt>
                <c:pt idx="8">
                  <c:v>-3.68</c:v>
                </c:pt>
                <c:pt idx="9">
                  <c:v>-3.64</c:v>
                </c:pt>
                <c:pt idx="10">
                  <c:v>-3.6</c:v>
                </c:pt>
                <c:pt idx="11">
                  <c:v>-3.56</c:v>
                </c:pt>
                <c:pt idx="12">
                  <c:v>-3.52</c:v>
                </c:pt>
                <c:pt idx="13">
                  <c:v>-3.48</c:v>
                </c:pt>
                <c:pt idx="14">
                  <c:v>-3.44</c:v>
                </c:pt>
                <c:pt idx="15">
                  <c:v>-3.4</c:v>
                </c:pt>
                <c:pt idx="16">
                  <c:v>-3.36</c:v>
                </c:pt>
                <c:pt idx="17">
                  <c:v>-3.32</c:v>
                </c:pt>
                <c:pt idx="18">
                  <c:v>-3.2800000000000002</c:v>
                </c:pt>
                <c:pt idx="19">
                  <c:v>-3.24</c:v>
                </c:pt>
                <c:pt idx="20">
                  <c:v>-3.2</c:v>
                </c:pt>
                <c:pt idx="21">
                  <c:v>-3.16</c:v>
                </c:pt>
                <c:pt idx="22">
                  <c:v>-3.12</c:v>
                </c:pt>
                <c:pt idx="23">
                  <c:v>-3.08</c:v>
                </c:pt>
                <c:pt idx="24">
                  <c:v>-3.04</c:v>
                </c:pt>
                <c:pt idx="25">
                  <c:v>-3</c:v>
                </c:pt>
                <c:pt idx="26">
                  <c:v>-2.96</c:v>
                </c:pt>
                <c:pt idx="27">
                  <c:v>-2.92</c:v>
                </c:pt>
                <c:pt idx="28">
                  <c:v>-2.88</c:v>
                </c:pt>
                <c:pt idx="29">
                  <c:v>-2.84</c:v>
                </c:pt>
                <c:pt idx="30">
                  <c:v>-2.8</c:v>
                </c:pt>
                <c:pt idx="31">
                  <c:v>-2.76</c:v>
                </c:pt>
                <c:pt idx="32">
                  <c:v>-2.7199999999999998</c:v>
                </c:pt>
                <c:pt idx="33">
                  <c:v>-2.6799999999999997</c:v>
                </c:pt>
                <c:pt idx="34">
                  <c:v>-2.6399999999999997</c:v>
                </c:pt>
                <c:pt idx="35">
                  <c:v>-2.5999999999999996</c:v>
                </c:pt>
                <c:pt idx="36">
                  <c:v>-2.56</c:v>
                </c:pt>
                <c:pt idx="37">
                  <c:v>-2.52</c:v>
                </c:pt>
                <c:pt idx="38">
                  <c:v>-2.48</c:v>
                </c:pt>
                <c:pt idx="39">
                  <c:v>-2.44</c:v>
                </c:pt>
                <c:pt idx="40">
                  <c:v>-2.4</c:v>
                </c:pt>
                <c:pt idx="41">
                  <c:v>-2.36</c:v>
                </c:pt>
                <c:pt idx="42">
                  <c:v>-2.3200000000000003</c:v>
                </c:pt>
                <c:pt idx="43">
                  <c:v>-2.2800000000000002</c:v>
                </c:pt>
                <c:pt idx="44">
                  <c:v>-2.2400000000000002</c:v>
                </c:pt>
                <c:pt idx="45">
                  <c:v>-2.2000000000000002</c:v>
                </c:pt>
                <c:pt idx="46">
                  <c:v>-2.16</c:v>
                </c:pt>
                <c:pt idx="47">
                  <c:v>-2.12</c:v>
                </c:pt>
                <c:pt idx="48">
                  <c:v>-2.08</c:v>
                </c:pt>
                <c:pt idx="49">
                  <c:v>-2.04</c:v>
                </c:pt>
                <c:pt idx="50">
                  <c:v>-2</c:v>
                </c:pt>
                <c:pt idx="51">
                  <c:v>-1.96</c:v>
                </c:pt>
                <c:pt idx="52">
                  <c:v>-1.92</c:v>
                </c:pt>
                <c:pt idx="53">
                  <c:v>-1.88</c:v>
                </c:pt>
                <c:pt idx="54">
                  <c:v>-1.8399999999999999</c:v>
                </c:pt>
                <c:pt idx="55">
                  <c:v>-1.7999999999999998</c:v>
                </c:pt>
                <c:pt idx="56">
                  <c:v>-1.7599999999999998</c:v>
                </c:pt>
                <c:pt idx="57">
                  <c:v>-1.7199999999999998</c:v>
                </c:pt>
                <c:pt idx="58">
                  <c:v>-1.6800000000000002</c:v>
                </c:pt>
                <c:pt idx="59">
                  <c:v>-1.6400000000000001</c:v>
                </c:pt>
                <c:pt idx="60">
                  <c:v>-1.6</c:v>
                </c:pt>
                <c:pt idx="61">
                  <c:v>-1.56</c:v>
                </c:pt>
                <c:pt idx="62">
                  <c:v>-1.52</c:v>
                </c:pt>
                <c:pt idx="63">
                  <c:v>-1.48</c:v>
                </c:pt>
                <c:pt idx="64">
                  <c:v>-1.44</c:v>
                </c:pt>
                <c:pt idx="65">
                  <c:v>-1.4</c:v>
                </c:pt>
                <c:pt idx="66">
                  <c:v>-1.3599999999999999</c:v>
                </c:pt>
                <c:pt idx="67">
                  <c:v>-1.3199999999999998</c:v>
                </c:pt>
                <c:pt idx="68">
                  <c:v>-1.2799999999999998</c:v>
                </c:pt>
                <c:pt idx="69">
                  <c:v>-1.2399999999999998</c:v>
                </c:pt>
                <c:pt idx="70">
                  <c:v>-1.1999999999999997</c:v>
                </c:pt>
                <c:pt idx="71">
                  <c:v>-1.1600000000000001</c:v>
                </c:pt>
                <c:pt idx="72">
                  <c:v>-1.1200000000000001</c:v>
                </c:pt>
                <c:pt idx="73">
                  <c:v>-1.08</c:v>
                </c:pt>
                <c:pt idx="74">
                  <c:v>-1.04</c:v>
                </c:pt>
                <c:pt idx="75">
                  <c:v>-1</c:v>
                </c:pt>
                <c:pt idx="76">
                  <c:v>-0.96</c:v>
                </c:pt>
                <c:pt idx="77">
                  <c:v>-0.91999999999999993</c:v>
                </c:pt>
                <c:pt idx="78">
                  <c:v>-0.87999999999999989</c:v>
                </c:pt>
                <c:pt idx="79">
                  <c:v>-0.83999999999999986</c:v>
                </c:pt>
                <c:pt idx="80">
                  <c:v>-0.79999999999999982</c:v>
                </c:pt>
                <c:pt idx="81">
                  <c:v>-0.75999999999999979</c:v>
                </c:pt>
                <c:pt idx="82">
                  <c:v>-0.71999999999999975</c:v>
                </c:pt>
                <c:pt idx="83">
                  <c:v>-0.67999999999999972</c:v>
                </c:pt>
                <c:pt idx="84">
                  <c:v>-0.64000000000000012</c:v>
                </c:pt>
                <c:pt idx="85">
                  <c:v>-0.60000000000000009</c:v>
                </c:pt>
                <c:pt idx="86">
                  <c:v>-0.56000000000000005</c:v>
                </c:pt>
                <c:pt idx="87">
                  <c:v>-0.52</c:v>
                </c:pt>
                <c:pt idx="88">
                  <c:v>-0.48</c:v>
                </c:pt>
                <c:pt idx="89">
                  <c:v>-0.43999999999999995</c:v>
                </c:pt>
                <c:pt idx="90">
                  <c:v>-0.39999999999999991</c:v>
                </c:pt>
                <c:pt idx="91">
                  <c:v>-0.35999999999999988</c:v>
                </c:pt>
                <c:pt idx="92">
                  <c:v>-0.31999999999999984</c:v>
                </c:pt>
                <c:pt idx="93">
                  <c:v>-0.2799999999999998</c:v>
                </c:pt>
                <c:pt idx="94">
                  <c:v>-0.23999999999999977</c:v>
                </c:pt>
                <c:pt idx="95">
                  <c:v>-0.19999999999999973</c:v>
                </c:pt>
                <c:pt idx="96">
                  <c:v>-0.16000000000000014</c:v>
                </c:pt>
                <c:pt idx="97">
                  <c:v>-0.12000000000000011</c:v>
                </c:pt>
                <c:pt idx="98">
                  <c:v>-8.0000000000000071E-2</c:v>
                </c:pt>
                <c:pt idx="99">
                  <c:v>-4.0000000000000036E-2</c:v>
                </c:pt>
                <c:pt idx="100">
                  <c:v>0</c:v>
                </c:pt>
                <c:pt idx="101">
                  <c:v>4.0000000000000036E-2</c:v>
                </c:pt>
                <c:pt idx="102">
                  <c:v>8.0000000000000071E-2</c:v>
                </c:pt>
                <c:pt idx="103">
                  <c:v>0.12000000000000011</c:v>
                </c:pt>
                <c:pt idx="104">
                  <c:v>0.16000000000000014</c:v>
                </c:pt>
                <c:pt idx="105">
                  <c:v>0.20000000000000018</c:v>
                </c:pt>
                <c:pt idx="106">
                  <c:v>0.24000000000000021</c:v>
                </c:pt>
                <c:pt idx="107">
                  <c:v>0.28000000000000025</c:v>
                </c:pt>
                <c:pt idx="108">
                  <c:v>0.32000000000000028</c:v>
                </c:pt>
                <c:pt idx="109">
                  <c:v>0.36000000000000032</c:v>
                </c:pt>
                <c:pt idx="110">
                  <c:v>0.40000000000000036</c:v>
                </c:pt>
                <c:pt idx="111">
                  <c:v>0.44000000000000039</c:v>
                </c:pt>
                <c:pt idx="112">
                  <c:v>0.48000000000000043</c:v>
                </c:pt>
                <c:pt idx="113">
                  <c:v>0.52000000000000046</c:v>
                </c:pt>
                <c:pt idx="114">
                  <c:v>0.5600000000000005</c:v>
                </c:pt>
                <c:pt idx="115">
                  <c:v>0.60000000000000053</c:v>
                </c:pt>
                <c:pt idx="116">
                  <c:v>0.63999999999999968</c:v>
                </c:pt>
                <c:pt idx="117">
                  <c:v>0.67999999999999972</c:v>
                </c:pt>
                <c:pt idx="118">
                  <c:v>0.71999999999999975</c:v>
                </c:pt>
                <c:pt idx="119">
                  <c:v>0.75999999999999979</c:v>
                </c:pt>
                <c:pt idx="120">
                  <c:v>0.79999999999999982</c:v>
                </c:pt>
                <c:pt idx="121">
                  <c:v>0.83999999999999986</c:v>
                </c:pt>
                <c:pt idx="122">
                  <c:v>0.87999999999999989</c:v>
                </c:pt>
                <c:pt idx="123">
                  <c:v>0.91999999999999993</c:v>
                </c:pt>
                <c:pt idx="124">
                  <c:v>0.96</c:v>
                </c:pt>
                <c:pt idx="125">
                  <c:v>1</c:v>
                </c:pt>
                <c:pt idx="126">
                  <c:v>1.04</c:v>
                </c:pt>
                <c:pt idx="127">
                  <c:v>1.08</c:v>
                </c:pt>
                <c:pt idx="128">
                  <c:v>1.1200000000000001</c:v>
                </c:pt>
                <c:pt idx="129">
                  <c:v>1.1600000000000001</c:v>
                </c:pt>
                <c:pt idx="130">
                  <c:v>1.2000000000000002</c:v>
                </c:pt>
                <c:pt idx="131">
                  <c:v>1.2400000000000002</c:v>
                </c:pt>
                <c:pt idx="132">
                  <c:v>1.2800000000000002</c:v>
                </c:pt>
                <c:pt idx="133">
                  <c:v>1.3200000000000003</c:v>
                </c:pt>
                <c:pt idx="134">
                  <c:v>1.3600000000000003</c:v>
                </c:pt>
                <c:pt idx="135">
                  <c:v>1.4000000000000004</c:v>
                </c:pt>
                <c:pt idx="136">
                  <c:v>1.4400000000000004</c:v>
                </c:pt>
                <c:pt idx="137">
                  <c:v>1.4800000000000004</c:v>
                </c:pt>
                <c:pt idx="138">
                  <c:v>1.5200000000000005</c:v>
                </c:pt>
                <c:pt idx="139">
                  <c:v>1.5600000000000005</c:v>
                </c:pt>
                <c:pt idx="140">
                  <c:v>1.6000000000000005</c:v>
                </c:pt>
                <c:pt idx="141">
                  <c:v>1.6399999999999997</c:v>
                </c:pt>
                <c:pt idx="142">
                  <c:v>1.6799999999999997</c:v>
                </c:pt>
                <c:pt idx="143">
                  <c:v>1.7199999999999998</c:v>
                </c:pt>
                <c:pt idx="144">
                  <c:v>1.7599999999999998</c:v>
                </c:pt>
                <c:pt idx="145">
                  <c:v>1.7999999999999998</c:v>
                </c:pt>
                <c:pt idx="146">
                  <c:v>1.8399999999999999</c:v>
                </c:pt>
                <c:pt idx="147">
                  <c:v>1.88</c:v>
                </c:pt>
                <c:pt idx="148">
                  <c:v>1.92</c:v>
                </c:pt>
                <c:pt idx="149">
                  <c:v>1.96</c:v>
                </c:pt>
                <c:pt idx="150">
                  <c:v>2</c:v>
                </c:pt>
                <c:pt idx="151">
                  <c:v>2.04</c:v>
                </c:pt>
                <c:pt idx="152">
                  <c:v>2.08</c:v>
                </c:pt>
                <c:pt idx="153">
                  <c:v>2.12</c:v>
                </c:pt>
                <c:pt idx="154">
                  <c:v>2.16</c:v>
                </c:pt>
                <c:pt idx="155">
                  <c:v>2.2000000000000002</c:v>
                </c:pt>
                <c:pt idx="156">
                  <c:v>2.2400000000000002</c:v>
                </c:pt>
                <c:pt idx="157">
                  <c:v>2.2800000000000002</c:v>
                </c:pt>
                <c:pt idx="158">
                  <c:v>2.3200000000000003</c:v>
                </c:pt>
                <c:pt idx="159">
                  <c:v>2.3600000000000003</c:v>
                </c:pt>
                <c:pt idx="160">
                  <c:v>2.4000000000000004</c:v>
                </c:pt>
                <c:pt idx="161">
                  <c:v>2.4400000000000004</c:v>
                </c:pt>
                <c:pt idx="162">
                  <c:v>2.4800000000000004</c:v>
                </c:pt>
                <c:pt idx="163">
                  <c:v>2.5200000000000005</c:v>
                </c:pt>
                <c:pt idx="164">
                  <c:v>2.5600000000000005</c:v>
                </c:pt>
                <c:pt idx="165">
                  <c:v>2.6000000000000005</c:v>
                </c:pt>
                <c:pt idx="166">
                  <c:v>2.6400000000000006</c:v>
                </c:pt>
                <c:pt idx="167">
                  <c:v>2.6799999999999997</c:v>
                </c:pt>
                <c:pt idx="168">
                  <c:v>2.7199999999999998</c:v>
                </c:pt>
                <c:pt idx="169">
                  <c:v>2.76</c:v>
                </c:pt>
                <c:pt idx="170">
                  <c:v>2.8</c:v>
                </c:pt>
                <c:pt idx="171">
                  <c:v>2.84</c:v>
                </c:pt>
                <c:pt idx="172">
                  <c:v>2.88</c:v>
                </c:pt>
                <c:pt idx="173">
                  <c:v>2.92</c:v>
                </c:pt>
                <c:pt idx="174">
                  <c:v>2.96</c:v>
                </c:pt>
                <c:pt idx="175">
                  <c:v>3</c:v>
                </c:pt>
                <c:pt idx="176">
                  <c:v>3.04</c:v>
                </c:pt>
                <c:pt idx="177">
                  <c:v>3.08</c:v>
                </c:pt>
                <c:pt idx="178">
                  <c:v>3.12</c:v>
                </c:pt>
                <c:pt idx="179">
                  <c:v>3.16</c:v>
                </c:pt>
                <c:pt idx="180">
                  <c:v>3.2</c:v>
                </c:pt>
                <c:pt idx="181">
                  <c:v>3.24</c:v>
                </c:pt>
                <c:pt idx="182">
                  <c:v>3.2800000000000002</c:v>
                </c:pt>
                <c:pt idx="183">
                  <c:v>3.3200000000000003</c:v>
                </c:pt>
                <c:pt idx="184">
                  <c:v>3.3600000000000003</c:v>
                </c:pt>
                <c:pt idx="185">
                  <c:v>3.4000000000000004</c:v>
                </c:pt>
                <c:pt idx="186">
                  <c:v>3.4400000000000004</c:v>
                </c:pt>
                <c:pt idx="187">
                  <c:v>3.4800000000000004</c:v>
                </c:pt>
                <c:pt idx="188">
                  <c:v>3.5200000000000005</c:v>
                </c:pt>
                <c:pt idx="189">
                  <c:v>3.5600000000000005</c:v>
                </c:pt>
                <c:pt idx="190">
                  <c:v>3.6000000000000005</c:v>
                </c:pt>
                <c:pt idx="191">
                  <c:v>3.6400000000000006</c:v>
                </c:pt>
                <c:pt idx="192">
                  <c:v>3.6799999999999997</c:v>
                </c:pt>
                <c:pt idx="193">
                  <c:v>3.7199999999999998</c:v>
                </c:pt>
                <c:pt idx="194">
                  <c:v>3.76</c:v>
                </c:pt>
                <c:pt idx="195">
                  <c:v>3.8</c:v>
                </c:pt>
                <c:pt idx="196">
                  <c:v>3.84</c:v>
                </c:pt>
                <c:pt idx="197">
                  <c:v>3.88</c:v>
                </c:pt>
                <c:pt idx="198">
                  <c:v>3.92</c:v>
                </c:pt>
                <c:pt idx="199">
                  <c:v>3.96</c:v>
                </c:pt>
                <c:pt idx="200">
                  <c:v>4</c:v>
                </c:pt>
              </c:numCache>
            </c:numRef>
          </c:cat>
          <c:val>
            <c:numRef>
              <c:f>Normal!$N$2:$N$202</c:f>
              <c:numCache>
                <c:formatCode>General</c:formatCode>
                <c:ptCount val="201"/>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#N/A</c:v>
                </c:pt>
                <c:pt idx="143">
                  <c:v>#N/A</c:v>
                </c:pt>
                <c:pt idx="144">
                  <c:v>#N/A</c:v>
                </c:pt>
                <c:pt idx="145">
                  <c:v>#N/A</c:v>
                </c:pt>
                <c:pt idx="146">
                  <c:v>#N/A</c:v>
                </c:pt>
                <c:pt idx="147">
                  <c:v>#N/A</c:v>
                </c:pt>
                <c:pt idx="148">
                  <c:v>#N/A</c:v>
                </c:pt>
                <c:pt idx="149">
                  <c:v>#N/A</c:v>
                </c:pt>
                <c:pt idx="150">
                  <c:v>#N/A</c:v>
                </c:pt>
                <c:pt idx="151">
                  <c:v>#N/A</c:v>
                </c:pt>
                <c:pt idx="152">
                  <c:v>#N/A</c:v>
                </c:pt>
                <c:pt idx="153">
                  <c:v>#N/A</c:v>
                </c:pt>
                <c:pt idx="154">
                  <c:v>#N/A</c:v>
                </c:pt>
                <c:pt idx="155">
                  <c:v>#N/A</c:v>
                </c:pt>
                <c:pt idx="156">
                  <c:v>#N/A</c:v>
                </c:pt>
                <c:pt idx="157">
                  <c:v>#N/A</c:v>
                </c:pt>
                <c:pt idx="158">
                  <c:v>#N/A</c:v>
                </c:pt>
                <c:pt idx="159">
                  <c:v>#N/A</c:v>
                </c:pt>
                <c:pt idx="160">
                  <c:v>#N/A</c:v>
                </c:pt>
                <c:pt idx="161">
                  <c:v>#N/A</c:v>
                </c:pt>
                <c:pt idx="162">
                  <c:v>#N/A</c:v>
                </c:pt>
                <c:pt idx="163">
                  <c:v>#N/A</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#N/A</c:v>
                </c:pt>
              </c:numCache>
            </c:numRef>
          </c:val>
        </c:ser>
        <c:dLbls>
          <c:showLegendKey val="0"/>
          <c:showVal val="0"/>
          <c:showCatName val="0"/>
          <c:showSerName val="0"/>
          <c:showPercent val="0"/>
          <c:showBubbleSize val="0"/>
        </c:dLbls>
        <c:gapWidth val="0"/>
        <c:overlap val="100"/>
        <c:axId val="82291712"/>
        <c:axId val="82297600"/>
      </c:barChart>
      <c:lineChart>
        <c:grouping val="standard"/>
        <c:varyColors val="0"/>
        <c:ser>
          <c:idx val="0"/>
          <c:order val="2"/>
          <c:spPr>
            <a:ln w="25400">
              <a:solidFill>
                <a:srgbClr val="000080"/>
              </a:solidFill>
              <a:prstDash val="solid"/>
            </a:ln>
          </c:spPr>
          <c:marker>
            <c:symbol val="none"/>
          </c:marker>
          <c:cat>
            <c:numRef>
              <c:f>Normal!$K$2:$K$202</c:f>
              <c:numCache>
                <c:formatCode>General</c:formatCode>
                <c:ptCount val="201"/>
                <c:pt idx="0">
                  <c:v>-4</c:v>
                </c:pt>
                <c:pt idx="1">
                  <c:v>-3.96</c:v>
                </c:pt>
                <c:pt idx="2">
                  <c:v>-3.92</c:v>
                </c:pt>
                <c:pt idx="3">
                  <c:v>-3.88</c:v>
                </c:pt>
                <c:pt idx="4">
                  <c:v>-3.84</c:v>
                </c:pt>
                <c:pt idx="5">
                  <c:v>-3.8</c:v>
                </c:pt>
                <c:pt idx="6">
                  <c:v>-3.76</c:v>
                </c:pt>
                <c:pt idx="7">
                  <c:v>-3.7199999999999998</c:v>
                </c:pt>
                <c:pt idx="8">
                  <c:v>-3.68</c:v>
                </c:pt>
                <c:pt idx="9">
                  <c:v>-3.64</c:v>
                </c:pt>
                <c:pt idx="10">
                  <c:v>-3.6</c:v>
                </c:pt>
                <c:pt idx="11">
                  <c:v>-3.56</c:v>
                </c:pt>
                <c:pt idx="12">
                  <c:v>-3.52</c:v>
                </c:pt>
                <c:pt idx="13">
                  <c:v>-3.48</c:v>
                </c:pt>
                <c:pt idx="14">
                  <c:v>-3.44</c:v>
                </c:pt>
                <c:pt idx="15">
                  <c:v>-3.4</c:v>
                </c:pt>
                <c:pt idx="16">
                  <c:v>-3.36</c:v>
                </c:pt>
                <c:pt idx="17">
                  <c:v>-3.32</c:v>
                </c:pt>
                <c:pt idx="18">
                  <c:v>-3.2800000000000002</c:v>
                </c:pt>
                <c:pt idx="19">
                  <c:v>-3.24</c:v>
                </c:pt>
                <c:pt idx="20">
                  <c:v>-3.2</c:v>
                </c:pt>
                <c:pt idx="21">
                  <c:v>-3.16</c:v>
                </c:pt>
                <c:pt idx="22">
                  <c:v>-3.12</c:v>
                </c:pt>
                <c:pt idx="23">
                  <c:v>-3.08</c:v>
                </c:pt>
                <c:pt idx="24">
                  <c:v>-3.04</c:v>
                </c:pt>
                <c:pt idx="25">
                  <c:v>-3</c:v>
                </c:pt>
                <c:pt idx="26">
                  <c:v>-2.96</c:v>
                </c:pt>
                <c:pt idx="27">
                  <c:v>-2.92</c:v>
                </c:pt>
                <c:pt idx="28">
                  <c:v>-2.88</c:v>
                </c:pt>
                <c:pt idx="29">
                  <c:v>-2.84</c:v>
                </c:pt>
                <c:pt idx="30">
                  <c:v>-2.8</c:v>
                </c:pt>
                <c:pt idx="31">
                  <c:v>-2.76</c:v>
                </c:pt>
                <c:pt idx="32">
                  <c:v>-2.7199999999999998</c:v>
                </c:pt>
                <c:pt idx="33">
                  <c:v>-2.6799999999999997</c:v>
                </c:pt>
                <c:pt idx="34">
                  <c:v>-2.6399999999999997</c:v>
                </c:pt>
                <c:pt idx="35">
                  <c:v>-2.5999999999999996</c:v>
                </c:pt>
                <c:pt idx="36">
                  <c:v>-2.56</c:v>
                </c:pt>
                <c:pt idx="37">
                  <c:v>-2.52</c:v>
                </c:pt>
                <c:pt idx="38">
                  <c:v>-2.48</c:v>
                </c:pt>
                <c:pt idx="39">
                  <c:v>-2.44</c:v>
                </c:pt>
                <c:pt idx="40">
                  <c:v>-2.4</c:v>
                </c:pt>
                <c:pt idx="41">
                  <c:v>-2.36</c:v>
                </c:pt>
                <c:pt idx="42">
                  <c:v>-2.3200000000000003</c:v>
                </c:pt>
                <c:pt idx="43">
                  <c:v>-2.2800000000000002</c:v>
                </c:pt>
                <c:pt idx="44">
                  <c:v>-2.2400000000000002</c:v>
                </c:pt>
                <c:pt idx="45">
                  <c:v>-2.2000000000000002</c:v>
                </c:pt>
                <c:pt idx="46">
                  <c:v>-2.16</c:v>
                </c:pt>
                <c:pt idx="47">
                  <c:v>-2.12</c:v>
                </c:pt>
                <c:pt idx="48">
                  <c:v>-2.08</c:v>
                </c:pt>
                <c:pt idx="49">
                  <c:v>-2.04</c:v>
                </c:pt>
                <c:pt idx="50">
                  <c:v>-2</c:v>
                </c:pt>
                <c:pt idx="51">
                  <c:v>-1.96</c:v>
                </c:pt>
                <c:pt idx="52">
                  <c:v>-1.92</c:v>
                </c:pt>
                <c:pt idx="53">
                  <c:v>-1.88</c:v>
                </c:pt>
                <c:pt idx="54">
                  <c:v>-1.8399999999999999</c:v>
                </c:pt>
                <c:pt idx="55">
                  <c:v>-1.7999999999999998</c:v>
                </c:pt>
                <c:pt idx="56">
                  <c:v>-1.7599999999999998</c:v>
                </c:pt>
                <c:pt idx="57">
                  <c:v>-1.7199999999999998</c:v>
                </c:pt>
                <c:pt idx="58">
                  <c:v>-1.6800000000000002</c:v>
                </c:pt>
                <c:pt idx="59">
                  <c:v>-1.6400000000000001</c:v>
                </c:pt>
                <c:pt idx="60">
                  <c:v>-1.6</c:v>
                </c:pt>
                <c:pt idx="61">
                  <c:v>-1.56</c:v>
                </c:pt>
                <c:pt idx="62">
                  <c:v>-1.52</c:v>
                </c:pt>
                <c:pt idx="63">
                  <c:v>-1.48</c:v>
                </c:pt>
                <c:pt idx="64">
                  <c:v>-1.44</c:v>
                </c:pt>
                <c:pt idx="65">
                  <c:v>-1.4</c:v>
                </c:pt>
                <c:pt idx="66">
                  <c:v>-1.3599999999999999</c:v>
                </c:pt>
                <c:pt idx="67">
                  <c:v>-1.3199999999999998</c:v>
                </c:pt>
                <c:pt idx="68">
                  <c:v>-1.2799999999999998</c:v>
                </c:pt>
                <c:pt idx="69">
                  <c:v>-1.2399999999999998</c:v>
                </c:pt>
                <c:pt idx="70">
                  <c:v>-1.1999999999999997</c:v>
                </c:pt>
                <c:pt idx="71">
                  <c:v>-1.1600000000000001</c:v>
                </c:pt>
                <c:pt idx="72">
                  <c:v>-1.1200000000000001</c:v>
                </c:pt>
                <c:pt idx="73">
                  <c:v>-1.08</c:v>
                </c:pt>
                <c:pt idx="74">
                  <c:v>-1.04</c:v>
                </c:pt>
                <c:pt idx="75">
                  <c:v>-1</c:v>
                </c:pt>
                <c:pt idx="76">
                  <c:v>-0.96</c:v>
                </c:pt>
                <c:pt idx="77">
                  <c:v>-0.91999999999999993</c:v>
                </c:pt>
                <c:pt idx="78">
                  <c:v>-0.87999999999999989</c:v>
                </c:pt>
                <c:pt idx="79">
                  <c:v>-0.83999999999999986</c:v>
                </c:pt>
                <c:pt idx="80">
                  <c:v>-0.79999999999999982</c:v>
                </c:pt>
                <c:pt idx="81">
                  <c:v>-0.75999999999999979</c:v>
                </c:pt>
                <c:pt idx="82">
                  <c:v>-0.71999999999999975</c:v>
                </c:pt>
                <c:pt idx="83">
                  <c:v>-0.67999999999999972</c:v>
                </c:pt>
                <c:pt idx="84">
                  <c:v>-0.64000000000000012</c:v>
                </c:pt>
                <c:pt idx="85">
                  <c:v>-0.60000000000000009</c:v>
                </c:pt>
                <c:pt idx="86">
                  <c:v>-0.56000000000000005</c:v>
                </c:pt>
                <c:pt idx="87">
                  <c:v>-0.52</c:v>
                </c:pt>
                <c:pt idx="88">
                  <c:v>-0.48</c:v>
                </c:pt>
                <c:pt idx="89">
                  <c:v>-0.43999999999999995</c:v>
                </c:pt>
                <c:pt idx="90">
                  <c:v>-0.39999999999999991</c:v>
                </c:pt>
                <c:pt idx="91">
                  <c:v>-0.35999999999999988</c:v>
                </c:pt>
                <c:pt idx="92">
                  <c:v>-0.31999999999999984</c:v>
                </c:pt>
                <c:pt idx="93">
                  <c:v>-0.2799999999999998</c:v>
                </c:pt>
                <c:pt idx="94">
                  <c:v>-0.23999999999999977</c:v>
                </c:pt>
                <c:pt idx="95">
                  <c:v>-0.19999999999999973</c:v>
                </c:pt>
                <c:pt idx="96">
                  <c:v>-0.16000000000000014</c:v>
                </c:pt>
                <c:pt idx="97">
                  <c:v>-0.12000000000000011</c:v>
                </c:pt>
                <c:pt idx="98">
                  <c:v>-8.0000000000000071E-2</c:v>
                </c:pt>
                <c:pt idx="99">
                  <c:v>-4.0000000000000036E-2</c:v>
                </c:pt>
                <c:pt idx="100">
                  <c:v>0</c:v>
                </c:pt>
                <c:pt idx="101">
                  <c:v>4.0000000000000036E-2</c:v>
                </c:pt>
                <c:pt idx="102">
                  <c:v>8.0000000000000071E-2</c:v>
                </c:pt>
                <c:pt idx="103">
                  <c:v>0.12000000000000011</c:v>
                </c:pt>
                <c:pt idx="104">
                  <c:v>0.16000000000000014</c:v>
                </c:pt>
                <c:pt idx="105">
                  <c:v>0.20000000000000018</c:v>
                </c:pt>
                <c:pt idx="106">
                  <c:v>0.24000000000000021</c:v>
                </c:pt>
                <c:pt idx="107">
                  <c:v>0.28000000000000025</c:v>
                </c:pt>
                <c:pt idx="108">
                  <c:v>0.32000000000000028</c:v>
                </c:pt>
                <c:pt idx="109">
                  <c:v>0.36000000000000032</c:v>
                </c:pt>
                <c:pt idx="110">
                  <c:v>0.40000000000000036</c:v>
                </c:pt>
                <c:pt idx="111">
                  <c:v>0.44000000000000039</c:v>
                </c:pt>
                <c:pt idx="112">
                  <c:v>0.48000000000000043</c:v>
                </c:pt>
                <c:pt idx="113">
                  <c:v>0.52000000000000046</c:v>
                </c:pt>
                <c:pt idx="114">
                  <c:v>0.5600000000000005</c:v>
                </c:pt>
                <c:pt idx="115">
                  <c:v>0.60000000000000053</c:v>
                </c:pt>
                <c:pt idx="116">
                  <c:v>0.63999999999999968</c:v>
                </c:pt>
                <c:pt idx="117">
                  <c:v>0.67999999999999972</c:v>
                </c:pt>
                <c:pt idx="118">
                  <c:v>0.71999999999999975</c:v>
                </c:pt>
                <c:pt idx="119">
                  <c:v>0.75999999999999979</c:v>
                </c:pt>
                <c:pt idx="120">
                  <c:v>0.79999999999999982</c:v>
                </c:pt>
                <c:pt idx="121">
                  <c:v>0.83999999999999986</c:v>
                </c:pt>
                <c:pt idx="122">
                  <c:v>0.87999999999999989</c:v>
                </c:pt>
                <c:pt idx="123">
                  <c:v>0.91999999999999993</c:v>
                </c:pt>
                <c:pt idx="124">
                  <c:v>0.96</c:v>
                </c:pt>
                <c:pt idx="125">
                  <c:v>1</c:v>
                </c:pt>
                <c:pt idx="126">
                  <c:v>1.04</c:v>
                </c:pt>
                <c:pt idx="127">
                  <c:v>1.08</c:v>
                </c:pt>
                <c:pt idx="128">
                  <c:v>1.1200000000000001</c:v>
                </c:pt>
                <c:pt idx="129">
                  <c:v>1.1600000000000001</c:v>
                </c:pt>
                <c:pt idx="130">
                  <c:v>1.2000000000000002</c:v>
                </c:pt>
                <c:pt idx="131">
                  <c:v>1.2400000000000002</c:v>
                </c:pt>
                <c:pt idx="132">
                  <c:v>1.2800000000000002</c:v>
                </c:pt>
                <c:pt idx="133">
                  <c:v>1.3200000000000003</c:v>
                </c:pt>
                <c:pt idx="134">
                  <c:v>1.3600000000000003</c:v>
                </c:pt>
                <c:pt idx="135">
                  <c:v>1.4000000000000004</c:v>
                </c:pt>
                <c:pt idx="136">
                  <c:v>1.4400000000000004</c:v>
                </c:pt>
                <c:pt idx="137">
                  <c:v>1.4800000000000004</c:v>
                </c:pt>
                <c:pt idx="138">
                  <c:v>1.5200000000000005</c:v>
                </c:pt>
                <c:pt idx="139">
                  <c:v>1.5600000000000005</c:v>
                </c:pt>
                <c:pt idx="140">
                  <c:v>1.6000000000000005</c:v>
                </c:pt>
                <c:pt idx="141">
                  <c:v>1.6399999999999997</c:v>
                </c:pt>
                <c:pt idx="142">
                  <c:v>1.6799999999999997</c:v>
                </c:pt>
                <c:pt idx="143">
                  <c:v>1.7199999999999998</c:v>
                </c:pt>
                <c:pt idx="144">
                  <c:v>1.7599999999999998</c:v>
                </c:pt>
                <c:pt idx="145">
                  <c:v>1.7999999999999998</c:v>
                </c:pt>
                <c:pt idx="146">
                  <c:v>1.8399999999999999</c:v>
                </c:pt>
                <c:pt idx="147">
                  <c:v>1.88</c:v>
                </c:pt>
                <c:pt idx="148">
                  <c:v>1.92</c:v>
                </c:pt>
                <c:pt idx="149">
                  <c:v>1.96</c:v>
                </c:pt>
                <c:pt idx="150">
                  <c:v>2</c:v>
                </c:pt>
                <c:pt idx="151">
                  <c:v>2.04</c:v>
                </c:pt>
                <c:pt idx="152">
                  <c:v>2.08</c:v>
                </c:pt>
                <c:pt idx="153">
                  <c:v>2.12</c:v>
                </c:pt>
                <c:pt idx="154">
                  <c:v>2.16</c:v>
                </c:pt>
                <c:pt idx="155">
                  <c:v>2.2000000000000002</c:v>
                </c:pt>
                <c:pt idx="156">
                  <c:v>2.2400000000000002</c:v>
                </c:pt>
                <c:pt idx="157">
                  <c:v>2.2800000000000002</c:v>
                </c:pt>
                <c:pt idx="158">
                  <c:v>2.3200000000000003</c:v>
                </c:pt>
                <c:pt idx="159">
                  <c:v>2.3600000000000003</c:v>
                </c:pt>
                <c:pt idx="160">
                  <c:v>2.4000000000000004</c:v>
                </c:pt>
                <c:pt idx="161">
                  <c:v>2.4400000000000004</c:v>
                </c:pt>
                <c:pt idx="162">
                  <c:v>2.4800000000000004</c:v>
                </c:pt>
                <c:pt idx="163">
                  <c:v>2.5200000000000005</c:v>
                </c:pt>
                <c:pt idx="164">
                  <c:v>2.5600000000000005</c:v>
                </c:pt>
                <c:pt idx="165">
                  <c:v>2.6000000000000005</c:v>
                </c:pt>
                <c:pt idx="166">
                  <c:v>2.6400000000000006</c:v>
                </c:pt>
                <c:pt idx="167">
                  <c:v>2.6799999999999997</c:v>
                </c:pt>
                <c:pt idx="168">
                  <c:v>2.7199999999999998</c:v>
                </c:pt>
                <c:pt idx="169">
                  <c:v>2.76</c:v>
                </c:pt>
                <c:pt idx="170">
                  <c:v>2.8</c:v>
                </c:pt>
                <c:pt idx="171">
                  <c:v>2.84</c:v>
                </c:pt>
                <c:pt idx="172">
                  <c:v>2.88</c:v>
                </c:pt>
                <c:pt idx="173">
                  <c:v>2.92</c:v>
                </c:pt>
                <c:pt idx="174">
                  <c:v>2.96</c:v>
                </c:pt>
                <c:pt idx="175">
                  <c:v>3</c:v>
                </c:pt>
                <c:pt idx="176">
                  <c:v>3.04</c:v>
                </c:pt>
                <c:pt idx="177">
                  <c:v>3.08</c:v>
                </c:pt>
                <c:pt idx="178">
                  <c:v>3.12</c:v>
                </c:pt>
                <c:pt idx="179">
                  <c:v>3.16</c:v>
                </c:pt>
                <c:pt idx="180">
                  <c:v>3.2</c:v>
                </c:pt>
                <c:pt idx="181">
                  <c:v>3.24</c:v>
                </c:pt>
                <c:pt idx="182">
                  <c:v>3.2800000000000002</c:v>
                </c:pt>
                <c:pt idx="183">
                  <c:v>3.3200000000000003</c:v>
                </c:pt>
                <c:pt idx="184">
                  <c:v>3.3600000000000003</c:v>
                </c:pt>
                <c:pt idx="185">
                  <c:v>3.4000000000000004</c:v>
                </c:pt>
                <c:pt idx="186">
                  <c:v>3.4400000000000004</c:v>
                </c:pt>
                <c:pt idx="187">
                  <c:v>3.4800000000000004</c:v>
                </c:pt>
                <c:pt idx="188">
                  <c:v>3.5200000000000005</c:v>
                </c:pt>
                <c:pt idx="189">
                  <c:v>3.5600000000000005</c:v>
                </c:pt>
                <c:pt idx="190">
                  <c:v>3.6000000000000005</c:v>
                </c:pt>
                <c:pt idx="191">
                  <c:v>3.6400000000000006</c:v>
                </c:pt>
                <c:pt idx="192">
                  <c:v>3.6799999999999997</c:v>
                </c:pt>
                <c:pt idx="193">
                  <c:v>3.7199999999999998</c:v>
                </c:pt>
                <c:pt idx="194">
                  <c:v>3.76</c:v>
                </c:pt>
                <c:pt idx="195">
                  <c:v>3.8</c:v>
                </c:pt>
                <c:pt idx="196">
                  <c:v>3.84</c:v>
                </c:pt>
                <c:pt idx="197">
                  <c:v>3.88</c:v>
                </c:pt>
                <c:pt idx="198">
                  <c:v>3.92</c:v>
                </c:pt>
                <c:pt idx="199">
                  <c:v>3.96</c:v>
                </c:pt>
                <c:pt idx="200">
                  <c:v>4</c:v>
                </c:pt>
              </c:numCache>
            </c:numRef>
          </c:cat>
          <c:val>
            <c:numRef>
              <c:f>Normal!$L$2:$L$202</c:f>
              <c:numCache>
                <c:formatCode>General</c:formatCode>
                <c:ptCount val="201"/>
                <c:pt idx="0">
                  <c:v>1.3383022576488537E-4</c:v>
                </c:pt>
                <c:pt idx="1">
                  <c:v>1.5692563406553226E-4</c:v>
                </c:pt>
                <c:pt idx="2">
                  <c:v>1.8371249800245711E-4</c:v>
                </c:pt>
                <c:pt idx="3">
                  <c:v>2.1472798150036704E-4</c:v>
                </c:pt>
                <c:pt idx="4">
                  <c:v>2.5057844489086075E-4</c:v>
                </c:pt>
                <c:pt idx="5">
                  <c:v>2.9194692579146027E-4</c:v>
                </c:pt>
                <c:pt idx="6">
                  <c:v>3.3960121248365478E-4</c:v>
                </c:pt>
                <c:pt idx="7">
                  <c:v>3.9440252496915693E-4</c:v>
                </c:pt>
                <c:pt idx="8">
                  <c:v>4.5731481405985675E-4</c:v>
                </c:pt>
                <c:pt idx="9">
                  <c:v>5.2941468309493475E-4</c:v>
                </c:pt>
                <c:pt idx="10">
                  <c:v>6.119019301137719E-4</c:v>
                </c:pt>
                <c:pt idx="11">
                  <c:v>7.061107004880362E-4</c:v>
                </c:pt>
                <c:pt idx="12">
                  <c:v>8.1352123108180841E-4</c:v>
                </c:pt>
                <c:pt idx="13">
                  <c:v>9.3577215692747977E-4</c:v>
                </c:pt>
                <c:pt idx="14">
                  <c:v>1.0746733401537356E-3</c:v>
                </c:pt>
                <c:pt idx="15">
                  <c:v>1.2322191684730199E-3</c:v>
                </c:pt>
                <c:pt idx="16">
                  <c:v>1.4106022569413848E-3</c:v>
                </c:pt>
                <c:pt idx="17">
                  <c:v>1.6122274719771244E-3</c:v>
                </c:pt>
                <c:pt idx="18">
                  <c:v>1.8397261808242775E-3</c:v>
                </c:pt>
                <c:pt idx="19">
                  <c:v>2.0959706128579419E-3</c:v>
                </c:pt>
                <c:pt idx="20">
                  <c:v>2.3840882014648404E-3</c:v>
                </c:pt>
                <c:pt idx="21">
                  <c:v>2.7074757568406999E-3</c:v>
                </c:pt>
                <c:pt idx="22">
                  <c:v>3.0698133011047403E-3</c:v>
                </c:pt>
                <c:pt idx="23">
                  <c:v>3.4750773778549375E-3</c:v>
                </c:pt>
                <c:pt idx="24">
                  <c:v>3.9275536289247789E-3</c:v>
                </c:pt>
                <c:pt idx="25">
                  <c:v>4.4318484119380075E-3</c:v>
                </c:pt>
                <c:pt idx="26">
                  <c:v>4.9928992136123763E-3</c:v>
                </c:pt>
                <c:pt idx="27">
                  <c:v>5.615983595990969E-3</c:v>
                </c:pt>
                <c:pt idx="28">
                  <c:v>6.3067263962659275E-3</c:v>
                </c:pt>
                <c:pt idx="29">
                  <c:v>7.0711048860194487E-3</c:v>
                </c:pt>
                <c:pt idx="30">
                  <c:v>7.9154515829799686E-3</c:v>
                </c:pt>
                <c:pt idx="31">
                  <c:v>8.8464543982372315E-3</c:v>
                </c:pt>
                <c:pt idx="32">
                  <c:v>9.8711537947511439E-3</c:v>
                </c:pt>
                <c:pt idx="33">
                  <c:v>1.0996936629405587E-2</c:v>
                </c:pt>
                <c:pt idx="34">
                  <c:v>1.2231526351277987E-2</c:v>
                </c:pt>
                <c:pt idx="35">
                  <c:v>1.3582969233685634E-2</c:v>
                </c:pt>
                <c:pt idx="36">
                  <c:v>1.5059616327377449E-2</c:v>
                </c:pt>
                <c:pt idx="37">
                  <c:v>1.6670100837381057E-2</c:v>
                </c:pt>
                <c:pt idx="38">
                  <c:v>1.8423310646862048E-2</c:v>
                </c:pt>
                <c:pt idx="39">
                  <c:v>2.0328355738225837E-2</c:v>
                </c:pt>
                <c:pt idx="40">
                  <c:v>2.2394530294842899E-2</c:v>
                </c:pt>
                <c:pt idx="41">
                  <c:v>2.4631269306382507E-2</c:v>
                </c:pt>
                <c:pt idx="42">
                  <c:v>2.7048099546881761E-2</c:v>
                </c:pt>
                <c:pt idx="43">
                  <c:v>2.965458484734125E-2</c:v>
                </c:pt>
                <c:pt idx="44">
                  <c:v>3.2460265643697445E-2</c:v>
                </c:pt>
                <c:pt idx="45">
                  <c:v>3.5474592846231424E-2</c:v>
                </c:pt>
                <c:pt idx="46">
                  <c:v>3.8706856147455608E-2</c:v>
                </c:pt>
                <c:pt idx="47">
                  <c:v>4.2166106961770311E-2</c:v>
                </c:pt>
                <c:pt idx="48">
                  <c:v>4.5861076271054887E-2</c:v>
                </c:pt>
                <c:pt idx="49">
                  <c:v>4.9800087735070775E-2</c:v>
                </c:pt>
                <c:pt idx="50">
                  <c:v>5.3990966513188063E-2</c:v>
                </c:pt>
                <c:pt idx="51">
                  <c:v>5.8440944333451469E-2</c:v>
                </c:pt>
                <c:pt idx="52">
                  <c:v>6.3156561435198655E-2</c:v>
                </c:pt>
                <c:pt idx="53">
                  <c:v>6.8143566101044578E-2</c:v>
                </c:pt>
                <c:pt idx="54">
                  <c:v>7.3406812581656919E-2</c:v>
                </c:pt>
                <c:pt idx="55">
                  <c:v>7.8950158300894177E-2</c:v>
                </c:pt>
                <c:pt idx="56">
                  <c:v>8.4776361308022255E-2</c:v>
                </c:pt>
                <c:pt idx="57">
                  <c:v>9.0886979016282898E-2</c:v>
                </c:pt>
                <c:pt idx="58">
                  <c:v>9.7282269331467469E-2</c:v>
                </c:pt>
                <c:pt idx="59">
                  <c:v>0.10396109532876419</c:v>
                </c:pt>
                <c:pt idx="60">
                  <c:v>0.11092083467945554</c:v>
                </c:pt>
                <c:pt idx="61">
                  <c:v>0.11815729505958227</c:v>
                </c:pt>
                <c:pt idx="62">
                  <c:v>0.12566463678908815</c:v>
                </c:pt>
                <c:pt idx="63">
                  <c:v>0.13343530395100231</c:v>
                </c:pt>
                <c:pt idx="64">
                  <c:v>0.14145996522483878</c:v>
                </c:pt>
                <c:pt idx="65">
                  <c:v>0.14972746563574488</c:v>
                </c:pt>
                <c:pt idx="66">
                  <c:v>0.15822479037038306</c:v>
                </c:pt>
                <c:pt idx="67">
                  <c:v>0.16693704174171387</c:v>
                </c:pt>
                <c:pt idx="68">
                  <c:v>0.17584743029766242</c:v>
                </c:pt>
                <c:pt idx="69">
                  <c:v>0.18493728096330536</c:v>
                </c:pt>
                <c:pt idx="70">
                  <c:v>0.19418605498321304</c:v>
                </c:pt>
                <c:pt idx="71">
                  <c:v>0.20357138829075938</c:v>
                </c:pt>
                <c:pt idx="72">
                  <c:v>0.21306914677571784</c:v>
                </c:pt>
                <c:pt idx="73">
                  <c:v>0.22265349875176113</c:v>
                </c:pt>
                <c:pt idx="74">
                  <c:v>0.2322970047433662</c:v>
                </c:pt>
                <c:pt idx="75">
                  <c:v>0.24197072451914337</c:v>
                </c:pt>
                <c:pt idx="76">
                  <c:v>0.25164434109811712</c:v>
                </c:pt>
                <c:pt idx="77">
                  <c:v>0.26128630124955315</c:v>
                </c:pt>
                <c:pt idx="78">
                  <c:v>0.27086397179833804</c:v>
                </c:pt>
                <c:pt idx="79">
                  <c:v>0.28034381083962062</c:v>
                </c:pt>
                <c:pt idx="80">
                  <c:v>0.28969155276148278</c:v>
                </c:pt>
                <c:pt idx="81">
                  <c:v>0.29887240577595287</c:v>
                </c:pt>
                <c:pt idx="82">
                  <c:v>0.30785126046985301</c:v>
                </c:pt>
                <c:pt idx="83">
                  <c:v>0.31659290771089288</c:v>
                </c:pt>
                <c:pt idx="84">
                  <c:v>0.32506226408408212</c:v>
                </c:pt>
                <c:pt idx="85">
                  <c:v>0.33322460289179967</c:v>
                </c:pt>
                <c:pt idx="86">
                  <c:v>0.34104578863035256</c:v>
                </c:pt>
                <c:pt idx="87">
                  <c:v>0.34849251275897447</c:v>
                </c:pt>
                <c:pt idx="88">
                  <c:v>0.35553252850599709</c:v>
                </c:pt>
                <c:pt idx="89">
                  <c:v>0.36213488241309222</c:v>
                </c:pt>
                <c:pt idx="90">
                  <c:v>0.36827014030332339</c:v>
                </c:pt>
                <c:pt idx="91">
                  <c:v>0.37391060537312842</c:v>
                </c:pt>
                <c:pt idx="92">
                  <c:v>0.37903052615270172</c:v>
                </c:pt>
                <c:pt idx="93">
                  <c:v>0.38360629215347858</c:v>
                </c:pt>
                <c:pt idx="94">
                  <c:v>0.38761661512501416</c:v>
                </c:pt>
                <c:pt idx="95">
                  <c:v>0.39104269397545594</c:v>
                </c:pt>
                <c:pt idx="96">
                  <c:v>0.39386836156854083</c:v>
                </c:pt>
                <c:pt idx="97">
                  <c:v>0.3960802117936561</c:v>
                </c:pt>
                <c:pt idx="98">
                  <c:v>0.39766770551160885</c:v>
                </c:pt>
                <c:pt idx="99">
                  <c:v>0.39862325420460504</c:v>
                </c:pt>
                <c:pt idx="100">
                  <c:v>0.3989422804014327</c:v>
                </c:pt>
                <c:pt idx="101">
                  <c:v>0.39862325420460504</c:v>
                </c:pt>
                <c:pt idx="102">
                  <c:v>0.39766770551160885</c:v>
                </c:pt>
                <c:pt idx="103">
                  <c:v>0.3960802117936561</c:v>
                </c:pt>
                <c:pt idx="104">
                  <c:v>0.39386836156854083</c:v>
                </c:pt>
                <c:pt idx="105">
                  <c:v>0.39104269397545588</c:v>
                </c:pt>
                <c:pt idx="106">
                  <c:v>0.38761661512501411</c:v>
                </c:pt>
                <c:pt idx="107">
                  <c:v>0.38360629215347852</c:v>
                </c:pt>
                <c:pt idx="108">
                  <c:v>0.37903052615270166</c:v>
                </c:pt>
                <c:pt idx="109">
                  <c:v>0.37391060537312837</c:v>
                </c:pt>
                <c:pt idx="110">
                  <c:v>0.36827014030332328</c:v>
                </c:pt>
                <c:pt idx="111">
                  <c:v>0.36213488241309216</c:v>
                </c:pt>
                <c:pt idx="112">
                  <c:v>0.35553252850599704</c:v>
                </c:pt>
                <c:pt idx="113">
                  <c:v>0.34849251275897447</c:v>
                </c:pt>
                <c:pt idx="114">
                  <c:v>0.34104578863035245</c:v>
                </c:pt>
                <c:pt idx="115">
                  <c:v>0.33322460289179956</c:v>
                </c:pt>
                <c:pt idx="116">
                  <c:v>0.32506226408408218</c:v>
                </c:pt>
                <c:pt idx="117">
                  <c:v>0.31659290771089288</c:v>
                </c:pt>
                <c:pt idx="118">
                  <c:v>0.30785126046985301</c:v>
                </c:pt>
                <c:pt idx="119">
                  <c:v>0.29887240577595287</c:v>
                </c:pt>
                <c:pt idx="120">
                  <c:v>0.28969155276148278</c:v>
                </c:pt>
                <c:pt idx="121">
                  <c:v>0.28034381083962062</c:v>
                </c:pt>
                <c:pt idx="122">
                  <c:v>0.27086397179833804</c:v>
                </c:pt>
                <c:pt idx="123">
                  <c:v>0.26128630124955315</c:v>
                </c:pt>
                <c:pt idx="124">
                  <c:v>0.25164434109811712</c:v>
                </c:pt>
                <c:pt idx="125">
                  <c:v>0.24197072451914337</c:v>
                </c:pt>
                <c:pt idx="126">
                  <c:v>0.2322970047433662</c:v>
                </c:pt>
                <c:pt idx="127">
                  <c:v>0.22265349875176113</c:v>
                </c:pt>
                <c:pt idx="128">
                  <c:v>0.21306914677571784</c:v>
                </c:pt>
                <c:pt idx="129">
                  <c:v>0.20357138829075938</c:v>
                </c:pt>
                <c:pt idx="130">
                  <c:v>0.19418605498321292</c:v>
                </c:pt>
                <c:pt idx="131">
                  <c:v>0.18493728096330525</c:v>
                </c:pt>
                <c:pt idx="132">
                  <c:v>0.17584743029766231</c:v>
                </c:pt>
                <c:pt idx="133">
                  <c:v>0.16693704174171375</c:v>
                </c:pt>
                <c:pt idx="134">
                  <c:v>0.15822479037038298</c:v>
                </c:pt>
                <c:pt idx="135">
                  <c:v>0.14972746563574479</c:v>
                </c:pt>
                <c:pt idx="136">
                  <c:v>0.1414599652248387</c:v>
                </c:pt>
                <c:pt idx="137">
                  <c:v>0.1334353039510022</c:v>
                </c:pt>
                <c:pt idx="138">
                  <c:v>0.12566463678908804</c:v>
                </c:pt>
                <c:pt idx="139">
                  <c:v>0.11815729505958221</c:v>
                </c:pt>
                <c:pt idx="140">
                  <c:v>0.11092083467945546</c:v>
                </c:pt>
                <c:pt idx="141">
                  <c:v>0.10396109532876426</c:v>
                </c:pt>
                <c:pt idx="142">
                  <c:v>9.7282269331467539E-2</c:v>
                </c:pt>
                <c:pt idx="143">
                  <c:v>9.0886979016282898E-2</c:v>
                </c:pt>
                <c:pt idx="144">
                  <c:v>8.4776361308022255E-2</c:v>
                </c:pt>
                <c:pt idx="145">
                  <c:v>7.8950158300894177E-2</c:v>
                </c:pt>
                <c:pt idx="146">
                  <c:v>7.3406812581656919E-2</c:v>
                </c:pt>
                <c:pt idx="147">
                  <c:v>6.8143566101044578E-2</c:v>
                </c:pt>
                <c:pt idx="148">
                  <c:v>6.3156561435198655E-2</c:v>
                </c:pt>
                <c:pt idx="149">
                  <c:v>5.8440944333451469E-2</c:v>
                </c:pt>
                <c:pt idx="150">
                  <c:v>5.3990966513188063E-2</c:v>
                </c:pt>
                <c:pt idx="151">
                  <c:v>4.9800087735070775E-2</c:v>
                </c:pt>
                <c:pt idx="152">
                  <c:v>4.5861076271054887E-2</c:v>
                </c:pt>
                <c:pt idx="153">
                  <c:v>4.2166106961770311E-2</c:v>
                </c:pt>
                <c:pt idx="154">
                  <c:v>3.8706856147455608E-2</c:v>
                </c:pt>
                <c:pt idx="155">
                  <c:v>3.5474592846231424E-2</c:v>
                </c:pt>
                <c:pt idx="156">
                  <c:v>3.2460265643697445E-2</c:v>
                </c:pt>
                <c:pt idx="157">
                  <c:v>2.965458484734125E-2</c:v>
                </c:pt>
                <c:pt idx="158">
                  <c:v>2.7048099546881761E-2</c:v>
                </c:pt>
                <c:pt idx="159">
                  <c:v>2.4631269306382486E-2</c:v>
                </c:pt>
                <c:pt idx="160">
                  <c:v>2.2394530294842882E-2</c:v>
                </c:pt>
                <c:pt idx="161">
                  <c:v>2.032835573822582E-2</c:v>
                </c:pt>
                <c:pt idx="162">
                  <c:v>1.8423310646862031E-2</c:v>
                </c:pt>
                <c:pt idx="163">
                  <c:v>1.6670100837381043E-2</c:v>
                </c:pt>
                <c:pt idx="164">
                  <c:v>1.505961632737743E-2</c:v>
                </c:pt>
                <c:pt idx="165">
                  <c:v>1.3582969233685602E-2</c:v>
                </c:pt>
                <c:pt idx="166">
                  <c:v>1.2231526351277954E-2</c:v>
                </c:pt>
                <c:pt idx="167">
                  <c:v>1.0996936629405587E-2</c:v>
                </c:pt>
                <c:pt idx="168">
                  <c:v>9.8711537947511439E-3</c:v>
                </c:pt>
                <c:pt idx="169">
                  <c:v>8.8464543982372315E-3</c:v>
                </c:pt>
                <c:pt idx="170">
                  <c:v>7.9154515829799686E-3</c:v>
                </c:pt>
                <c:pt idx="171">
                  <c:v>7.0711048860194487E-3</c:v>
                </c:pt>
                <c:pt idx="172">
                  <c:v>6.3067263962659275E-3</c:v>
                </c:pt>
                <c:pt idx="173">
                  <c:v>5.615983595990969E-3</c:v>
                </c:pt>
                <c:pt idx="174">
                  <c:v>4.9928992136123763E-3</c:v>
                </c:pt>
                <c:pt idx="175">
                  <c:v>4.4318484119380075E-3</c:v>
                </c:pt>
                <c:pt idx="176">
                  <c:v>3.9275536289247789E-3</c:v>
                </c:pt>
                <c:pt idx="177">
                  <c:v>3.4750773778549375E-3</c:v>
                </c:pt>
                <c:pt idx="178">
                  <c:v>3.0698133011047403E-3</c:v>
                </c:pt>
                <c:pt idx="179">
                  <c:v>2.7074757568406999E-3</c:v>
                </c:pt>
                <c:pt idx="180">
                  <c:v>2.3840882014648404E-3</c:v>
                </c:pt>
                <c:pt idx="181">
                  <c:v>2.0959706128579419E-3</c:v>
                </c:pt>
                <c:pt idx="182">
                  <c:v>1.8397261808242775E-3</c:v>
                </c:pt>
                <c:pt idx="183">
                  <c:v>1.6122274719771231E-3</c:v>
                </c:pt>
                <c:pt idx="184">
                  <c:v>1.4106022569413824E-3</c:v>
                </c:pt>
                <c:pt idx="185">
                  <c:v>1.2322191684730175E-3</c:v>
                </c:pt>
                <c:pt idx="186">
                  <c:v>1.0746733401537337E-3</c:v>
                </c:pt>
                <c:pt idx="187">
                  <c:v>9.3577215692747804E-4</c:v>
                </c:pt>
                <c:pt idx="188">
                  <c:v>8.1352123108180689E-4</c:v>
                </c:pt>
                <c:pt idx="189">
                  <c:v>7.0611070048803501E-4</c:v>
                </c:pt>
                <c:pt idx="190">
                  <c:v>6.1190193011377092E-4</c:v>
                </c:pt>
                <c:pt idx="191">
                  <c:v>5.2941468309493378E-4</c:v>
                </c:pt>
                <c:pt idx="192">
                  <c:v>4.5731481405985762E-4</c:v>
                </c:pt>
                <c:pt idx="193">
                  <c:v>3.9440252496915693E-4</c:v>
                </c:pt>
                <c:pt idx="194">
                  <c:v>3.3960121248365478E-4</c:v>
                </c:pt>
                <c:pt idx="195">
                  <c:v>2.9194692579146027E-4</c:v>
                </c:pt>
                <c:pt idx="196">
                  <c:v>2.5057844489086075E-4</c:v>
                </c:pt>
                <c:pt idx="197">
                  <c:v>2.1472798150036704E-4</c:v>
                </c:pt>
                <c:pt idx="198">
                  <c:v>1.8371249800245711E-4</c:v>
                </c:pt>
                <c:pt idx="199">
                  <c:v>1.5692563406553226E-4</c:v>
                </c:pt>
                <c:pt idx="200">
                  <c:v>1.3383022576488537E-4</c:v>
                </c:pt>
              </c:numCache>
            </c:numRef>
          </c:val>
          <c:smooth val="1"/>
        </c:ser>
        <c:ser>
          <c:idx val="4"/>
          <c:order val="3"/>
          <c:spPr>
            <a:ln w="28575">
              <a:noFill/>
            </a:ln>
          </c:spPr>
          <c:marker>
            <c:symbol val="plus"/>
            <c:size val="5"/>
            <c:spPr>
              <a:noFill/>
              <a:ln>
                <a:solidFill>
                  <a:srgbClr val="000000"/>
                </a:solidFill>
                <a:prstDash val="solid"/>
              </a:ln>
            </c:spPr>
          </c:marker>
          <c:dLbls>
            <c:dLbl>
              <c:idx val="59"/>
              <c:layout/>
              <c:tx>
                <c:rich>
                  <a:bodyPr/>
                  <a:lstStyle/>
                  <a:p>
                    <a:r>
                      <a:rPr lang="en-US"/>
                      <a:t>-1.645</a:t>
                    </a:r>
                  </a:p>
                </c:rich>
              </c:tx>
              <c:dLblPos val="b"/>
              <c:showLegendKey val="0"/>
              <c:showVal val="0"/>
              <c:showCatName val="1"/>
              <c:showSerName val="0"/>
              <c:showPercent val="0"/>
              <c:showBubbleSize val="0"/>
            </c:dLbl>
            <c:dLbl>
              <c:idx val="141"/>
              <c:layout/>
              <c:tx>
                <c:rich>
                  <a:bodyPr/>
                  <a:lstStyle/>
                  <a:p>
                    <a:r>
                      <a:rPr lang="en-US"/>
                      <a:t>1.645</a:t>
                    </a:r>
                  </a:p>
                </c:rich>
              </c:tx>
              <c:dLblPos val="b"/>
              <c:showLegendKey val="0"/>
              <c:showVal val="0"/>
              <c:showCatName val="1"/>
              <c:showSerName val="0"/>
              <c:showPercent val="0"/>
              <c:showBubbleSize val="0"/>
            </c:dLbl>
            <c:dLbl>
              <c:idx val="158"/>
              <c:layout/>
              <c:tx>
                <c:rich>
                  <a:bodyPr/>
                  <a:lstStyle/>
                  <a:p>
                    <a:r>
                      <a:rPr lang="en-US"/>
                      <a:t>2.33</a:t>
                    </a:r>
                  </a:p>
                </c:rich>
              </c:tx>
              <c:dLblPos val="b"/>
              <c:showLegendKey val="0"/>
              <c:showVal val="0"/>
              <c:showCatName val="1"/>
              <c:showSerName val="0"/>
              <c:showPercent val="0"/>
              <c:showBubbleSize val="0"/>
            </c:dLbl>
            <c:txPr>
              <a:bodyPr rot="0" vert="horz"/>
              <a:lstStyle/>
              <a:p>
                <a:pPr algn="ctr">
                  <a:defRPr sz="1100" b="1"/>
                </a:pPr>
                <a:endParaRPr lang="en-US"/>
              </a:p>
            </c:txPr>
            <c:dLblPos val="b"/>
            <c:showLegendKey val="0"/>
            <c:showVal val="0"/>
            <c:showCatName val="1"/>
            <c:showSerName val="0"/>
            <c:showPercent val="0"/>
            <c:showBubbleSize val="0"/>
            <c:showLeaderLines val="0"/>
          </c:dLbls>
          <c:cat>
            <c:strRef>
              <c:f>Normal!$O$2:$O$202</c:f>
              <c:strCache>
                <c:ptCount val="201"/>
                <c:pt idx="0">
                  <c:v>-4</c:v>
                </c:pt>
                <c:pt idx="59">
                  <c:v>-1.645</c:v>
                </c:pt>
                <c:pt idx="100">
                  <c:v>0</c:v>
                </c:pt>
                <c:pt idx="200">
                  <c:v>4</c:v>
                </c:pt>
              </c:strCache>
            </c:strRef>
          </c:cat>
          <c:val>
            <c:numRef>
              <c:f>Normal!$P$2:$P$202</c:f>
              <c:numCache>
                <c:formatCode>General</c:formatCode>
                <c:ptCount val="201"/>
                <c:pt idx="0">
                  <c:v>0</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0</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0</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#N/A</c:v>
                </c:pt>
                <c:pt idx="143">
                  <c:v>#N/A</c:v>
                </c:pt>
                <c:pt idx="144">
                  <c:v>#N/A</c:v>
                </c:pt>
                <c:pt idx="145">
                  <c:v>#N/A</c:v>
                </c:pt>
                <c:pt idx="146">
                  <c:v>#N/A</c:v>
                </c:pt>
                <c:pt idx="147">
                  <c:v>#N/A</c:v>
                </c:pt>
                <c:pt idx="148">
                  <c:v>#N/A</c:v>
                </c:pt>
                <c:pt idx="149">
                  <c:v>#N/A</c:v>
                </c:pt>
                <c:pt idx="150">
                  <c:v>#N/A</c:v>
                </c:pt>
                <c:pt idx="151">
                  <c:v>#N/A</c:v>
                </c:pt>
                <c:pt idx="152">
                  <c:v>#N/A</c:v>
                </c:pt>
                <c:pt idx="153">
                  <c:v>#N/A</c:v>
                </c:pt>
                <c:pt idx="154">
                  <c:v>#N/A</c:v>
                </c:pt>
                <c:pt idx="155">
                  <c:v>#N/A</c:v>
                </c:pt>
                <c:pt idx="156">
                  <c:v>#N/A</c:v>
                </c:pt>
                <c:pt idx="157">
                  <c:v>#N/A</c:v>
                </c:pt>
                <c:pt idx="158">
                  <c:v>#N/A</c:v>
                </c:pt>
                <c:pt idx="159">
                  <c:v>#N/A</c:v>
                </c:pt>
                <c:pt idx="160">
                  <c:v>#N/A</c:v>
                </c:pt>
                <c:pt idx="161">
                  <c:v>#N/A</c:v>
                </c:pt>
                <c:pt idx="162">
                  <c:v>#N/A</c:v>
                </c:pt>
                <c:pt idx="163">
                  <c:v>#N/A</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0</c:v>
                </c:pt>
              </c:numCache>
            </c:numRef>
          </c:val>
          <c:smooth val="0"/>
        </c:ser>
        <c:dLbls>
          <c:showLegendKey val="0"/>
          <c:showVal val="0"/>
          <c:showCatName val="0"/>
          <c:showSerName val="0"/>
          <c:showPercent val="0"/>
          <c:showBubbleSize val="0"/>
        </c:dLbls>
        <c:marker val="1"/>
        <c:smooth val="0"/>
        <c:axId val="82291712"/>
        <c:axId val="82297600"/>
      </c:lineChart>
      <c:catAx>
        <c:axId val="82291712"/>
        <c:scaling>
          <c:orientation val="minMax"/>
        </c:scaling>
        <c:delete val="0"/>
        <c:axPos val="b"/>
        <c:numFmt formatCode="General" sourceLinked="1"/>
        <c:majorTickMark val="none"/>
        <c:minorTickMark val="none"/>
        <c:tickLblPos val="none"/>
        <c:spPr>
          <a:ln w="3175">
            <a:solidFill>
              <a:srgbClr val="000000"/>
            </a:solidFill>
            <a:prstDash val="solid"/>
          </a:ln>
        </c:spPr>
        <c:txPr>
          <a:bodyPr rot="0" vert="horz"/>
          <a:lstStyle/>
          <a:p>
            <a:pPr>
              <a:defRPr sz="800" b="0" i="0" u="none" strike="noStrike" baseline="0">
                <a:solidFill>
                  <a:srgbClr val="000000"/>
                </a:solidFill>
                <a:latin typeface="Arial"/>
                <a:ea typeface="Arial"/>
                <a:cs typeface="Arial"/>
              </a:defRPr>
            </a:pPr>
            <a:endParaRPr lang="en-US"/>
          </a:p>
        </c:txPr>
        <c:crossAx val="82297600"/>
        <c:crosses val="autoZero"/>
        <c:auto val="0"/>
        <c:lblAlgn val="ctr"/>
        <c:lblOffset val="100"/>
        <c:tickLblSkip val="20"/>
        <c:tickMarkSkip val="20"/>
        <c:noMultiLvlLbl val="0"/>
      </c:catAx>
      <c:valAx>
        <c:axId val="82297600"/>
        <c:scaling>
          <c:orientation val="minMax"/>
          <c:min val="0"/>
        </c:scaling>
        <c:delete val="0"/>
        <c:axPos val="l"/>
        <c:numFmt formatCode="General" sourceLinked="1"/>
        <c:majorTickMark val="out"/>
        <c:minorTickMark val="none"/>
        <c:tickLblPos val="nextTo"/>
        <c:spPr>
          <a:ln w="3175">
            <a:solidFill>
              <a:srgbClr val="000000"/>
            </a:solidFill>
            <a:prstDash val="solid"/>
          </a:ln>
        </c:spPr>
        <c:txPr>
          <a:bodyPr rot="0" vert="horz"/>
          <a:lstStyle/>
          <a:p>
            <a:pPr>
              <a:defRPr sz="800" b="0" i="0" u="none" strike="noStrike" baseline="0">
                <a:solidFill>
                  <a:srgbClr val="000000"/>
                </a:solidFill>
                <a:latin typeface="Arial"/>
                <a:ea typeface="Arial"/>
                <a:cs typeface="Arial"/>
              </a:defRPr>
            </a:pPr>
            <a:endParaRPr lang="en-US"/>
          </a:p>
        </c:txPr>
        <c:crossAx val="82291712"/>
        <c:crosses val="autoZero"/>
        <c:crossBetween val="between"/>
      </c:valAx>
      <c:spPr>
        <a:noFill/>
        <a:ln w="25400">
          <a:noFill/>
        </a:ln>
      </c:spPr>
    </c:plotArea>
    <c:plotVisOnly val="1"/>
    <c:dispBlanksAs val="gap"/>
    <c:showDLblsOverMax val="0"/>
  </c:chart>
  <c:spPr>
    <a:solidFill>
      <a:srgbClr val="FFFFFF"/>
    </a:solidFill>
    <a:ln w="9525">
      <a:noFill/>
    </a:ln>
  </c:spPr>
  <c:txPr>
    <a:bodyPr/>
    <a:lstStyle/>
    <a:p>
      <a:pPr>
        <a:defRPr sz="1000" b="0" i="0" u="none" strike="noStrike" baseline="0">
          <a:solidFill>
            <a:srgbClr val="000000"/>
          </a:solidFill>
          <a:latin typeface="Arial"/>
          <a:ea typeface="Arial"/>
          <a:cs typeface="Arial"/>
        </a:defRPr>
      </a:pPr>
      <a:endParaRPr lang="en-US"/>
    </a:p>
  </c:txPr>
  <c:externalData r:id="rId1">
    <c:autoUpdate val="0"/>
  </c:externalData>
  <c:userShapes r:id="rId2"/>
</c:chartSpace>
</file>

<file path=ppt/charts/chart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strRef>
          <c:f>Normal!$J$11</c:f>
          <c:strCache>
            <c:ptCount val="1"/>
          </c:strCache>
        </c:strRef>
      </c:tx>
      <c:layout>
        <c:manualLayout>
          <c:xMode val="edge"/>
          <c:yMode val="edge"/>
          <c:x val="0.3770053475935829"/>
          <c:y val="4.2553191489361701E-2"/>
        </c:manualLayout>
      </c:layout>
      <c:overlay val="0"/>
      <c:spPr>
        <a:noFill/>
        <a:ln w="25400">
          <a:noFill/>
        </a:ln>
      </c:spPr>
      <c:txPr>
        <a:bodyPr/>
        <a:lstStyle/>
        <a:p>
          <a:pPr>
            <a:defRPr sz="800" b="0" i="0" u="none" strike="noStrike" baseline="0">
              <a:solidFill>
                <a:srgbClr val="800080"/>
              </a:solidFill>
              <a:latin typeface="Arial"/>
              <a:ea typeface="Arial"/>
              <a:cs typeface="Arial"/>
            </a:defRPr>
          </a:pPr>
          <a:endParaRPr lang="en-US"/>
        </a:p>
      </c:txPr>
    </c:title>
    <c:autoTitleDeleted val="0"/>
    <c:plotArea>
      <c:layout>
        <c:manualLayout>
          <c:layoutTarget val="inner"/>
          <c:xMode val="edge"/>
          <c:yMode val="edge"/>
          <c:x val="0.12923351158645277"/>
          <c:y val="0.15319193611436868"/>
          <c:w val="0.78253119429590012"/>
          <c:h val="0.61276723064999716"/>
        </c:manualLayout>
      </c:layout>
      <c:barChart>
        <c:barDir val="col"/>
        <c:grouping val="clustered"/>
        <c:varyColors val="0"/>
        <c:ser>
          <c:idx val="1"/>
          <c:order val="0"/>
          <c:spPr>
            <a:solidFill>
              <a:srgbClr val="800080"/>
            </a:solidFill>
            <a:ln w="25400">
              <a:noFill/>
            </a:ln>
          </c:spPr>
          <c:invertIfNegative val="0"/>
          <c:cat>
            <c:strRef>
              <c:f>Normal!$O$2:$O$202</c:f>
              <c:strCache>
                <c:ptCount val="201"/>
                <c:pt idx="0">
                  <c:v>-4</c:v>
                </c:pt>
                <c:pt idx="42">
                  <c:v>-2.33</c:v>
                </c:pt>
                <c:pt idx="100">
                  <c:v>0</c:v>
                </c:pt>
                <c:pt idx="200">
                  <c:v>4</c:v>
                </c:pt>
              </c:strCache>
            </c:strRef>
          </c:cat>
          <c:val>
            <c:numRef>
              <c:f>Normal!$M$2:$M$202</c:f>
              <c:numCache>
                <c:formatCode>General</c:formatCode>
                <c:ptCount val="201"/>
                <c:pt idx="0">
                  <c:v>1.3383022576488537E-4</c:v>
                </c:pt>
                <c:pt idx="1">
                  <c:v>1.5692563406553226E-4</c:v>
                </c:pt>
                <c:pt idx="2">
                  <c:v>1.8371249800245711E-4</c:v>
                </c:pt>
                <c:pt idx="3">
                  <c:v>2.1472798150036704E-4</c:v>
                </c:pt>
                <c:pt idx="4">
                  <c:v>2.5057844489086075E-4</c:v>
                </c:pt>
                <c:pt idx="5">
                  <c:v>2.9194692579146027E-4</c:v>
                </c:pt>
                <c:pt idx="6">
                  <c:v>3.3960121248365478E-4</c:v>
                </c:pt>
                <c:pt idx="7">
                  <c:v>3.9440252496915693E-4</c:v>
                </c:pt>
                <c:pt idx="8">
                  <c:v>4.5731481405985675E-4</c:v>
                </c:pt>
                <c:pt idx="9">
                  <c:v>5.2941468309493475E-4</c:v>
                </c:pt>
                <c:pt idx="10">
                  <c:v>6.119019301137719E-4</c:v>
                </c:pt>
                <c:pt idx="11">
                  <c:v>7.061107004880362E-4</c:v>
                </c:pt>
                <c:pt idx="12">
                  <c:v>8.1352123108180841E-4</c:v>
                </c:pt>
                <c:pt idx="13">
                  <c:v>9.3577215692747977E-4</c:v>
                </c:pt>
                <c:pt idx="14">
                  <c:v>1.0746733401537356E-3</c:v>
                </c:pt>
                <c:pt idx="15">
                  <c:v>1.2322191684730199E-3</c:v>
                </c:pt>
                <c:pt idx="16">
                  <c:v>1.4106022569413848E-3</c:v>
                </c:pt>
                <c:pt idx="17">
                  <c:v>1.6122274719771244E-3</c:v>
                </c:pt>
                <c:pt idx="18">
                  <c:v>1.8397261808242775E-3</c:v>
                </c:pt>
                <c:pt idx="19">
                  <c:v>2.0959706128579419E-3</c:v>
                </c:pt>
                <c:pt idx="20">
                  <c:v>2.3840882014648404E-3</c:v>
                </c:pt>
                <c:pt idx="21">
                  <c:v>2.7074757568406999E-3</c:v>
                </c:pt>
                <c:pt idx="22">
                  <c:v>3.0698133011047403E-3</c:v>
                </c:pt>
                <c:pt idx="23">
                  <c:v>3.4750773778549375E-3</c:v>
                </c:pt>
                <c:pt idx="24">
                  <c:v>3.9275536289247789E-3</c:v>
                </c:pt>
                <c:pt idx="25">
                  <c:v>4.4318484119380075E-3</c:v>
                </c:pt>
                <c:pt idx="26">
                  <c:v>4.9928992136123763E-3</c:v>
                </c:pt>
                <c:pt idx="27">
                  <c:v>5.615983595990969E-3</c:v>
                </c:pt>
                <c:pt idx="28">
                  <c:v>6.3067263962659275E-3</c:v>
                </c:pt>
                <c:pt idx="29">
                  <c:v>7.0711048860194487E-3</c:v>
                </c:pt>
                <c:pt idx="30">
                  <c:v>7.9154515829799686E-3</c:v>
                </c:pt>
                <c:pt idx="31">
                  <c:v>8.8464543982372315E-3</c:v>
                </c:pt>
                <c:pt idx="32">
                  <c:v>9.8711537947511439E-3</c:v>
                </c:pt>
                <c:pt idx="33">
                  <c:v>1.0996936629405587E-2</c:v>
                </c:pt>
                <c:pt idx="34">
                  <c:v>1.2231526351277987E-2</c:v>
                </c:pt>
                <c:pt idx="35">
                  <c:v>1.3582969233685634E-2</c:v>
                </c:pt>
                <c:pt idx="36">
                  <c:v>1.5059616327377449E-2</c:v>
                </c:pt>
                <c:pt idx="37">
                  <c:v>1.6670100837381057E-2</c:v>
                </c:pt>
                <c:pt idx="38">
                  <c:v>1.8423310646862048E-2</c:v>
                </c:pt>
                <c:pt idx="39">
                  <c:v>2.0328355738225837E-2</c:v>
                </c:pt>
                <c:pt idx="40">
                  <c:v>2.2394530294842899E-2</c:v>
                </c:pt>
                <c:pt idx="41">
                  <c:v>2.4631269306382507E-2</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#N/A</c:v>
                </c:pt>
                <c:pt idx="143">
                  <c:v>#N/A</c:v>
                </c:pt>
                <c:pt idx="144">
                  <c:v>#N/A</c:v>
                </c:pt>
                <c:pt idx="145">
                  <c:v>#N/A</c:v>
                </c:pt>
                <c:pt idx="146">
                  <c:v>#N/A</c:v>
                </c:pt>
                <c:pt idx="147">
                  <c:v>#N/A</c:v>
                </c:pt>
                <c:pt idx="148">
                  <c:v>#N/A</c:v>
                </c:pt>
                <c:pt idx="149">
                  <c:v>#N/A</c:v>
                </c:pt>
                <c:pt idx="150">
                  <c:v>#N/A</c:v>
                </c:pt>
                <c:pt idx="151">
                  <c:v>#N/A</c:v>
                </c:pt>
                <c:pt idx="152">
                  <c:v>#N/A</c:v>
                </c:pt>
                <c:pt idx="153">
                  <c:v>#N/A</c:v>
                </c:pt>
                <c:pt idx="154">
                  <c:v>#N/A</c:v>
                </c:pt>
                <c:pt idx="155">
                  <c:v>#N/A</c:v>
                </c:pt>
                <c:pt idx="156">
                  <c:v>#N/A</c:v>
                </c:pt>
                <c:pt idx="157">
                  <c:v>#N/A</c:v>
                </c:pt>
                <c:pt idx="158">
                  <c:v>#N/A</c:v>
                </c:pt>
                <c:pt idx="159">
                  <c:v>#N/A</c:v>
                </c:pt>
                <c:pt idx="160">
                  <c:v>#N/A</c:v>
                </c:pt>
                <c:pt idx="161">
                  <c:v>#N/A</c:v>
                </c:pt>
                <c:pt idx="162">
                  <c:v>#N/A</c:v>
                </c:pt>
                <c:pt idx="163">
                  <c:v>#N/A</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#N/A</c:v>
                </c:pt>
              </c:numCache>
            </c:numRef>
          </c:val>
        </c:ser>
        <c:ser>
          <c:idx val="2"/>
          <c:order val="1"/>
          <c:spPr>
            <a:solidFill>
              <a:srgbClr val="800080"/>
            </a:solidFill>
            <a:ln w="25400">
              <a:noFill/>
            </a:ln>
          </c:spPr>
          <c:invertIfNegative val="0"/>
          <c:cat>
            <c:numRef>
              <c:f>Normal!$K$2:$K$202</c:f>
              <c:numCache>
                <c:formatCode>General</c:formatCode>
                <c:ptCount val="201"/>
                <c:pt idx="0">
                  <c:v>-4</c:v>
                </c:pt>
                <c:pt idx="1">
                  <c:v>-3.96</c:v>
                </c:pt>
                <c:pt idx="2">
                  <c:v>-3.92</c:v>
                </c:pt>
                <c:pt idx="3">
                  <c:v>-3.88</c:v>
                </c:pt>
                <c:pt idx="4">
                  <c:v>-3.84</c:v>
                </c:pt>
                <c:pt idx="5">
                  <c:v>-3.8</c:v>
                </c:pt>
                <c:pt idx="6">
                  <c:v>-3.76</c:v>
                </c:pt>
                <c:pt idx="7">
                  <c:v>-3.7199999999999998</c:v>
                </c:pt>
                <c:pt idx="8">
                  <c:v>-3.68</c:v>
                </c:pt>
                <c:pt idx="9">
                  <c:v>-3.64</c:v>
                </c:pt>
                <c:pt idx="10">
                  <c:v>-3.6</c:v>
                </c:pt>
                <c:pt idx="11">
                  <c:v>-3.56</c:v>
                </c:pt>
                <c:pt idx="12">
                  <c:v>-3.52</c:v>
                </c:pt>
                <c:pt idx="13">
                  <c:v>-3.48</c:v>
                </c:pt>
                <c:pt idx="14">
                  <c:v>-3.44</c:v>
                </c:pt>
                <c:pt idx="15">
                  <c:v>-3.4</c:v>
                </c:pt>
                <c:pt idx="16">
                  <c:v>-3.36</c:v>
                </c:pt>
                <c:pt idx="17">
                  <c:v>-3.32</c:v>
                </c:pt>
                <c:pt idx="18">
                  <c:v>-3.2800000000000002</c:v>
                </c:pt>
                <c:pt idx="19">
                  <c:v>-3.24</c:v>
                </c:pt>
                <c:pt idx="20">
                  <c:v>-3.2</c:v>
                </c:pt>
                <c:pt idx="21">
                  <c:v>-3.16</c:v>
                </c:pt>
                <c:pt idx="22">
                  <c:v>-3.12</c:v>
                </c:pt>
                <c:pt idx="23">
                  <c:v>-3.08</c:v>
                </c:pt>
                <c:pt idx="24">
                  <c:v>-3.04</c:v>
                </c:pt>
                <c:pt idx="25">
                  <c:v>-3</c:v>
                </c:pt>
                <c:pt idx="26">
                  <c:v>-2.96</c:v>
                </c:pt>
                <c:pt idx="27">
                  <c:v>-2.92</c:v>
                </c:pt>
                <c:pt idx="28">
                  <c:v>-2.88</c:v>
                </c:pt>
                <c:pt idx="29">
                  <c:v>-2.84</c:v>
                </c:pt>
                <c:pt idx="30">
                  <c:v>-2.8</c:v>
                </c:pt>
                <c:pt idx="31">
                  <c:v>-2.76</c:v>
                </c:pt>
                <c:pt idx="32">
                  <c:v>-2.7199999999999998</c:v>
                </c:pt>
                <c:pt idx="33">
                  <c:v>-2.6799999999999997</c:v>
                </c:pt>
                <c:pt idx="34">
                  <c:v>-2.6399999999999997</c:v>
                </c:pt>
                <c:pt idx="35">
                  <c:v>-2.5999999999999996</c:v>
                </c:pt>
                <c:pt idx="36">
                  <c:v>-2.56</c:v>
                </c:pt>
                <c:pt idx="37">
                  <c:v>-2.52</c:v>
                </c:pt>
                <c:pt idx="38">
                  <c:v>-2.48</c:v>
                </c:pt>
                <c:pt idx="39">
                  <c:v>-2.44</c:v>
                </c:pt>
                <c:pt idx="40">
                  <c:v>-2.4</c:v>
                </c:pt>
                <c:pt idx="41">
                  <c:v>-2.36</c:v>
                </c:pt>
                <c:pt idx="42">
                  <c:v>-2.3200000000000003</c:v>
                </c:pt>
                <c:pt idx="43">
                  <c:v>-2.2800000000000002</c:v>
                </c:pt>
                <c:pt idx="44">
                  <c:v>-2.2400000000000002</c:v>
                </c:pt>
                <c:pt idx="45">
                  <c:v>-2.2000000000000002</c:v>
                </c:pt>
                <c:pt idx="46">
                  <c:v>-2.16</c:v>
                </c:pt>
                <c:pt idx="47">
                  <c:v>-2.12</c:v>
                </c:pt>
                <c:pt idx="48">
                  <c:v>-2.08</c:v>
                </c:pt>
                <c:pt idx="49">
                  <c:v>-2.04</c:v>
                </c:pt>
                <c:pt idx="50">
                  <c:v>-2</c:v>
                </c:pt>
                <c:pt idx="51">
                  <c:v>-1.96</c:v>
                </c:pt>
                <c:pt idx="52">
                  <c:v>-1.92</c:v>
                </c:pt>
                <c:pt idx="53">
                  <c:v>-1.88</c:v>
                </c:pt>
                <c:pt idx="54">
                  <c:v>-1.8399999999999999</c:v>
                </c:pt>
                <c:pt idx="55">
                  <c:v>-1.7999999999999998</c:v>
                </c:pt>
                <c:pt idx="56">
                  <c:v>-1.7599999999999998</c:v>
                </c:pt>
                <c:pt idx="57">
                  <c:v>-1.7199999999999998</c:v>
                </c:pt>
                <c:pt idx="58">
                  <c:v>-1.6800000000000002</c:v>
                </c:pt>
                <c:pt idx="59">
                  <c:v>-1.6400000000000001</c:v>
                </c:pt>
                <c:pt idx="60">
                  <c:v>-1.6</c:v>
                </c:pt>
                <c:pt idx="61">
                  <c:v>-1.56</c:v>
                </c:pt>
                <c:pt idx="62">
                  <c:v>-1.52</c:v>
                </c:pt>
                <c:pt idx="63">
                  <c:v>-1.48</c:v>
                </c:pt>
                <c:pt idx="64">
                  <c:v>-1.44</c:v>
                </c:pt>
                <c:pt idx="65">
                  <c:v>-1.4</c:v>
                </c:pt>
                <c:pt idx="66">
                  <c:v>-1.3599999999999999</c:v>
                </c:pt>
                <c:pt idx="67">
                  <c:v>-1.3199999999999998</c:v>
                </c:pt>
                <c:pt idx="68">
                  <c:v>-1.2799999999999998</c:v>
                </c:pt>
                <c:pt idx="69">
                  <c:v>-1.2399999999999998</c:v>
                </c:pt>
                <c:pt idx="70">
                  <c:v>-1.1999999999999997</c:v>
                </c:pt>
                <c:pt idx="71">
                  <c:v>-1.1600000000000001</c:v>
                </c:pt>
                <c:pt idx="72">
                  <c:v>-1.1200000000000001</c:v>
                </c:pt>
                <c:pt idx="73">
                  <c:v>-1.08</c:v>
                </c:pt>
                <c:pt idx="74">
                  <c:v>-1.04</c:v>
                </c:pt>
                <c:pt idx="75">
                  <c:v>-1</c:v>
                </c:pt>
                <c:pt idx="76">
                  <c:v>-0.96</c:v>
                </c:pt>
                <c:pt idx="77">
                  <c:v>-0.91999999999999993</c:v>
                </c:pt>
                <c:pt idx="78">
                  <c:v>-0.87999999999999989</c:v>
                </c:pt>
                <c:pt idx="79">
                  <c:v>-0.83999999999999986</c:v>
                </c:pt>
                <c:pt idx="80">
                  <c:v>-0.79999999999999982</c:v>
                </c:pt>
                <c:pt idx="81">
                  <c:v>-0.75999999999999979</c:v>
                </c:pt>
                <c:pt idx="82">
                  <c:v>-0.71999999999999975</c:v>
                </c:pt>
                <c:pt idx="83">
                  <c:v>-0.67999999999999972</c:v>
                </c:pt>
                <c:pt idx="84">
                  <c:v>-0.64000000000000012</c:v>
                </c:pt>
                <c:pt idx="85">
                  <c:v>-0.60000000000000009</c:v>
                </c:pt>
                <c:pt idx="86">
                  <c:v>-0.56000000000000005</c:v>
                </c:pt>
                <c:pt idx="87">
                  <c:v>-0.52</c:v>
                </c:pt>
                <c:pt idx="88">
                  <c:v>-0.48</c:v>
                </c:pt>
                <c:pt idx="89">
                  <c:v>-0.43999999999999995</c:v>
                </c:pt>
                <c:pt idx="90">
                  <c:v>-0.39999999999999991</c:v>
                </c:pt>
                <c:pt idx="91">
                  <c:v>-0.35999999999999988</c:v>
                </c:pt>
                <c:pt idx="92">
                  <c:v>-0.31999999999999984</c:v>
                </c:pt>
                <c:pt idx="93">
                  <c:v>-0.2799999999999998</c:v>
                </c:pt>
                <c:pt idx="94">
                  <c:v>-0.23999999999999977</c:v>
                </c:pt>
                <c:pt idx="95">
                  <c:v>-0.19999999999999973</c:v>
                </c:pt>
                <c:pt idx="96">
                  <c:v>-0.16000000000000014</c:v>
                </c:pt>
                <c:pt idx="97">
                  <c:v>-0.12000000000000011</c:v>
                </c:pt>
                <c:pt idx="98">
                  <c:v>-8.0000000000000071E-2</c:v>
                </c:pt>
                <c:pt idx="99">
                  <c:v>-4.0000000000000036E-2</c:v>
                </c:pt>
                <c:pt idx="100">
                  <c:v>0</c:v>
                </c:pt>
                <c:pt idx="101">
                  <c:v>4.0000000000000036E-2</c:v>
                </c:pt>
                <c:pt idx="102">
                  <c:v>8.0000000000000071E-2</c:v>
                </c:pt>
                <c:pt idx="103">
                  <c:v>0.12000000000000011</c:v>
                </c:pt>
                <c:pt idx="104">
                  <c:v>0.16000000000000014</c:v>
                </c:pt>
                <c:pt idx="105">
                  <c:v>0.20000000000000018</c:v>
                </c:pt>
                <c:pt idx="106">
                  <c:v>0.24000000000000021</c:v>
                </c:pt>
                <c:pt idx="107">
                  <c:v>0.28000000000000025</c:v>
                </c:pt>
                <c:pt idx="108">
                  <c:v>0.32000000000000028</c:v>
                </c:pt>
                <c:pt idx="109">
                  <c:v>0.36000000000000032</c:v>
                </c:pt>
                <c:pt idx="110">
                  <c:v>0.40000000000000036</c:v>
                </c:pt>
                <c:pt idx="111">
                  <c:v>0.44000000000000039</c:v>
                </c:pt>
                <c:pt idx="112">
                  <c:v>0.48000000000000043</c:v>
                </c:pt>
                <c:pt idx="113">
                  <c:v>0.52000000000000046</c:v>
                </c:pt>
                <c:pt idx="114">
                  <c:v>0.5600000000000005</c:v>
                </c:pt>
                <c:pt idx="115">
                  <c:v>0.60000000000000053</c:v>
                </c:pt>
                <c:pt idx="116">
                  <c:v>0.63999999999999968</c:v>
                </c:pt>
                <c:pt idx="117">
                  <c:v>0.67999999999999972</c:v>
                </c:pt>
                <c:pt idx="118">
                  <c:v>0.71999999999999975</c:v>
                </c:pt>
                <c:pt idx="119">
                  <c:v>0.75999999999999979</c:v>
                </c:pt>
                <c:pt idx="120">
                  <c:v>0.79999999999999982</c:v>
                </c:pt>
                <c:pt idx="121">
                  <c:v>0.83999999999999986</c:v>
                </c:pt>
                <c:pt idx="122">
                  <c:v>0.87999999999999989</c:v>
                </c:pt>
                <c:pt idx="123">
                  <c:v>0.91999999999999993</c:v>
                </c:pt>
                <c:pt idx="124">
                  <c:v>0.96</c:v>
                </c:pt>
                <c:pt idx="125">
                  <c:v>1</c:v>
                </c:pt>
                <c:pt idx="126">
                  <c:v>1.04</c:v>
                </c:pt>
                <c:pt idx="127">
                  <c:v>1.08</c:v>
                </c:pt>
                <c:pt idx="128">
                  <c:v>1.1200000000000001</c:v>
                </c:pt>
                <c:pt idx="129">
                  <c:v>1.1600000000000001</c:v>
                </c:pt>
                <c:pt idx="130">
                  <c:v>1.2000000000000002</c:v>
                </c:pt>
                <c:pt idx="131">
                  <c:v>1.2400000000000002</c:v>
                </c:pt>
                <c:pt idx="132">
                  <c:v>1.2800000000000002</c:v>
                </c:pt>
                <c:pt idx="133">
                  <c:v>1.3200000000000003</c:v>
                </c:pt>
                <c:pt idx="134">
                  <c:v>1.3600000000000003</c:v>
                </c:pt>
                <c:pt idx="135">
                  <c:v>1.4000000000000004</c:v>
                </c:pt>
                <c:pt idx="136">
                  <c:v>1.4400000000000004</c:v>
                </c:pt>
                <c:pt idx="137">
                  <c:v>1.4800000000000004</c:v>
                </c:pt>
                <c:pt idx="138">
                  <c:v>1.5200000000000005</c:v>
                </c:pt>
                <c:pt idx="139">
                  <c:v>1.5600000000000005</c:v>
                </c:pt>
                <c:pt idx="140">
                  <c:v>1.6000000000000005</c:v>
                </c:pt>
                <c:pt idx="141">
                  <c:v>1.6399999999999997</c:v>
                </c:pt>
                <c:pt idx="142">
                  <c:v>1.6799999999999997</c:v>
                </c:pt>
                <c:pt idx="143">
                  <c:v>1.7199999999999998</c:v>
                </c:pt>
                <c:pt idx="144">
                  <c:v>1.7599999999999998</c:v>
                </c:pt>
                <c:pt idx="145">
                  <c:v>1.7999999999999998</c:v>
                </c:pt>
                <c:pt idx="146">
                  <c:v>1.8399999999999999</c:v>
                </c:pt>
                <c:pt idx="147">
                  <c:v>1.88</c:v>
                </c:pt>
                <c:pt idx="148">
                  <c:v>1.92</c:v>
                </c:pt>
                <c:pt idx="149">
                  <c:v>1.96</c:v>
                </c:pt>
                <c:pt idx="150">
                  <c:v>2</c:v>
                </c:pt>
                <c:pt idx="151">
                  <c:v>2.04</c:v>
                </c:pt>
                <c:pt idx="152">
                  <c:v>2.08</c:v>
                </c:pt>
                <c:pt idx="153">
                  <c:v>2.12</c:v>
                </c:pt>
                <c:pt idx="154">
                  <c:v>2.16</c:v>
                </c:pt>
                <c:pt idx="155">
                  <c:v>2.2000000000000002</c:v>
                </c:pt>
                <c:pt idx="156">
                  <c:v>2.2400000000000002</c:v>
                </c:pt>
                <c:pt idx="157">
                  <c:v>2.2800000000000002</c:v>
                </c:pt>
                <c:pt idx="158">
                  <c:v>2.3200000000000003</c:v>
                </c:pt>
                <c:pt idx="159">
                  <c:v>2.3600000000000003</c:v>
                </c:pt>
                <c:pt idx="160">
                  <c:v>2.4000000000000004</c:v>
                </c:pt>
                <c:pt idx="161">
                  <c:v>2.4400000000000004</c:v>
                </c:pt>
                <c:pt idx="162">
                  <c:v>2.4800000000000004</c:v>
                </c:pt>
                <c:pt idx="163">
                  <c:v>2.5200000000000005</c:v>
                </c:pt>
                <c:pt idx="164">
                  <c:v>2.5600000000000005</c:v>
                </c:pt>
                <c:pt idx="165">
                  <c:v>2.6000000000000005</c:v>
                </c:pt>
                <c:pt idx="166">
                  <c:v>2.6400000000000006</c:v>
                </c:pt>
                <c:pt idx="167">
                  <c:v>2.6799999999999997</c:v>
                </c:pt>
                <c:pt idx="168">
                  <c:v>2.7199999999999998</c:v>
                </c:pt>
                <c:pt idx="169">
                  <c:v>2.76</c:v>
                </c:pt>
                <c:pt idx="170">
                  <c:v>2.8</c:v>
                </c:pt>
                <c:pt idx="171">
                  <c:v>2.84</c:v>
                </c:pt>
                <c:pt idx="172">
                  <c:v>2.88</c:v>
                </c:pt>
                <c:pt idx="173">
                  <c:v>2.92</c:v>
                </c:pt>
                <c:pt idx="174">
                  <c:v>2.96</c:v>
                </c:pt>
                <c:pt idx="175">
                  <c:v>3</c:v>
                </c:pt>
                <c:pt idx="176">
                  <c:v>3.04</c:v>
                </c:pt>
                <c:pt idx="177">
                  <c:v>3.08</c:v>
                </c:pt>
                <c:pt idx="178">
                  <c:v>3.12</c:v>
                </c:pt>
                <c:pt idx="179">
                  <c:v>3.16</c:v>
                </c:pt>
                <c:pt idx="180">
                  <c:v>3.2</c:v>
                </c:pt>
                <c:pt idx="181">
                  <c:v>3.24</c:v>
                </c:pt>
                <c:pt idx="182">
                  <c:v>3.2800000000000002</c:v>
                </c:pt>
                <c:pt idx="183">
                  <c:v>3.3200000000000003</c:v>
                </c:pt>
                <c:pt idx="184">
                  <c:v>3.3600000000000003</c:v>
                </c:pt>
                <c:pt idx="185">
                  <c:v>3.4000000000000004</c:v>
                </c:pt>
                <c:pt idx="186">
                  <c:v>3.4400000000000004</c:v>
                </c:pt>
                <c:pt idx="187">
                  <c:v>3.4800000000000004</c:v>
                </c:pt>
                <c:pt idx="188">
                  <c:v>3.5200000000000005</c:v>
                </c:pt>
                <c:pt idx="189">
                  <c:v>3.5600000000000005</c:v>
                </c:pt>
                <c:pt idx="190">
                  <c:v>3.6000000000000005</c:v>
                </c:pt>
                <c:pt idx="191">
                  <c:v>3.6400000000000006</c:v>
                </c:pt>
                <c:pt idx="192">
                  <c:v>3.6799999999999997</c:v>
                </c:pt>
                <c:pt idx="193">
                  <c:v>3.7199999999999998</c:v>
                </c:pt>
                <c:pt idx="194">
                  <c:v>3.76</c:v>
                </c:pt>
                <c:pt idx="195">
                  <c:v>3.8</c:v>
                </c:pt>
                <c:pt idx="196">
                  <c:v>3.84</c:v>
                </c:pt>
                <c:pt idx="197">
                  <c:v>3.88</c:v>
                </c:pt>
                <c:pt idx="198">
                  <c:v>3.92</c:v>
                </c:pt>
                <c:pt idx="199">
                  <c:v>3.96</c:v>
                </c:pt>
                <c:pt idx="200">
                  <c:v>4</c:v>
                </c:pt>
              </c:numCache>
            </c:numRef>
          </c:cat>
          <c:val>
            <c:numRef>
              <c:f>Normal!$N$2:$N$202</c:f>
              <c:numCache>
                <c:formatCode>General</c:formatCode>
                <c:ptCount val="201"/>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#N/A</c:v>
                </c:pt>
                <c:pt idx="143">
                  <c:v>#N/A</c:v>
                </c:pt>
                <c:pt idx="144">
                  <c:v>#N/A</c:v>
                </c:pt>
                <c:pt idx="145">
                  <c:v>#N/A</c:v>
                </c:pt>
                <c:pt idx="146">
                  <c:v>#N/A</c:v>
                </c:pt>
                <c:pt idx="147">
                  <c:v>#N/A</c:v>
                </c:pt>
                <c:pt idx="148">
                  <c:v>#N/A</c:v>
                </c:pt>
                <c:pt idx="149">
                  <c:v>#N/A</c:v>
                </c:pt>
                <c:pt idx="150">
                  <c:v>#N/A</c:v>
                </c:pt>
                <c:pt idx="151">
                  <c:v>#N/A</c:v>
                </c:pt>
                <c:pt idx="152">
                  <c:v>#N/A</c:v>
                </c:pt>
                <c:pt idx="153">
                  <c:v>#N/A</c:v>
                </c:pt>
                <c:pt idx="154">
                  <c:v>#N/A</c:v>
                </c:pt>
                <c:pt idx="155">
                  <c:v>#N/A</c:v>
                </c:pt>
                <c:pt idx="156">
                  <c:v>#N/A</c:v>
                </c:pt>
                <c:pt idx="157">
                  <c:v>#N/A</c:v>
                </c:pt>
                <c:pt idx="158">
                  <c:v>#N/A</c:v>
                </c:pt>
                <c:pt idx="159">
                  <c:v>#N/A</c:v>
                </c:pt>
                <c:pt idx="160">
                  <c:v>#N/A</c:v>
                </c:pt>
                <c:pt idx="161">
                  <c:v>#N/A</c:v>
                </c:pt>
                <c:pt idx="162">
                  <c:v>#N/A</c:v>
                </c:pt>
                <c:pt idx="163">
                  <c:v>#N/A</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#N/A</c:v>
                </c:pt>
              </c:numCache>
            </c:numRef>
          </c:val>
        </c:ser>
        <c:dLbls>
          <c:showLegendKey val="0"/>
          <c:showVal val="0"/>
          <c:showCatName val="0"/>
          <c:showSerName val="0"/>
          <c:showPercent val="0"/>
          <c:showBubbleSize val="0"/>
        </c:dLbls>
        <c:gapWidth val="0"/>
        <c:overlap val="100"/>
        <c:axId val="86483712"/>
        <c:axId val="86485248"/>
      </c:barChart>
      <c:lineChart>
        <c:grouping val="standard"/>
        <c:varyColors val="0"/>
        <c:ser>
          <c:idx val="0"/>
          <c:order val="2"/>
          <c:spPr>
            <a:ln w="25400">
              <a:solidFill>
                <a:srgbClr val="000080"/>
              </a:solidFill>
              <a:prstDash val="solid"/>
            </a:ln>
          </c:spPr>
          <c:marker>
            <c:symbol val="none"/>
          </c:marker>
          <c:cat>
            <c:numRef>
              <c:f>Normal!$K$2:$K$202</c:f>
              <c:numCache>
                <c:formatCode>General</c:formatCode>
                <c:ptCount val="201"/>
                <c:pt idx="0">
                  <c:v>-4</c:v>
                </c:pt>
                <c:pt idx="1">
                  <c:v>-3.96</c:v>
                </c:pt>
                <c:pt idx="2">
                  <c:v>-3.92</c:v>
                </c:pt>
                <c:pt idx="3">
                  <c:v>-3.88</c:v>
                </c:pt>
                <c:pt idx="4">
                  <c:v>-3.84</c:v>
                </c:pt>
                <c:pt idx="5">
                  <c:v>-3.8</c:v>
                </c:pt>
                <c:pt idx="6">
                  <c:v>-3.76</c:v>
                </c:pt>
                <c:pt idx="7">
                  <c:v>-3.7199999999999998</c:v>
                </c:pt>
                <c:pt idx="8">
                  <c:v>-3.68</c:v>
                </c:pt>
                <c:pt idx="9">
                  <c:v>-3.64</c:v>
                </c:pt>
                <c:pt idx="10">
                  <c:v>-3.6</c:v>
                </c:pt>
                <c:pt idx="11">
                  <c:v>-3.56</c:v>
                </c:pt>
                <c:pt idx="12">
                  <c:v>-3.52</c:v>
                </c:pt>
                <c:pt idx="13">
                  <c:v>-3.48</c:v>
                </c:pt>
                <c:pt idx="14">
                  <c:v>-3.44</c:v>
                </c:pt>
                <c:pt idx="15">
                  <c:v>-3.4</c:v>
                </c:pt>
                <c:pt idx="16">
                  <c:v>-3.36</c:v>
                </c:pt>
                <c:pt idx="17">
                  <c:v>-3.32</c:v>
                </c:pt>
                <c:pt idx="18">
                  <c:v>-3.2800000000000002</c:v>
                </c:pt>
                <c:pt idx="19">
                  <c:v>-3.24</c:v>
                </c:pt>
                <c:pt idx="20">
                  <c:v>-3.2</c:v>
                </c:pt>
                <c:pt idx="21">
                  <c:v>-3.16</c:v>
                </c:pt>
                <c:pt idx="22">
                  <c:v>-3.12</c:v>
                </c:pt>
                <c:pt idx="23">
                  <c:v>-3.08</c:v>
                </c:pt>
                <c:pt idx="24">
                  <c:v>-3.04</c:v>
                </c:pt>
                <c:pt idx="25">
                  <c:v>-3</c:v>
                </c:pt>
                <c:pt idx="26">
                  <c:v>-2.96</c:v>
                </c:pt>
                <c:pt idx="27">
                  <c:v>-2.92</c:v>
                </c:pt>
                <c:pt idx="28">
                  <c:v>-2.88</c:v>
                </c:pt>
                <c:pt idx="29">
                  <c:v>-2.84</c:v>
                </c:pt>
                <c:pt idx="30">
                  <c:v>-2.8</c:v>
                </c:pt>
                <c:pt idx="31">
                  <c:v>-2.76</c:v>
                </c:pt>
                <c:pt idx="32">
                  <c:v>-2.7199999999999998</c:v>
                </c:pt>
                <c:pt idx="33">
                  <c:v>-2.6799999999999997</c:v>
                </c:pt>
                <c:pt idx="34">
                  <c:v>-2.6399999999999997</c:v>
                </c:pt>
                <c:pt idx="35">
                  <c:v>-2.5999999999999996</c:v>
                </c:pt>
                <c:pt idx="36">
                  <c:v>-2.56</c:v>
                </c:pt>
                <c:pt idx="37">
                  <c:v>-2.52</c:v>
                </c:pt>
                <c:pt idx="38">
                  <c:v>-2.48</c:v>
                </c:pt>
                <c:pt idx="39">
                  <c:v>-2.44</c:v>
                </c:pt>
                <c:pt idx="40">
                  <c:v>-2.4</c:v>
                </c:pt>
                <c:pt idx="41">
                  <c:v>-2.36</c:v>
                </c:pt>
                <c:pt idx="42">
                  <c:v>-2.3200000000000003</c:v>
                </c:pt>
                <c:pt idx="43">
                  <c:v>-2.2800000000000002</c:v>
                </c:pt>
                <c:pt idx="44">
                  <c:v>-2.2400000000000002</c:v>
                </c:pt>
                <c:pt idx="45">
                  <c:v>-2.2000000000000002</c:v>
                </c:pt>
                <c:pt idx="46">
                  <c:v>-2.16</c:v>
                </c:pt>
                <c:pt idx="47">
                  <c:v>-2.12</c:v>
                </c:pt>
                <c:pt idx="48">
                  <c:v>-2.08</c:v>
                </c:pt>
                <c:pt idx="49">
                  <c:v>-2.04</c:v>
                </c:pt>
                <c:pt idx="50">
                  <c:v>-2</c:v>
                </c:pt>
                <c:pt idx="51">
                  <c:v>-1.96</c:v>
                </c:pt>
                <c:pt idx="52">
                  <c:v>-1.92</c:v>
                </c:pt>
                <c:pt idx="53">
                  <c:v>-1.88</c:v>
                </c:pt>
                <c:pt idx="54">
                  <c:v>-1.8399999999999999</c:v>
                </c:pt>
                <c:pt idx="55">
                  <c:v>-1.7999999999999998</c:v>
                </c:pt>
                <c:pt idx="56">
                  <c:v>-1.7599999999999998</c:v>
                </c:pt>
                <c:pt idx="57">
                  <c:v>-1.7199999999999998</c:v>
                </c:pt>
                <c:pt idx="58">
                  <c:v>-1.6800000000000002</c:v>
                </c:pt>
                <c:pt idx="59">
                  <c:v>-1.6400000000000001</c:v>
                </c:pt>
                <c:pt idx="60">
                  <c:v>-1.6</c:v>
                </c:pt>
                <c:pt idx="61">
                  <c:v>-1.56</c:v>
                </c:pt>
                <c:pt idx="62">
                  <c:v>-1.52</c:v>
                </c:pt>
                <c:pt idx="63">
                  <c:v>-1.48</c:v>
                </c:pt>
                <c:pt idx="64">
                  <c:v>-1.44</c:v>
                </c:pt>
                <c:pt idx="65">
                  <c:v>-1.4</c:v>
                </c:pt>
                <c:pt idx="66">
                  <c:v>-1.3599999999999999</c:v>
                </c:pt>
                <c:pt idx="67">
                  <c:v>-1.3199999999999998</c:v>
                </c:pt>
                <c:pt idx="68">
                  <c:v>-1.2799999999999998</c:v>
                </c:pt>
                <c:pt idx="69">
                  <c:v>-1.2399999999999998</c:v>
                </c:pt>
                <c:pt idx="70">
                  <c:v>-1.1999999999999997</c:v>
                </c:pt>
                <c:pt idx="71">
                  <c:v>-1.1600000000000001</c:v>
                </c:pt>
                <c:pt idx="72">
                  <c:v>-1.1200000000000001</c:v>
                </c:pt>
                <c:pt idx="73">
                  <c:v>-1.08</c:v>
                </c:pt>
                <c:pt idx="74">
                  <c:v>-1.04</c:v>
                </c:pt>
                <c:pt idx="75">
                  <c:v>-1</c:v>
                </c:pt>
                <c:pt idx="76">
                  <c:v>-0.96</c:v>
                </c:pt>
                <c:pt idx="77">
                  <c:v>-0.91999999999999993</c:v>
                </c:pt>
                <c:pt idx="78">
                  <c:v>-0.87999999999999989</c:v>
                </c:pt>
                <c:pt idx="79">
                  <c:v>-0.83999999999999986</c:v>
                </c:pt>
                <c:pt idx="80">
                  <c:v>-0.79999999999999982</c:v>
                </c:pt>
                <c:pt idx="81">
                  <c:v>-0.75999999999999979</c:v>
                </c:pt>
                <c:pt idx="82">
                  <c:v>-0.71999999999999975</c:v>
                </c:pt>
                <c:pt idx="83">
                  <c:v>-0.67999999999999972</c:v>
                </c:pt>
                <c:pt idx="84">
                  <c:v>-0.64000000000000012</c:v>
                </c:pt>
                <c:pt idx="85">
                  <c:v>-0.60000000000000009</c:v>
                </c:pt>
                <c:pt idx="86">
                  <c:v>-0.56000000000000005</c:v>
                </c:pt>
                <c:pt idx="87">
                  <c:v>-0.52</c:v>
                </c:pt>
                <c:pt idx="88">
                  <c:v>-0.48</c:v>
                </c:pt>
                <c:pt idx="89">
                  <c:v>-0.43999999999999995</c:v>
                </c:pt>
                <c:pt idx="90">
                  <c:v>-0.39999999999999991</c:v>
                </c:pt>
                <c:pt idx="91">
                  <c:v>-0.35999999999999988</c:v>
                </c:pt>
                <c:pt idx="92">
                  <c:v>-0.31999999999999984</c:v>
                </c:pt>
                <c:pt idx="93">
                  <c:v>-0.2799999999999998</c:v>
                </c:pt>
                <c:pt idx="94">
                  <c:v>-0.23999999999999977</c:v>
                </c:pt>
                <c:pt idx="95">
                  <c:v>-0.19999999999999973</c:v>
                </c:pt>
                <c:pt idx="96">
                  <c:v>-0.16000000000000014</c:v>
                </c:pt>
                <c:pt idx="97">
                  <c:v>-0.12000000000000011</c:v>
                </c:pt>
                <c:pt idx="98">
                  <c:v>-8.0000000000000071E-2</c:v>
                </c:pt>
                <c:pt idx="99">
                  <c:v>-4.0000000000000036E-2</c:v>
                </c:pt>
                <c:pt idx="100">
                  <c:v>0</c:v>
                </c:pt>
                <c:pt idx="101">
                  <c:v>4.0000000000000036E-2</c:v>
                </c:pt>
                <c:pt idx="102">
                  <c:v>8.0000000000000071E-2</c:v>
                </c:pt>
                <c:pt idx="103">
                  <c:v>0.12000000000000011</c:v>
                </c:pt>
                <c:pt idx="104">
                  <c:v>0.16000000000000014</c:v>
                </c:pt>
                <c:pt idx="105">
                  <c:v>0.20000000000000018</c:v>
                </c:pt>
                <c:pt idx="106">
                  <c:v>0.24000000000000021</c:v>
                </c:pt>
                <c:pt idx="107">
                  <c:v>0.28000000000000025</c:v>
                </c:pt>
                <c:pt idx="108">
                  <c:v>0.32000000000000028</c:v>
                </c:pt>
                <c:pt idx="109">
                  <c:v>0.36000000000000032</c:v>
                </c:pt>
                <c:pt idx="110">
                  <c:v>0.40000000000000036</c:v>
                </c:pt>
                <c:pt idx="111">
                  <c:v>0.44000000000000039</c:v>
                </c:pt>
                <c:pt idx="112">
                  <c:v>0.48000000000000043</c:v>
                </c:pt>
                <c:pt idx="113">
                  <c:v>0.52000000000000046</c:v>
                </c:pt>
                <c:pt idx="114">
                  <c:v>0.5600000000000005</c:v>
                </c:pt>
                <c:pt idx="115">
                  <c:v>0.60000000000000053</c:v>
                </c:pt>
                <c:pt idx="116">
                  <c:v>0.63999999999999968</c:v>
                </c:pt>
                <c:pt idx="117">
                  <c:v>0.67999999999999972</c:v>
                </c:pt>
                <c:pt idx="118">
                  <c:v>0.71999999999999975</c:v>
                </c:pt>
                <c:pt idx="119">
                  <c:v>0.75999999999999979</c:v>
                </c:pt>
                <c:pt idx="120">
                  <c:v>0.79999999999999982</c:v>
                </c:pt>
                <c:pt idx="121">
                  <c:v>0.83999999999999986</c:v>
                </c:pt>
                <c:pt idx="122">
                  <c:v>0.87999999999999989</c:v>
                </c:pt>
                <c:pt idx="123">
                  <c:v>0.91999999999999993</c:v>
                </c:pt>
                <c:pt idx="124">
                  <c:v>0.96</c:v>
                </c:pt>
                <c:pt idx="125">
                  <c:v>1</c:v>
                </c:pt>
                <c:pt idx="126">
                  <c:v>1.04</c:v>
                </c:pt>
                <c:pt idx="127">
                  <c:v>1.08</c:v>
                </c:pt>
                <c:pt idx="128">
                  <c:v>1.1200000000000001</c:v>
                </c:pt>
                <c:pt idx="129">
                  <c:v>1.1600000000000001</c:v>
                </c:pt>
                <c:pt idx="130">
                  <c:v>1.2000000000000002</c:v>
                </c:pt>
                <c:pt idx="131">
                  <c:v>1.2400000000000002</c:v>
                </c:pt>
                <c:pt idx="132">
                  <c:v>1.2800000000000002</c:v>
                </c:pt>
                <c:pt idx="133">
                  <c:v>1.3200000000000003</c:v>
                </c:pt>
                <c:pt idx="134">
                  <c:v>1.3600000000000003</c:v>
                </c:pt>
                <c:pt idx="135">
                  <c:v>1.4000000000000004</c:v>
                </c:pt>
                <c:pt idx="136">
                  <c:v>1.4400000000000004</c:v>
                </c:pt>
                <c:pt idx="137">
                  <c:v>1.4800000000000004</c:v>
                </c:pt>
                <c:pt idx="138">
                  <c:v>1.5200000000000005</c:v>
                </c:pt>
                <c:pt idx="139">
                  <c:v>1.5600000000000005</c:v>
                </c:pt>
                <c:pt idx="140">
                  <c:v>1.6000000000000005</c:v>
                </c:pt>
                <c:pt idx="141">
                  <c:v>1.6399999999999997</c:v>
                </c:pt>
                <c:pt idx="142">
                  <c:v>1.6799999999999997</c:v>
                </c:pt>
                <c:pt idx="143">
                  <c:v>1.7199999999999998</c:v>
                </c:pt>
                <c:pt idx="144">
                  <c:v>1.7599999999999998</c:v>
                </c:pt>
                <c:pt idx="145">
                  <c:v>1.7999999999999998</c:v>
                </c:pt>
                <c:pt idx="146">
                  <c:v>1.8399999999999999</c:v>
                </c:pt>
                <c:pt idx="147">
                  <c:v>1.88</c:v>
                </c:pt>
                <c:pt idx="148">
                  <c:v>1.92</c:v>
                </c:pt>
                <c:pt idx="149">
                  <c:v>1.96</c:v>
                </c:pt>
                <c:pt idx="150">
                  <c:v>2</c:v>
                </c:pt>
                <c:pt idx="151">
                  <c:v>2.04</c:v>
                </c:pt>
                <c:pt idx="152">
                  <c:v>2.08</c:v>
                </c:pt>
                <c:pt idx="153">
                  <c:v>2.12</c:v>
                </c:pt>
                <c:pt idx="154">
                  <c:v>2.16</c:v>
                </c:pt>
                <c:pt idx="155">
                  <c:v>2.2000000000000002</c:v>
                </c:pt>
                <c:pt idx="156">
                  <c:v>2.2400000000000002</c:v>
                </c:pt>
                <c:pt idx="157">
                  <c:v>2.2800000000000002</c:v>
                </c:pt>
                <c:pt idx="158">
                  <c:v>2.3200000000000003</c:v>
                </c:pt>
                <c:pt idx="159">
                  <c:v>2.3600000000000003</c:v>
                </c:pt>
                <c:pt idx="160">
                  <c:v>2.4000000000000004</c:v>
                </c:pt>
                <c:pt idx="161">
                  <c:v>2.4400000000000004</c:v>
                </c:pt>
                <c:pt idx="162">
                  <c:v>2.4800000000000004</c:v>
                </c:pt>
                <c:pt idx="163">
                  <c:v>2.5200000000000005</c:v>
                </c:pt>
                <c:pt idx="164">
                  <c:v>2.5600000000000005</c:v>
                </c:pt>
                <c:pt idx="165">
                  <c:v>2.6000000000000005</c:v>
                </c:pt>
                <c:pt idx="166">
                  <c:v>2.6400000000000006</c:v>
                </c:pt>
                <c:pt idx="167">
                  <c:v>2.6799999999999997</c:v>
                </c:pt>
                <c:pt idx="168">
                  <c:v>2.7199999999999998</c:v>
                </c:pt>
                <c:pt idx="169">
                  <c:v>2.76</c:v>
                </c:pt>
                <c:pt idx="170">
                  <c:v>2.8</c:v>
                </c:pt>
                <c:pt idx="171">
                  <c:v>2.84</c:v>
                </c:pt>
                <c:pt idx="172">
                  <c:v>2.88</c:v>
                </c:pt>
                <c:pt idx="173">
                  <c:v>2.92</c:v>
                </c:pt>
                <c:pt idx="174">
                  <c:v>2.96</c:v>
                </c:pt>
                <c:pt idx="175">
                  <c:v>3</c:v>
                </c:pt>
                <c:pt idx="176">
                  <c:v>3.04</c:v>
                </c:pt>
                <c:pt idx="177">
                  <c:v>3.08</c:v>
                </c:pt>
                <c:pt idx="178">
                  <c:v>3.12</c:v>
                </c:pt>
                <c:pt idx="179">
                  <c:v>3.16</c:v>
                </c:pt>
                <c:pt idx="180">
                  <c:v>3.2</c:v>
                </c:pt>
                <c:pt idx="181">
                  <c:v>3.24</c:v>
                </c:pt>
                <c:pt idx="182">
                  <c:v>3.2800000000000002</c:v>
                </c:pt>
                <c:pt idx="183">
                  <c:v>3.3200000000000003</c:v>
                </c:pt>
                <c:pt idx="184">
                  <c:v>3.3600000000000003</c:v>
                </c:pt>
                <c:pt idx="185">
                  <c:v>3.4000000000000004</c:v>
                </c:pt>
                <c:pt idx="186">
                  <c:v>3.4400000000000004</c:v>
                </c:pt>
                <c:pt idx="187">
                  <c:v>3.4800000000000004</c:v>
                </c:pt>
                <c:pt idx="188">
                  <c:v>3.5200000000000005</c:v>
                </c:pt>
                <c:pt idx="189">
                  <c:v>3.5600000000000005</c:v>
                </c:pt>
                <c:pt idx="190">
                  <c:v>3.6000000000000005</c:v>
                </c:pt>
                <c:pt idx="191">
                  <c:v>3.6400000000000006</c:v>
                </c:pt>
                <c:pt idx="192">
                  <c:v>3.6799999999999997</c:v>
                </c:pt>
                <c:pt idx="193">
                  <c:v>3.7199999999999998</c:v>
                </c:pt>
                <c:pt idx="194">
                  <c:v>3.76</c:v>
                </c:pt>
                <c:pt idx="195">
                  <c:v>3.8</c:v>
                </c:pt>
                <c:pt idx="196">
                  <c:v>3.84</c:v>
                </c:pt>
                <c:pt idx="197">
                  <c:v>3.88</c:v>
                </c:pt>
                <c:pt idx="198">
                  <c:v>3.92</c:v>
                </c:pt>
                <c:pt idx="199">
                  <c:v>3.96</c:v>
                </c:pt>
                <c:pt idx="200">
                  <c:v>4</c:v>
                </c:pt>
              </c:numCache>
            </c:numRef>
          </c:cat>
          <c:val>
            <c:numRef>
              <c:f>Normal!$L$2:$L$202</c:f>
              <c:numCache>
                <c:formatCode>General</c:formatCode>
                <c:ptCount val="201"/>
                <c:pt idx="0">
                  <c:v>1.3383022576488537E-4</c:v>
                </c:pt>
                <c:pt idx="1">
                  <c:v>1.5692563406553226E-4</c:v>
                </c:pt>
                <c:pt idx="2">
                  <c:v>1.8371249800245711E-4</c:v>
                </c:pt>
                <c:pt idx="3">
                  <c:v>2.1472798150036704E-4</c:v>
                </c:pt>
                <c:pt idx="4">
                  <c:v>2.5057844489086075E-4</c:v>
                </c:pt>
                <c:pt idx="5">
                  <c:v>2.9194692579146027E-4</c:v>
                </c:pt>
                <c:pt idx="6">
                  <c:v>3.3960121248365478E-4</c:v>
                </c:pt>
                <c:pt idx="7">
                  <c:v>3.9440252496915693E-4</c:v>
                </c:pt>
                <c:pt idx="8">
                  <c:v>4.5731481405985675E-4</c:v>
                </c:pt>
                <c:pt idx="9">
                  <c:v>5.2941468309493475E-4</c:v>
                </c:pt>
                <c:pt idx="10">
                  <c:v>6.119019301137719E-4</c:v>
                </c:pt>
                <c:pt idx="11">
                  <c:v>7.061107004880362E-4</c:v>
                </c:pt>
                <c:pt idx="12">
                  <c:v>8.1352123108180841E-4</c:v>
                </c:pt>
                <c:pt idx="13">
                  <c:v>9.3577215692747977E-4</c:v>
                </c:pt>
                <c:pt idx="14">
                  <c:v>1.0746733401537356E-3</c:v>
                </c:pt>
                <c:pt idx="15">
                  <c:v>1.2322191684730199E-3</c:v>
                </c:pt>
                <c:pt idx="16">
                  <c:v>1.4106022569413848E-3</c:v>
                </c:pt>
                <c:pt idx="17">
                  <c:v>1.6122274719771244E-3</c:v>
                </c:pt>
                <c:pt idx="18">
                  <c:v>1.8397261808242775E-3</c:v>
                </c:pt>
                <c:pt idx="19">
                  <c:v>2.0959706128579419E-3</c:v>
                </c:pt>
                <c:pt idx="20">
                  <c:v>2.3840882014648404E-3</c:v>
                </c:pt>
                <c:pt idx="21">
                  <c:v>2.7074757568406999E-3</c:v>
                </c:pt>
                <c:pt idx="22">
                  <c:v>3.0698133011047403E-3</c:v>
                </c:pt>
                <c:pt idx="23">
                  <c:v>3.4750773778549375E-3</c:v>
                </c:pt>
                <c:pt idx="24">
                  <c:v>3.9275536289247789E-3</c:v>
                </c:pt>
                <c:pt idx="25">
                  <c:v>4.4318484119380075E-3</c:v>
                </c:pt>
                <c:pt idx="26">
                  <c:v>4.9928992136123763E-3</c:v>
                </c:pt>
                <c:pt idx="27">
                  <c:v>5.615983595990969E-3</c:v>
                </c:pt>
                <c:pt idx="28">
                  <c:v>6.3067263962659275E-3</c:v>
                </c:pt>
                <c:pt idx="29">
                  <c:v>7.0711048860194487E-3</c:v>
                </c:pt>
                <c:pt idx="30">
                  <c:v>7.9154515829799686E-3</c:v>
                </c:pt>
                <c:pt idx="31">
                  <c:v>8.8464543982372315E-3</c:v>
                </c:pt>
                <c:pt idx="32">
                  <c:v>9.8711537947511439E-3</c:v>
                </c:pt>
                <c:pt idx="33">
                  <c:v>1.0996936629405587E-2</c:v>
                </c:pt>
                <c:pt idx="34">
                  <c:v>1.2231526351277987E-2</c:v>
                </c:pt>
                <c:pt idx="35">
                  <c:v>1.3582969233685634E-2</c:v>
                </c:pt>
                <c:pt idx="36">
                  <c:v>1.5059616327377449E-2</c:v>
                </c:pt>
                <c:pt idx="37">
                  <c:v>1.6670100837381057E-2</c:v>
                </c:pt>
                <c:pt idx="38">
                  <c:v>1.8423310646862048E-2</c:v>
                </c:pt>
                <c:pt idx="39">
                  <c:v>2.0328355738225837E-2</c:v>
                </c:pt>
                <c:pt idx="40">
                  <c:v>2.2394530294842899E-2</c:v>
                </c:pt>
                <c:pt idx="41">
                  <c:v>2.4631269306382507E-2</c:v>
                </c:pt>
                <c:pt idx="42">
                  <c:v>2.7048099546881761E-2</c:v>
                </c:pt>
                <c:pt idx="43">
                  <c:v>2.965458484734125E-2</c:v>
                </c:pt>
                <c:pt idx="44">
                  <c:v>3.2460265643697445E-2</c:v>
                </c:pt>
                <c:pt idx="45">
                  <c:v>3.5474592846231424E-2</c:v>
                </c:pt>
                <c:pt idx="46">
                  <c:v>3.8706856147455608E-2</c:v>
                </c:pt>
                <c:pt idx="47">
                  <c:v>4.2166106961770311E-2</c:v>
                </c:pt>
                <c:pt idx="48">
                  <c:v>4.5861076271054887E-2</c:v>
                </c:pt>
                <c:pt idx="49">
                  <c:v>4.9800087735070775E-2</c:v>
                </c:pt>
                <c:pt idx="50">
                  <c:v>5.3990966513188063E-2</c:v>
                </c:pt>
                <c:pt idx="51">
                  <c:v>5.8440944333451469E-2</c:v>
                </c:pt>
                <c:pt idx="52">
                  <c:v>6.3156561435198655E-2</c:v>
                </c:pt>
                <c:pt idx="53">
                  <c:v>6.8143566101044578E-2</c:v>
                </c:pt>
                <c:pt idx="54">
                  <c:v>7.3406812581656919E-2</c:v>
                </c:pt>
                <c:pt idx="55">
                  <c:v>7.8950158300894177E-2</c:v>
                </c:pt>
                <c:pt idx="56">
                  <c:v>8.4776361308022255E-2</c:v>
                </c:pt>
                <c:pt idx="57">
                  <c:v>9.0886979016282898E-2</c:v>
                </c:pt>
                <c:pt idx="58">
                  <c:v>9.7282269331467469E-2</c:v>
                </c:pt>
                <c:pt idx="59">
                  <c:v>0.10396109532876419</c:v>
                </c:pt>
                <c:pt idx="60">
                  <c:v>0.11092083467945554</c:v>
                </c:pt>
                <c:pt idx="61">
                  <c:v>0.11815729505958227</c:v>
                </c:pt>
                <c:pt idx="62">
                  <c:v>0.12566463678908815</c:v>
                </c:pt>
                <c:pt idx="63">
                  <c:v>0.13343530395100231</c:v>
                </c:pt>
                <c:pt idx="64">
                  <c:v>0.14145996522483878</c:v>
                </c:pt>
                <c:pt idx="65">
                  <c:v>0.14972746563574488</c:v>
                </c:pt>
                <c:pt idx="66">
                  <c:v>0.15822479037038306</c:v>
                </c:pt>
                <c:pt idx="67">
                  <c:v>0.16693704174171387</c:v>
                </c:pt>
                <c:pt idx="68">
                  <c:v>0.17584743029766242</c:v>
                </c:pt>
                <c:pt idx="69">
                  <c:v>0.18493728096330536</c:v>
                </c:pt>
                <c:pt idx="70">
                  <c:v>0.19418605498321304</c:v>
                </c:pt>
                <c:pt idx="71">
                  <c:v>0.20357138829075938</c:v>
                </c:pt>
                <c:pt idx="72">
                  <c:v>0.21306914677571784</c:v>
                </c:pt>
                <c:pt idx="73">
                  <c:v>0.22265349875176113</c:v>
                </c:pt>
                <c:pt idx="74">
                  <c:v>0.2322970047433662</c:v>
                </c:pt>
                <c:pt idx="75">
                  <c:v>0.24197072451914337</c:v>
                </c:pt>
                <c:pt idx="76">
                  <c:v>0.25164434109811712</c:v>
                </c:pt>
                <c:pt idx="77">
                  <c:v>0.26128630124955315</c:v>
                </c:pt>
                <c:pt idx="78">
                  <c:v>0.27086397179833804</c:v>
                </c:pt>
                <c:pt idx="79">
                  <c:v>0.28034381083962062</c:v>
                </c:pt>
                <c:pt idx="80">
                  <c:v>0.28969155276148278</c:v>
                </c:pt>
                <c:pt idx="81">
                  <c:v>0.29887240577595287</c:v>
                </c:pt>
                <c:pt idx="82">
                  <c:v>0.30785126046985301</c:v>
                </c:pt>
                <c:pt idx="83">
                  <c:v>0.31659290771089288</c:v>
                </c:pt>
                <c:pt idx="84">
                  <c:v>0.32506226408408212</c:v>
                </c:pt>
                <c:pt idx="85">
                  <c:v>0.33322460289179967</c:v>
                </c:pt>
                <c:pt idx="86">
                  <c:v>0.34104578863035256</c:v>
                </c:pt>
                <c:pt idx="87">
                  <c:v>0.34849251275897447</c:v>
                </c:pt>
                <c:pt idx="88">
                  <c:v>0.35553252850599709</c:v>
                </c:pt>
                <c:pt idx="89">
                  <c:v>0.36213488241309222</c:v>
                </c:pt>
                <c:pt idx="90">
                  <c:v>0.36827014030332339</c:v>
                </c:pt>
                <c:pt idx="91">
                  <c:v>0.37391060537312842</c:v>
                </c:pt>
                <c:pt idx="92">
                  <c:v>0.37903052615270172</c:v>
                </c:pt>
                <c:pt idx="93">
                  <c:v>0.38360629215347858</c:v>
                </c:pt>
                <c:pt idx="94">
                  <c:v>0.38761661512501416</c:v>
                </c:pt>
                <c:pt idx="95">
                  <c:v>0.39104269397545594</c:v>
                </c:pt>
                <c:pt idx="96">
                  <c:v>0.39386836156854083</c:v>
                </c:pt>
                <c:pt idx="97">
                  <c:v>0.3960802117936561</c:v>
                </c:pt>
                <c:pt idx="98">
                  <c:v>0.39766770551160885</c:v>
                </c:pt>
                <c:pt idx="99">
                  <c:v>0.39862325420460504</c:v>
                </c:pt>
                <c:pt idx="100">
                  <c:v>0.3989422804014327</c:v>
                </c:pt>
                <c:pt idx="101">
                  <c:v>0.39862325420460504</c:v>
                </c:pt>
                <c:pt idx="102">
                  <c:v>0.39766770551160885</c:v>
                </c:pt>
                <c:pt idx="103">
                  <c:v>0.3960802117936561</c:v>
                </c:pt>
                <c:pt idx="104">
                  <c:v>0.39386836156854083</c:v>
                </c:pt>
                <c:pt idx="105">
                  <c:v>0.39104269397545588</c:v>
                </c:pt>
                <c:pt idx="106">
                  <c:v>0.38761661512501411</c:v>
                </c:pt>
                <c:pt idx="107">
                  <c:v>0.38360629215347852</c:v>
                </c:pt>
                <c:pt idx="108">
                  <c:v>0.37903052615270166</c:v>
                </c:pt>
                <c:pt idx="109">
                  <c:v>0.37391060537312837</c:v>
                </c:pt>
                <c:pt idx="110">
                  <c:v>0.36827014030332328</c:v>
                </c:pt>
                <c:pt idx="111">
                  <c:v>0.36213488241309216</c:v>
                </c:pt>
                <c:pt idx="112">
                  <c:v>0.35553252850599704</c:v>
                </c:pt>
                <c:pt idx="113">
                  <c:v>0.34849251275897447</c:v>
                </c:pt>
                <c:pt idx="114">
                  <c:v>0.34104578863035245</c:v>
                </c:pt>
                <c:pt idx="115">
                  <c:v>0.33322460289179956</c:v>
                </c:pt>
                <c:pt idx="116">
                  <c:v>0.32506226408408218</c:v>
                </c:pt>
                <c:pt idx="117">
                  <c:v>0.31659290771089288</c:v>
                </c:pt>
                <c:pt idx="118">
                  <c:v>0.30785126046985301</c:v>
                </c:pt>
                <c:pt idx="119">
                  <c:v>0.29887240577595287</c:v>
                </c:pt>
                <c:pt idx="120">
                  <c:v>0.28969155276148278</c:v>
                </c:pt>
                <c:pt idx="121">
                  <c:v>0.28034381083962062</c:v>
                </c:pt>
                <c:pt idx="122">
                  <c:v>0.27086397179833804</c:v>
                </c:pt>
                <c:pt idx="123">
                  <c:v>0.26128630124955315</c:v>
                </c:pt>
                <c:pt idx="124">
                  <c:v>0.25164434109811712</c:v>
                </c:pt>
                <c:pt idx="125">
                  <c:v>0.24197072451914337</c:v>
                </c:pt>
                <c:pt idx="126">
                  <c:v>0.2322970047433662</c:v>
                </c:pt>
                <c:pt idx="127">
                  <c:v>0.22265349875176113</c:v>
                </c:pt>
                <c:pt idx="128">
                  <c:v>0.21306914677571784</c:v>
                </c:pt>
                <c:pt idx="129">
                  <c:v>0.20357138829075938</c:v>
                </c:pt>
                <c:pt idx="130">
                  <c:v>0.19418605498321292</c:v>
                </c:pt>
                <c:pt idx="131">
                  <c:v>0.18493728096330525</c:v>
                </c:pt>
                <c:pt idx="132">
                  <c:v>0.17584743029766231</c:v>
                </c:pt>
                <c:pt idx="133">
                  <c:v>0.16693704174171375</c:v>
                </c:pt>
                <c:pt idx="134">
                  <c:v>0.15822479037038298</c:v>
                </c:pt>
                <c:pt idx="135">
                  <c:v>0.14972746563574479</c:v>
                </c:pt>
                <c:pt idx="136">
                  <c:v>0.1414599652248387</c:v>
                </c:pt>
                <c:pt idx="137">
                  <c:v>0.1334353039510022</c:v>
                </c:pt>
                <c:pt idx="138">
                  <c:v>0.12566463678908804</c:v>
                </c:pt>
                <c:pt idx="139">
                  <c:v>0.11815729505958221</c:v>
                </c:pt>
                <c:pt idx="140">
                  <c:v>0.11092083467945546</c:v>
                </c:pt>
                <c:pt idx="141">
                  <c:v>0.10396109532876426</c:v>
                </c:pt>
                <c:pt idx="142">
                  <c:v>9.7282269331467539E-2</c:v>
                </c:pt>
                <c:pt idx="143">
                  <c:v>9.0886979016282898E-2</c:v>
                </c:pt>
                <c:pt idx="144">
                  <c:v>8.4776361308022255E-2</c:v>
                </c:pt>
                <c:pt idx="145">
                  <c:v>7.8950158300894177E-2</c:v>
                </c:pt>
                <c:pt idx="146">
                  <c:v>7.3406812581656919E-2</c:v>
                </c:pt>
                <c:pt idx="147">
                  <c:v>6.8143566101044578E-2</c:v>
                </c:pt>
                <c:pt idx="148">
                  <c:v>6.3156561435198655E-2</c:v>
                </c:pt>
                <c:pt idx="149">
                  <c:v>5.8440944333451469E-2</c:v>
                </c:pt>
                <c:pt idx="150">
                  <c:v>5.3990966513188063E-2</c:v>
                </c:pt>
                <c:pt idx="151">
                  <c:v>4.9800087735070775E-2</c:v>
                </c:pt>
                <c:pt idx="152">
                  <c:v>4.5861076271054887E-2</c:v>
                </c:pt>
                <c:pt idx="153">
                  <c:v>4.2166106961770311E-2</c:v>
                </c:pt>
                <c:pt idx="154">
                  <c:v>3.8706856147455608E-2</c:v>
                </c:pt>
                <c:pt idx="155">
                  <c:v>3.5474592846231424E-2</c:v>
                </c:pt>
                <c:pt idx="156">
                  <c:v>3.2460265643697445E-2</c:v>
                </c:pt>
                <c:pt idx="157">
                  <c:v>2.965458484734125E-2</c:v>
                </c:pt>
                <c:pt idx="158">
                  <c:v>2.7048099546881761E-2</c:v>
                </c:pt>
                <c:pt idx="159">
                  <c:v>2.4631269306382486E-2</c:v>
                </c:pt>
                <c:pt idx="160">
                  <c:v>2.2394530294842882E-2</c:v>
                </c:pt>
                <c:pt idx="161">
                  <c:v>2.032835573822582E-2</c:v>
                </c:pt>
                <c:pt idx="162">
                  <c:v>1.8423310646862031E-2</c:v>
                </c:pt>
                <c:pt idx="163">
                  <c:v>1.6670100837381043E-2</c:v>
                </c:pt>
                <c:pt idx="164">
                  <c:v>1.505961632737743E-2</c:v>
                </c:pt>
                <c:pt idx="165">
                  <c:v>1.3582969233685602E-2</c:v>
                </c:pt>
                <c:pt idx="166">
                  <c:v>1.2231526351277954E-2</c:v>
                </c:pt>
                <c:pt idx="167">
                  <c:v>1.0996936629405587E-2</c:v>
                </c:pt>
                <c:pt idx="168">
                  <c:v>9.8711537947511439E-3</c:v>
                </c:pt>
                <c:pt idx="169">
                  <c:v>8.8464543982372315E-3</c:v>
                </c:pt>
                <c:pt idx="170">
                  <c:v>7.9154515829799686E-3</c:v>
                </c:pt>
                <c:pt idx="171">
                  <c:v>7.0711048860194487E-3</c:v>
                </c:pt>
                <c:pt idx="172">
                  <c:v>6.3067263962659275E-3</c:v>
                </c:pt>
                <c:pt idx="173">
                  <c:v>5.615983595990969E-3</c:v>
                </c:pt>
                <c:pt idx="174">
                  <c:v>4.9928992136123763E-3</c:v>
                </c:pt>
                <c:pt idx="175">
                  <c:v>4.4318484119380075E-3</c:v>
                </c:pt>
                <c:pt idx="176">
                  <c:v>3.9275536289247789E-3</c:v>
                </c:pt>
                <c:pt idx="177">
                  <c:v>3.4750773778549375E-3</c:v>
                </c:pt>
                <c:pt idx="178">
                  <c:v>3.0698133011047403E-3</c:v>
                </c:pt>
                <c:pt idx="179">
                  <c:v>2.7074757568406999E-3</c:v>
                </c:pt>
                <c:pt idx="180">
                  <c:v>2.3840882014648404E-3</c:v>
                </c:pt>
                <c:pt idx="181">
                  <c:v>2.0959706128579419E-3</c:v>
                </c:pt>
                <c:pt idx="182">
                  <c:v>1.8397261808242775E-3</c:v>
                </c:pt>
                <c:pt idx="183">
                  <c:v>1.6122274719771231E-3</c:v>
                </c:pt>
                <c:pt idx="184">
                  <c:v>1.4106022569413824E-3</c:v>
                </c:pt>
                <c:pt idx="185">
                  <c:v>1.2322191684730175E-3</c:v>
                </c:pt>
                <c:pt idx="186">
                  <c:v>1.0746733401537337E-3</c:v>
                </c:pt>
                <c:pt idx="187">
                  <c:v>9.3577215692747804E-4</c:v>
                </c:pt>
                <c:pt idx="188">
                  <c:v>8.1352123108180689E-4</c:v>
                </c:pt>
                <c:pt idx="189">
                  <c:v>7.0611070048803501E-4</c:v>
                </c:pt>
                <c:pt idx="190">
                  <c:v>6.1190193011377092E-4</c:v>
                </c:pt>
                <c:pt idx="191">
                  <c:v>5.2941468309493378E-4</c:v>
                </c:pt>
                <c:pt idx="192">
                  <c:v>4.5731481405985762E-4</c:v>
                </c:pt>
                <c:pt idx="193">
                  <c:v>3.9440252496915693E-4</c:v>
                </c:pt>
                <c:pt idx="194">
                  <c:v>3.3960121248365478E-4</c:v>
                </c:pt>
                <c:pt idx="195">
                  <c:v>2.9194692579146027E-4</c:v>
                </c:pt>
                <c:pt idx="196">
                  <c:v>2.5057844489086075E-4</c:v>
                </c:pt>
                <c:pt idx="197">
                  <c:v>2.1472798150036704E-4</c:v>
                </c:pt>
                <c:pt idx="198">
                  <c:v>1.8371249800245711E-4</c:v>
                </c:pt>
                <c:pt idx="199">
                  <c:v>1.5692563406553226E-4</c:v>
                </c:pt>
                <c:pt idx="200">
                  <c:v>1.3383022576488537E-4</c:v>
                </c:pt>
              </c:numCache>
            </c:numRef>
          </c:val>
          <c:smooth val="1"/>
        </c:ser>
        <c:ser>
          <c:idx val="4"/>
          <c:order val="3"/>
          <c:spPr>
            <a:ln w="28575">
              <a:noFill/>
            </a:ln>
          </c:spPr>
          <c:marker>
            <c:symbol val="plus"/>
            <c:size val="5"/>
            <c:spPr>
              <a:noFill/>
              <a:ln>
                <a:solidFill>
                  <a:srgbClr val="000000"/>
                </a:solidFill>
                <a:prstDash val="solid"/>
              </a:ln>
            </c:spPr>
          </c:marker>
          <c:dLbls>
            <c:dLbl>
              <c:idx val="42"/>
              <c:layout/>
              <c:tx>
                <c:rich>
                  <a:bodyPr/>
                  <a:lstStyle/>
                  <a:p>
                    <a:r>
                      <a:rPr lang="en-US"/>
                      <a:t>-2.33</a:t>
                    </a:r>
                  </a:p>
                </c:rich>
              </c:tx>
              <c:dLblPos val="b"/>
              <c:showLegendKey val="0"/>
              <c:showVal val="0"/>
              <c:showCatName val="1"/>
              <c:showSerName val="0"/>
              <c:showPercent val="0"/>
              <c:showBubbleSize val="0"/>
            </c:dLbl>
            <c:dLbl>
              <c:idx val="59"/>
              <c:layout/>
              <c:tx>
                <c:rich>
                  <a:bodyPr/>
                  <a:lstStyle/>
                  <a:p>
                    <a:r>
                      <a:rPr lang="en-US"/>
                      <a:t>-1.645</a:t>
                    </a:r>
                  </a:p>
                </c:rich>
              </c:tx>
              <c:dLblPos val="b"/>
              <c:showLegendKey val="0"/>
              <c:showVal val="0"/>
              <c:showCatName val="1"/>
              <c:showSerName val="0"/>
              <c:showPercent val="0"/>
              <c:showBubbleSize val="0"/>
            </c:dLbl>
            <c:dLbl>
              <c:idx val="141"/>
              <c:layout/>
              <c:tx>
                <c:rich>
                  <a:bodyPr/>
                  <a:lstStyle/>
                  <a:p>
                    <a:r>
                      <a:rPr lang="en-US"/>
                      <a:t>1.645</a:t>
                    </a:r>
                  </a:p>
                </c:rich>
              </c:tx>
              <c:dLblPos val="b"/>
              <c:showLegendKey val="0"/>
              <c:showVal val="0"/>
              <c:showCatName val="1"/>
              <c:showSerName val="0"/>
              <c:showPercent val="0"/>
              <c:showBubbleSize val="0"/>
            </c:dLbl>
            <c:dLbl>
              <c:idx val="158"/>
              <c:layout/>
              <c:tx>
                <c:rich>
                  <a:bodyPr/>
                  <a:lstStyle/>
                  <a:p>
                    <a:r>
                      <a:rPr lang="en-US"/>
                      <a:t>2.33</a:t>
                    </a:r>
                  </a:p>
                </c:rich>
              </c:tx>
              <c:dLblPos val="b"/>
              <c:showLegendKey val="0"/>
              <c:showVal val="0"/>
              <c:showCatName val="1"/>
              <c:showSerName val="0"/>
              <c:showPercent val="0"/>
              <c:showBubbleSize val="0"/>
            </c:dLbl>
            <c:txPr>
              <a:bodyPr rot="0" vert="horz"/>
              <a:lstStyle/>
              <a:p>
                <a:pPr algn="ctr">
                  <a:defRPr sz="1100" b="1"/>
                </a:pPr>
                <a:endParaRPr lang="en-US"/>
              </a:p>
            </c:txPr>
            <c:dLblPos val="b"/>
            <c:showLegendKey val="0"/>
            <c:showVal val="0"/>
            <c:showCatName val="1"/>
            <c:showSerName val="0"/>
            <c:showPercent val="0"/>
            <c:showBubbleSize val="0"/>
            <c:showLeaderLines val="0"/>
          </c:dLbls>
          <c:cat>
            <c:strRef>
              <c:f>Normal!$O$2:$O$202</c:f>
              <c:strCache>
                <c:ptCount val="201"/>
                <c:pt idx="0">
                  <c:v>-4</c:v>
                </c:pt>
                <c:pt idx="42">
                  <c:v>-2.33</c:v>
                </c:pt>
                <c:pt idx="100">
                  <c:v>0</c:v>
                </c:pt>
                <c:pt idx="200">
                  <c:v>4</c:v>
                </c:pt>
              </c:strCache>
            </c:strRef>
          </c:cat>
          <c:val>
            <c:numRef>
              <c:f>Normal!$P$2:$P$202</c:f>
              <c:numCache>
                <c:formatCode>General</c:formatCode>
                <c:ptCount val="201"/>
                <c:pt idx="0">
                  <c:v>0</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0</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0</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#N/A</c:v>
                </c:pt>
                <c:pt idx="143">
                  <c:v>#N/A</c:v>
                </c:pt>
                <c:pt idx="144">
                  <c:v>#N/A</c:v>
                </c:pt>
                <c:pt idx="145">
                  <c:v>#N/A</c:v>
                </c:pt>
                <c:pt idx="146">
                  <c:v>#N/A</c:v>
                </c:pt>
                <c:pt idx="147">
                  <c:v>#N/A</c:v>
                </c:pt>
                <c:pt idx="148">
                  <c:v>#N/A</c:v>
                </c:pt>
                <c:pt idx="149">
                  <c:v>#N/A</c:v>
                </c:pt>
                <c:pt idx="150">
                  <c:v>#N/A</c:v>
                </c:pt>
                <c:pt idx="151">
                  <c:v>#N/A</c:v>
                </c:pt>
                <c:pt idx="152">
                  <c:v>#N/A</c:v>
                </c:pt>
                <c:pt idx="153">
                  <c:v>#N/A</c:v>
                </c:pt>
                <c:pt idx="154">
                  <c:v>#N/A</c:v>
                </c:pt>
                <c:pt idx="155">
                  <c:v>#N/A</c:v>
                </c:pt>
                <c:pt idx="156">
                  <c:v>#N/A</c:v>
                </c:pt>
                <c:pt idx="157">
                  <c:v>#N/A</c:v>
                </c:pt>
                <c:pt idx="158">
                  <c:v>#N/A</c:v>
                </c:pt>
                <c:pt idx="159">
                  <c:v>#N/A</c:v>
                </c:pt>
                <c:pt idx="160">
                  <c:v>#N/A</c:v>
                </c:pt>
                <c:pt idx="161">
                  <c:v>#N/A</c:v>
                </c:pt>
                <c:pt idx="162">
                  <c:v>#N/A</c:v>
                </c:pt>
                <c:pt idx="163">
                  <c:v>#N/A</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0</c:v>
                </c:pt>
              </c:numCache>
            </c:numRef>
          </c:val>
          <c:smooth val="0"/>
        </c:ser>
        <c:dLbls>
          <c:showLegendKey val="0"/>
          <c:showVal val="0"/>
          <c:showCatName val="0"/>
          <c:showSerName val="0"/>
          <c:showPercent val="0"/>
          <c:showBubbleSize val="0"/>
        </c:dLbls>
        <c:marker val="1"/>
        <c:smooth val="0"/>
        <c:axId val="86483712"/>
        <c:axId val="86485248"/>
      </c:lineChart>
      <c:catAx>
        <c:axId val="86483712"/>
        <c:scaling>
          <c:orientation val="minMax"/>
        </c:scaling>
        <c:delete val="0"/>
        <c:axPos val="b"/>
        <c:numFmt formatCode="General" sourceLinked="1"/>
        <c:majorTickMark val="none"/>
        <c:minorTickMark val="none"/>
        <c:tickLblPos val="none"/>
        <c:spPr>
          <a:ln w="3175">
            <a:solidFill>
              <a:srgbClr val="000000"/>
            </a:solidFill>
            <a:prstDash val="solid"/>
          </a:ln>
        </c:spPr>
        <c:txPr>
          <a:bodyPr rot="0" vert="horz"/>
          <a:lstStyle/>
          <a:p>
            <a:pPr>
              <a:defRPr sz="800" b="0" i="0" u="none" strike="noStrike" baseline="0">
                <a:solidFill>
                  <a:srgbClr val="000000"/>
                </a:solidFill>
                <a:latin typeface="Arial"/>
                <a:ea typeface="Arial"/>
                <a:cs typeface="Arial"/>
              </a:defRPr>
            </a:pPr>
            <a:endParaRPr lang="en-US"/>
          </a:p>
        </c:txPr>
        <c:crossAx val="86485248"/>
        <c:crosses val="autoZero"/>
        <c:auto val="0"/>
        <c:lblAlgn val="ctr"/>
        <c:lblOffset val="100"/>
        <c:tickLblSkip val="20"/>
        <c:tickMarkSkip val="20"/>
        <c:noMultiLvlLbl val="0"/>
      </c:catAx>
      <c:valAx>
        <c:axId val="86485248"/>
        <c:scaling>
          <c:orientation val="minMax"/>
          <c:min val="0"/>
        </c:scaling>
        <c:delete val="0"/>
        <c:axPos val="l"/>
        <c:numFmt formatCode="General" sourceLinked="1"/>
        <c:majorTickMark val="out"/>
        <c:minorTickMark val="none"/>
        <c:tickLblPos val="nextTo"/>
        <c:spPr>
          <a:ln w="3175">
            <a:solidFill>
              <a:srgbClr val="000000"/>
            </a:solidFill>
            <a:prstDash val="solid"/>
          </a:ln>
        </c:spPr>
        <c:txPr>
          <a:bodyPr rot="0" vert="horz"/>
          <a:lstStyle/>
          <a:p>
            <a:pPr>
              <a:defRPr sz="800" b="0" i="0" u="none" strike="noStrike" baseline="0">
                <a:solidFill>
                  <a:srgbClr val="000000"/>
                </a:solidFill>
                <a:latin typeface="Arial"/>
                <a:ea typeface="Arial"/>
                <a:cs typeface="Arial"/>
              </a:defRPr>
            </a:pPr>
            <a:endParaRPr lang="en-US"/>
          </a:p>
        </c:txPr>
        <c:crossAx val="86483712"/>
        <c:crosses val="autoZero"/>
        <c:crossBetween val="between"/>
      </c:valAx>
      <c:spPr>
        <a:noFill/>
        <a:ln w="25400">
          <a:noFill/>
        </a:ln>
      </c:spPr>
    </c:plotArea>
    <c:plotVisOnly val="1"/>
    <c:dispBlanksAs val="gap"/>
    <c:showDLblsOverMax val="0"/>
  </c:chart>
  <c:spPr>
    <a:solidFill>
      <a:srgbClr val="FFFFFF"/>
    </a:solidFill>
    <a:ln w="9525">
      <a:noFill/>
    </a:ln>
  </c:spPr>
  <c:txPr>
    <a:bodyPr/>
    <a:lstStyle/>
    <a:p>
      <a:pPr>
        <a:defRPr sz="1000" b="0" i="0" u="none" strike="noStrike" baseline="0">
          <a:solidFill>
            <a:srgbClr val="000000"/>
          </a:solidFill>
          <a:latin typeface="Arial"/>
          <a:ea typeface="Arial"/>
          <a:cs typeface="Arial"/>
        </a:defRPr>
      </a:pPr>
      <a:endParaRPr lang="en-US"/>
    </a:p>
  </c:txPr>
  <c:externalData r:id="rId1">
    <c:autoUpdate val="0"/>
  </c:externalData>
  <c:userShapes r:id="rId2"/>
</c:chartSpace>
</file>

<file path=ppt/charts/chart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strRef>
          <c:f>Normal!$J$11</c:f>
          <c:strCache>
            <c:ptCount val="1"/>
          </c:strCache>
        </c:strRef>
      </c:tx>
      <c:layout>
        <c:manualLayout>
          <c:xMode val="edge"/>
          <c:yMode val="edge"/>
          <c:x val="0.3770053475935829"/>
          <c:y val="4.2553191489361701E-2"/>
        </c:manualLayout>
      </c:layout>
      <c:overlay val="0"/>
      <c:spPr>
        <a:noFill/>
        <a:ln w="25400">
          <a:noFill/>
        </a:ln>
      </c:spPr>
      <c:txPr>
        <a:bodyPr/>
        <a:lstStyle/>
        <a:p>
          <a:pPr>
            <a:defRPr sz="800" b="0" i="0" u="none" strike="noStrike" baseline="0">
              <a:solidFill>
                <a:srgbClr val="800080"/>
              </a:solidFill>
              <a:latin typeface="Arial"/>
              <a:ea typeface="Arial"/>
              <a:cs typeface="Arial"/>
            </a:defRPr>
          </a:pPr>
          <a:endParaRPr lang="en-US"/>
        </a:p>
      </c:txPr>
    </c:title>
    <c:autoTitleDeleted val="0"/>
    <c:plotArea>
      <c:layout>
        <c:manualLayout>
          <c:layoutTarget val="inner"/>
          <c:xMode val="edge"/>
          <c:yMode val="edge"/>
          <c:x val="0.12923351158645277"/>
          <c:y val="0.15319193611436868"/>
          <c:w val="0.78253119429590012"/>
          <c:h val="0.61276723064999716"/>
        </c:manualLayout>
      </c:layout>
      <c:barChart>
        <c:barDir val="col"/>
        <c:grouping val="clustered"/>
        <c:varyColors val="0"/>
        <c:ser>
          <c:idx val="1"/>
          <c:order val="0"/>
          <c:spPr>
            <a:solidFill>
              <a:srgbClr val="800080"/>
            </a:solidFill>
            <a:ln w="25400">
              <a:noFill/>
            </a:ln>
          </c:spPr>
          <c:invertIfNegative val="0"/>
          <c:cat>
            <c:strRef>
              <c:f>Normal!$O$2:$O$202</c:f>
              <c:strCache>
                <c:ptCount val="201"/>
                <c:pt idx="0">
                  <c:v>-4</c:v>
                </c:pt>
                <c:pt idx="59">
                  <c:v>-1.645</c:v>
                </c:pt>
                <c:pt idx="100">
                  <c:v>0</c:v>
                </c:pt>
                <c:pt idx="141">
                  <c:v>1.645</c:v>
                </c:pt>
                <c:pt idx="200">
                  <c:v>4</c:v>
                </c:pt>
              </c:strCache>
            </c:strRef>
          </c:cat>
          <c:val>
            <c:numRef>
              <c:f>Normal!$M$2:$M$202</c:f>
              <c:numCache>
                <c:formatCode>General</c:formatCode>
                <c:ptCount val="201"/>
                <c:pt idx="0">
                  <c:v>1.3383022576488537E-4</c:v>
                </c:pt>
                <c:pt idx="1">
                  <c:v>1.5692563406553226E-4</c:v>
                </c:pt>
                <c:pt idx="2">
                  <c:v>1.8371249800245711E-4</c:v>
                </c:pt>
                <c:pt idx="3">
                  <c:v>2.1472798150036704E-4</c:v>
                </c:pt>
                <c:pt idx="4">
                  <c:v>2.5057844489086075E-4</c:v>
                </c:pt>
                <c:pt idx="5">
                  <c:v>2.9194692579146027E-4</c:v>
                </c:pt>
                <c:pt idx="6">
                  <c:v>3.3960121248365478E-4</c:v>
                </c:pt>
                <c:pt idx="7">
                  <c:v>3.9440252496915693E-4</c:v>
                </c:pt>
                <c:pt idx="8">
                  <c:v>4.5731481405985675E-4</c:v>
                </c:pt>
                <c:pt idx="9">
                  <c:v>5.2941468309493475E-4</c:v>
                </c:pt>
                <c:pt idx="10">
                  <c:v>6.119019301137719E-4</c:v>
                </c:pt>
                <c:pt idx="11">
                  <c:v>7.061107004880362E-4</c:v>
                </c:pt>
                <c:pt idx="12">
                  <c:v>8.1352123108180841E-4</c:v>
                </c:pt>
                <c:pt idx="13">
                  <c:v>9.3577215692747977E-4</c:v>
                </c:pt>
                <c:pt idx="14">
                  <c:v>1.0746733401537356E-3</c:v>
                </c:pt>
                <c:pt idx="15">
                  <c:v>1.2322191684730199E-3</c:v>
                </c:pt>
                <c:pt idx="16">
                  <c:v>1.4106022569413848E-3</c:v>
                </c:pt>
                <c:pt idx="17">
                  <c:v>1.6122274719771244E-3</c:v>
                </c:pt>
                <c:pt idx="18">
                  <c:v>1.8397261808242775E-3</c:v>
                </c:pt>
                <c:pt idx="19">
                  <c:v>2.0959706128579419E-3</c:v>
                </c:pt>
                <c:pt idx="20">
                  <c:v>2.3840882014648404E-3</c:v>
                </c:pt>
                <c:pt idx="21">
                  <c:v>2.7074757568406999E-3</c:v>
                </c:pt>
                <c:pt idx="22">
                  <c:v>3.0698133011047403E-3</c:v>
                </c:pt>
                <c:pt idx="23">
                  <c:v>3.4750773778549375E-3</c:v>
                </c:pt>
                <c:pt idx="24">
                  <c:v>3.9275536289247789E-3</c:v>
                </c:pt>
                <c:pt idx="25">
                  <c:v>4.4318484119380075E-3</c:v>
                </c:pt>
                <c:pt idx="26">
                  <c:v>4.9928992136123763E-3</c:v>
                </c:pt>
                <c:pt idx="27">
                  <c:v>5.615983595990969E-3</c:v>
                </c:pt>
                <c:pt idx="28">
                  <c:v>6.3067263962659275E-3</c:v>
                </c:pt>
                <c:pt idx="29">
                  <c:v>7.0711048860194487E-3</c:v>
                </c:pt>
                <c:pt idx="30">
                  <c:v>7.9154515829799686E-3</c:v>
                </c:pt>
                <c:pt idx="31">
                  <c:v>8.8464543982372315E-3</c:v>
                </c:pt>
                <c:pt idx="32">
                  <c:v>9.8711537947511439E-3</c:v>
                </c:pt>
                <c:pt idx="33">
                  <c:v>1.0996936629405587E-2</c:v>
                </c:pt>
                <c:pt idx="34">
                  <c:v>1.2231526351277987E-2</c:v>
                </c:pt>
                <c:pt idx="35">
                  <c:v>1.3582969233685634E-2</c:v>
                </c:pt>
                <c:pt idx="36">
                  <c:v>1.5059616327377449E-2</c:v>
                </c:pt>
                <c:pt idx="37">
                  <c:v>1.6670100837381057E-2</c:v>
                </c:pt>
                <c:pt idx="38">
                  <c:v>1.8423310646862048E-2</c:v>
                </c:pt>
                <c:pt idx="39">
                  <c:v>2.0328355738225837E-2</c:v>
                </c:pt>
                <c:pt idx="40">
                  <c:v>2.2394530294842899E-2</c:v>
                </c:pt>
                <c:pt idx="41">
                  <c:v>2.4631269306382507E-2</c:v>
                </c:pt>
                <c:pt idx="42">
                  <c:v>2.7048099546881761E-2</c:v>
                </c:pt>
                <c:pt idx="43">
                  <c:v>2.965458484734125E-2</c:v>
                </c:pt>
                <c:pt idx="44">
                  <c:v>3.2460265643697445E-2</c:v>
                </c:pt>
                <c:pt idx="45">
                  <c:v>3.5474592846231424E-2</c:v>
                </c:pt>
                <c:pt idx="46">
                  <c:v>3.8706856147455608E-2</c:v>
                </c:pt>
                <c:pt idx="47">
                  <c:v>4.2166106961770311E-2</c:v>
                </c:pt>
                <c:pt idx="48">
                  <c:v>4.5861076271054887E-2</c:v>
                </c:pt>
                <c:pt idx="49">
                  <c:v>4.9800087735070775E-2</c:v>
                </c:pt>
                <c:pt idx="50">
                  <c:v>5.3990966513188063E-2</c:v>
                </c:pt>
                <c:pt idx="51">
                  <c:v>5.8440944333451469E-2</c:v>
                </c:pt>
                <c:pt idx="52">
                  <c:v>6.3156561435198655E-2</c:v>
                </c:pt>
                <c:pt idx="53">
                  <c:v>6.8143566101044578E-2</c:v>
                </c:pt>
                <c:pt idx="54">
                  <c:v>7.3406812581656919E-2</c:v>
                </c:pt>
                <c:pt idx="55">
                  <c:v>7.8950158300894177E-2</c:v>
                </c:pt>
                <c:pt idx="56">
                  <c:v>8.4776361308022255E-2</c:v>
                </c:pt>
                <c:pt idx="57">
                  <c:v>9.0886979016282898E-2</c:v>
                </c:pt>
                <c:pt idx="58">
                  <c:v>9.7282269331467469E-2</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#N/A</c:v>
                </c:pt>
                <c:pt idx="143">
                  <c:v>#N/A</c:v>
                </c:pt>
                <c:pt idx="144">
                  <c:v>#N/A</c:v>
                </c:pt>
                <c:pt idx="145">
                  <c:v>#N/A</c:v>
                </c:pt>
                <c:pt idx="146">
                  <c:v>#N/A</c:v>
                </c:pt>
                <c:pt idx="147">
                  <c:v>#N/A</c:v>
                </c:pt>
                <c:pt idx="148">
                  <c:v>#N/A</c:v>
                </c:pt>
                <c:pt idx="149">
                  <c:v>#N/A</c:v>
                </c:pt>
                <c:pt idx="150">
                  <c:v>#N/A</c:v>
                </c:pt>
                <c:pt idx="151">
                  <c:v>#N/A</c:v>
                </c:pt>
                <c:pt idx="152">
                  <c:v>#N/A</c:v>
                </c:pt>
                <c:pt idx="153">
                  <c:v>#N/A</c:v>
                </c:pt>
                <c:pt idx="154">
                  <c:v>#N/A</c:v>
                </c:pt>
                <c:pt idx="155">
                  <c:v>#N/A</c:v>
                </c:pt>
                <c:pt idx="156">
                  <c:v>#N/A</c:v>
                </c:pt>
                <c:pt idx="157">
                  <c:v>#N/A</c:v>
                </c:pt>
                <c:pt idx="158">
                  <c:v>#N/A</c:v>
                </c:pt>
                <c:pt idx="159">
                  <c:v>#N/A</c:v>
                </c:pt>
                <c:pt idx="160">
                  <c:v>#N/A</c:v>
                </c:pt>
                <c:pt idx="161">
                  <c:v>#N/A</c:v>
                </c:pt>
                <c:pt idx="162">
                  <c:v>#N/A</c:v>
                </c:pt>
                <c:pt idx="163">
                  <c:v>#N/A</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#N/A</c:v>
                </c:pt>
              </c:numCache>
            </c:numRef>
          </c:val>
        </c:ser>
        <c:ser>
          <c:idx val="2"/>
          <c:order val="1"/>
          <c:spPr>
            <a:solidFill>
              <a:srgbClr val="800080"/>
            </a:solidFill>
            <a:ln w="25400">
              <a:noFill/>
            </a:ln>
          </c:spPr>
          <c:invertIfNegative val="0"/>
          <c:cat>
            <c:numRef>
              <c:f>Normal!$K$2:$K$202</c:f>
              <c:numCache>
                <c:formatCode>General</c:formatCode>
                <c:ptCount val="201"/>
                <c:pt idx="0">
                  <c:v>-4</c:v>
                </c:pt>
                <c:pt idx="1">
                  <c:v>-3.96</c:v>
                </c:pt>
                <c:pt idx="2">
                  <c:v>-3.92</c:v>
                </c:pt>
                <c:pt idx="3">
                  <c:v>-3.88</c:v>
                </c:pt>
                <c:pt idx="4">
                  <c:v>-3.84</c:v>
                </c:pt>
                <c:pt idx="5">
                  <c:v>-3.8</c:v>
                </c:pt>
                <c:pt idx="6">
                  <c:v>-3.76</c:v>
                </c:pt>
                <c:pt idx="7">
                  <c:v>-3.7199999999999998</c:v>
                </c:pt>
                <c:pt idx="8">
                  <c:v>-3.68</c:v>
                </c:pt>
                <c:pt idx="9">
                  <c:v>-3.64</c:v>
                </c:pt>
                <c:pt idx="10">
                  <c:v>-3.6</c:v>
                </c:pt>
                <c:pt idx="11">
                  <c:v>-3.56</c:v>
                </c:pt>
                <c:pt idx="12">
                  <c:v>-3.52</c:v>
                </c:pt>
                <c:pt idx="13">
                  <c:v>-3.48</c:v>
                </c:pt>
                <c:pt idx="14">
                  <c:v>-3.44</c:v>
                </c:pt>
                <c:pt idx="15">
                  <c:v>-3.4</c:v>
                </c:pt>
                <c:pt idx="16">
                  <c:v>-3.36</c:v>
                </c:pt>
                <c:pt idx="17">
                  <c:v>-3.32</c:v>
                </c:pt>
                <c:pt idx="18">
                  <c:v>-3.2800000000000002</c:v>
                </c:pt>
                <c:pt idx="19">
                  <c:v>-3.24</c:v>
                </c:pt>
                <c:pt idx="20">
                  <c:v>-3.2</c:v>
                </c:pt>
                <c:pt idx="21">
                  <c:v>-3.16</c:v>
                </c:pt>
                <c:pt idx="22">
                  <c:v>-3.12</c:v>
                </c:pt>
                <c:pt idx="23">
                  <c:v>-3.08</c:v>
                </c:pt>
                <c:pt idx="24">
                  <c:v>-3.04</c:v>
                </c:pt>
                <c:pt idx="25">
                  <c:v>-3</c:v>
                </c:pt>
                <c:pt idx="26">
                  <c:v>-2.96</c:v>
                </c:pt>
                <c:pt idx="27">
                  <c:v>-2.92</c:v>
                </c:pt>
                <c:pt idx="28">
                  <c:v>-2.88</c:v>
                </c:pt>
                <c:pt idx="29">
                  <c:v>-2.84</c:v>
                </c:pt>
                <c:pt idx="30">
                  <c:v>-2.8</c:v>
                </c:pt>
                <c:pt idx="31">
                  <c:v>-2.76</c:v>
                </c:pt>
                <c:pt idx="32">
                  <c:v>-2.7199999999999998</c:v>
                </c:pt>
                <c:pt idx="33">
                  <c:v>-2.6799999999999997</c:v>
                </c:pt>
                <c:pt idx="34">
                  <c:v>-2.6399999999999997</c:v>
                </c:pt>
                <c:pt idx="35">
                  <c:v>-2.5999999999999996</c:v>
                </c:pt>
                <c:pt idx="36">
                  <c:v>-2.56</c:v>
                </c:pt>
                <c:pt idx="37">
                  <c:v>-2.52</c:v>
                </c:pt>
                <c:pt idx="38">
                  <c:v>-2.48</c:v>
                </c:pt>
                <c:pt idx="39">
                  <c:v>-2.44</c:v>
                </c:pt>
                <c:pt idx="40">
                  <c:v>-2.4</c:v>
                </c:pt>
                <c:pt idx="41">
                  <c:v>-2.36</c:v>
                </c:pt>
                <c:pt idx="42">
                  <c:v>-2.3200000000000003</c:v>
                </c:pt>
                <c:pt idx="43">
                  <c:v>-2.2800000000000002</c:v>
                </c:pt>
                <c:pt idx="44">
                  <c:v>-2.2400000000000002</c:v>
                </c:pt>
                <c:pt idx="45">
                  <c:v>-2.2000000000000002</c:v>
                </c:pt>
                <c:pt idx="46">
                  <c:v>-2.16</c:v>
                </c:pt>
                <c:pt idx="47">
                  <c:v>-2.12</c:v>
                </c:pt>
                <c:pt idx="48">
                  <c:v>-2.08</c:v>
                </c:pt>
                <c:pt idx="49">
                  <c:v>-2.04</c:v>
                </c:pt>
                <c:pt idx="50">
                  <c:v>-2</c:v>
                </c:pt>
                <c:pt idx="51">
                  <c:v>-1.96</c:v>
                </c:pt>
                <c:pt idx="52">
                  <c:v>-1.92</c:v>
                </c:pt>
                <c:pt idx="53">
                  <c:v>-1.88</c:v>
                </c:pt>
                <c:pt idx="54">
                  <c:v>-1.8399999999999999</c:v>
                </c:pt>
                <c:pt idx="55">
                  <c:v>-1.7999999999999998</c:v>
                </c:pt>
                <c:pt idx="56">
                  <c:v>-1.7599999999999998</c:v>
                </c:pt>
                <c:pt idx="57">
                  <c:v>-1.7199999999999998</c:v>
                </c:pt>
                <c:pt idx="58">
                  <c:v>-1.6800000000000002</c:v>
                </c:pt>
                <c:pt idx="59">
                  <c:v>-1.6400000000000001</c:v>
                </c:pt>
                <c:pt idx="60">
                  <c:v>-1.6</c:v>
                </c:pt>
                <c:pt idx="61">
                  <c:v>-1.56</c:v>
                </c:pt>
                <c:pt idx="62">
                  <c:v>-1.52</c:v>
                </c:pt>
                <c:pt idx="63">
                  <c:v>-1.48</c:v>
                </c:pt>
                <c:pt idx="64">
                  <c:v>-1.44</c:v>
                </c:pt>
                <c:pt idx="65">
                  <c:v>-1.4</c:v>
                </c:pt>
                <c:pt idx="66">
                  <c:v>-1.3599999999999999</c:v>
                </c:pt>
                <c:pt idx="67">
                  <c:v>-1.3199999999999998</c:v>
                </c:pt>
                <c:pt idx="68">
                  <c:v>-1.2799999999999998</c:v>
                </c:pt>
                <c:pt idx="69">
                  <c:v>-1.2399999999999998</c:v>
                </c:pt>
                <c:pt idx="70">
                  <c:v>-1.1999999999999997</c:v>
                </c:pt>
                <c:pt idx="71">
                  <c:v>-1.1600000000000001</c:v>
                </c:pt>
                <c:pt idx="72">
                  <c:v>-1.1200000000000001</c:v>
                </c:pt>
                <c:pt idx="73">
                  <c:v>-1.08</c:v>
                </c:pt>
                <c:pt idx="74">
                  <c:v>-1.04</c:v>
                </c:pt>
                <c:pt idx="75">
                  <c:v>-1</c:v>
                </c:pt>
                <c:pt idx="76">
                  <c:v>-0.96</c:v>
                </c:pt>
                <c:pt idx="77">
                  <c:v>-0.91999999999999993</c:v>
                </c:pt>
                <c:pt idx="78">
                  <c:v>-0.87999999999999989</c:v>
                </c:pt>
                <c:pt idx="79">
                  <c:v>-0.83999999999999986</c:v>
                </c:pt>
                <c:pt idx="80">
                  <c:v>-0.79999999999999982</c:v>
                </c:pt>
                <c:pt idx="81">
                  <c:v>-0.75999999999999979</c:v>
                </c:pt>
                <c:pt idx="82">
                  <c:v>-0.71999999999999975</c:v>
                </c:pt>
                <c:pt idx="83">
                  <c:v>-0.67999999999999972</c:v>
                </c:pt>
                <c:pt idx="84">
                  <c:v>-0.64000000000000012</c:v>
                </c:pt>
                <c:pt idx="85">
                  <c:v>-0.60000000000000009</c:v>
                </c:pt>
                <c:pt idx="86">
                  <c:v>-0.56000000000000005</c:v>
                </c:pt>
                <c:pt idx="87">
                  <c:v>-0.52</c:v>
                </c:pt>
                <c:pt idx="88">
                  <c:v>-0.48</c:v>
                </c:pt>
                <c:pt idx="89">
                  <c:v>-0.43999999999999995</c:v>
                </c:pt>
                <c:pt idx="90">
                  <c:v>-0.39999999999999991</c:v>
                </c:pt>
                <c:pt idx="91">
                  <c:v>-0.35999999999999988</c:v>
                </c:pt>
                <c:pt idx="92">
                  <c:v>-0.31999999999999984</c:v>
                </c:pt>
                <c:pt idx="93">
                  <c:v>-0.2799999999999998</c:v>
                </c:pt>
                <c:pt idx="94">
                  <c:v>-0.23999999999999977</c:v>
                </c:pt>
                <c:pt idx="95">
                  <c:v>-0.19999999999999973</c:v>
                </c:pt>
                <c:pt idx="96">
                  <c:v>-0.16000000000000014</c:v>
                </c:pt>
                <c:pt idx="97">
                  <c:v>-0.12000000000000011</c:v>
                </c:pt>
                <c:pt idx="98">
                  <c:v>-8.0000000000000071E-2</c:v>
                </c:pt>
                <c:pt idx="99">
                  <c:v>-4.0000000000000036E-2</c:v>
                </c:pt>
                <c:pt idx="100">
                  <c:v>0</c:v>
                </c:pt>
                <c:pt idx="101">
                  <c:v>4.0000000000000036E-2</c:v>
                </c:pt>
                <c:pt idx="102">
                  <c:v>8.0000000000000071E-2</c:v>
                </c:pt>
                <c:pt idx="103">
                  <c:v>0.12000000000000011</c:v>
                </c:pt>
                <c:pt idx="104">
                  <c:v>0.16000000000000014</c:v>
                </c:pt>
                <c:pt idx="105">
                  <c:v>0.20000000000000018</c:v>
                </c:pt>
                <c:pt idx="106">
                  <c:v>0.24000000000000021</c:v>
                </c:pt>
                <c:pt idx="107">
                  <c:v>0.28000000000000025</c:v>
                </c:pt>
                <c:pt idx="108">
                  <c:v>0.32000000000000028</c:v>
                </c:pt>
                <c:pt idx="109">
                  <c:v>0.36000000000000032</c:v>
                </c:pt>
                <c:pt idx="110">
                  <c:v>0.40000000000000036</c:v>
                </c:pt>
                <c:pt idx="111">
                  <c:v>0.44000000000000039</c:v>
                </c:pt>
                <c:pt idx="112">
                  <c:v>0.48000000000000043</c:v>
                </c:pt>
                <c:pt idx="113">
                  <c:v>0.52000000000000046</c:v>
                </c:pt>
                <c:pt idx="114">
                  <c:v>0.5600000000000005</c:v>
                </c:pt>
                <c:pt idx="115">
                  <c:v>0.60000000000000053</c:v>
                </c:pt>
                <c:pt idx="116">
                  <c:v>0.63999999999999968</c:v>
                </c:pt>
                <c:pt idx="117">
                  <c:v>0.67999999999999972</c:v>
                </c:pt>
                <c:pt idx="118">
                  <c:v>0.71999999999999975</c:v>
                </c:pt>
                <c:pt idx="119">
                  <c:v>0.75999999999999979</c:v>
                </c:pt>
                <c:pt idx="120">
                  <c:v>0.79999999999999982</c:v>
                </c:pt>
                <c:pt idx="121">
                  <c:v>0.83999999999999986</c:v>
                </c:pt>
                <c:pt idx="122">
                  <c:v>0.87999999999999989</c:v>
                </c:pt>
                <c:pt idx="123">
                  <c:v>0.91999999999999993</c:v>
                </c:pt>
                <c:pt idx="124">
                  <c:v>0.96</c:v>
                </c:pt>
                <c:pt idx="125">
                  <c:v>1</c:v>
                </c:pt>
                <c:pt idx="126">
                  <c:v>1.04</c:v>
                </c:pt>
                <c:pt idx="127">
                  <c:v>1.08</c:v>
                </c:pt>
                <c:pt idx="128">
                  <c:v>1.1200000000000001</c:v>
                </c:pt>
                <c:pt idx="129">
                  <c:v>1.1600000000000001</c:v>
                </c:pt>
                <c:pt idx="130">
                  <c:v>1.2000000000000002</c:v>
                </c:pt>
                <c:pt idx="131">
                  <c:v>1.2400000000000002</c:v>
                </c:pt>
                <c:pt idx="132">
                  <c:v>1.2800000000000002</c:v>
                </c:pt>
                <c:pt idx="133">
                  <c:v>1.3200000000000003</c:v>
                </c:pt>
                <c:pt idx="134">
                  <c:v>1.3600000000000003</c:v>
                </c:pt>
                <c:pt idx="135">
                  <c:v>1.4000000000000004</c:v>
                </c:pt>
                <c:pt idx="136">
                  <c:v>1.4400000000000004</c:v>
                </c:pt>
                <c:pt idx="137">
                  <c:v>1.4800000000000004</c:v>
                </c:pt>
                <c:pt idx="138">
                  <c:v>1.5200000000000005</c:v>
                </c:pt>
                <c:pt idx="139">
                  <c:v>1.5600000000000005</c:v>
                </c:pt>
                <c:pt idx="140">
                  <c:v>1.6000000000000005</c:v>
                </c:pt>
                <c:pt idx="141">
                  <c:v>1.6399999999999997</c:v>
                </c:pt>
                <c:pt idx="142">
                  <c:v>1.6799999999999997</c:v>
                </c:pt>
                <c:pt idx="143">
                  <c:v>1.7199999999999998</c:v>
                </c:pt>
                <c:pt idx="144">
                  <c:v>1.7599999999999998</c:v>
                </c:pt>
                <c:pt idx="145">
                  <c:v>1.7999999999999998</c:v>
                </c:pt>
                <c:pt idx="146">
                  <c:v>1.8399999999999999</c:v>
                </c:pt>
                <c:pt idx="147">
                  <c:v>1.88</c:v>
                </c:pt>
                <c:pt idx="148">
                  <c:v>1.92</c:v>
                </c:pt>
                <c:pt idx="149">
                  <c:v>1.96</c:v>
                </c:pt>
                <c:pt idx="150">
                  <c:v>2</c:v>
                </c:pt>
                <c:pt idx="151">
                  <c:v>2.04</c:v>
                </c:pt>
                <c:pt idx="152">
                  <c:v>2.08</c:v>
                </c:pt>
                <c:pt idx="153">
                  <c:v>2.12</c:v>
                </c:pt>
                <c:pt idx="154">
                  <c:v>2.16</c:v>
                </c:pt>
                <c:pt idx="155">
                  <c:v>2.2000000000000002</c:v>
                </c:pt>
                <c:pt idx="156">
                  <c:v>2.2400000000000002</c:v>
                </c:pt>
                <c:pt idx="157">
                  <c:v>2.2800000000000002</c:v>
                </c:pt>
                <c:pt idx="158">
                  <c:v>2.3200000000000003</c:v>
                </c:pt>
                <c:pt idx="159">
                  <c:v>2.3600000000000003</c:v>
                </c:pt>
                <c:pt idx="160">
                  <c:v>2.4000000000000004</c:v>
                </c:pt>
                <c:pt idx="161">
                  <c:v>2.4400000000000004</c:v>
                </c:pt>
                <c:pt idx="162">
                  <c:v>2.4800000000000004</c:v>
                </c:pt>
                <c:pt idx="163">
                  <c:v>2.5200000000000005</c:v>
                </c:pt>
                <c:pt idx="164">
                  <c:v>2.5600000000000005</c:v>
                </c:pt>
                <c:pt idx="165">
                  <c:v>2.6000000000000005</c:v>
                </c:pt>
                <c:pt idx="166">
                  <c:v>2.6400000000000006</c:v>
                </c:pt>
                <c:pt idx="167">
                  <c:v>2.6799999999999997</c:v>
                </c:pt>
                <c:pt idx="168">
                  <c:v>2.7199999999999998</c:v>
                </c:pt>
                <c:pt idx="169">
                  <c:v>2.76</c:v>
                </c:pt>
                <c:pt idx="170">
                  <c:v>2.8</c:v>
                </c:pt>
                <c:pt idx="171">
                  <c:v>2.84</c:v>
                </c:pt>
                <c:pt idx="172">
                  <c:v>2.88</c:v>
                </c:pt>
                <c:pt idx="173">
                  <c:v>2.92</c:v>
                </c:pt>
                <c:pt idx="174">
                  <c:v>2.96</c:v>
                </c:pt>
                <c:pt idx="175">
                  <c:v>3</c:v>
                </c:pt>
                <c:pt idx="176">
                  <c:v>3.04</c:v>
                </c:pt>
                <c:pt idx="177">
                  <c:v>3.08</c:v>
                </c:pt>
                <c:pt idx="178">
                  <c:v>3.12</c:v>
                </c:pt>
                <c:pt idx="179">
                  <c:v>3.16</c:v>
                </c:pt>
                <c:pt idx="180">
                  <c:v>3.2</c:v>
                </c:pt>
                <c:pt idx="181">
                  <c:v>3.24</c:v>
                </c:pt>
                <c:pt idx="182">
                  <c:v>3.2800000000000002</c:v>
                </c:pt>
                <c:pt idx="183">
                  <c:v>3.3200000000000003</c:v>
                </c:pt>
                <c:pt idx="184">
                  <c:v>3.3600000000000003</c:v>
                </c:pt>
                <c:pt idx="185">
                  <c:v>3.4000000000000004</c:v>
                </c:pt>
                <c:pt idx="186">
                  <c:v>3.4400000000000004</c:v>
                </c:pt>
                <c:pt idx="187">
                  <c:v>3.4800000000000004</c:v>
                </c:pt>
                <c:pt idx="188">
                  <c:v>3.5200000000000005</c:v>
                </c:pt>
                <c:pt idx="189">
                  <c:v>3.5600000000000005</c:v>
                </c:pt>
                <c:pt idx="190">
                  <c:v>3.6000000000000005</c:v>
                </c:pt>
                <c:pt idx="191">
                  <c:v>3.6400000000000006</c:v>
                </c:pt>
                <c:pt idx="192">
                  <c:v>3.6799999999999997</c:v>
                </c:pt>
                <c:pt idx="193">
                  <c:v>3.7199999999999998</c:v>
                </c:pt>
                <c:pt idx="194">
                  <c:v>3.76</c:v>
                </c:pt>
                <c:pt idx="195">
                  <c:v>3.8</c:v>
                </c:pt>
                <c:pt idx="196">
                  <c:v>3.84</c:v>
                </c:pt>
                <c:pt idx="197">
                  <c:v>3.88</c:v>
                </c:pt>
                <c:pt idx="198">
                  <c:v>3.92</c:v>
                </c:pt>
                <c:pt idx="199">
                  <c:v>3.96</c:v>
                </c:pt>
                <c:pt idx="200">
                  <c:v>4</c:v>
                </c:pt>
              </c:numCache>
            </c:numRef>
          </c:cat>
          <c:val>
            <c:numRef>
              <c:f>Normal!$N$2:$N$202</c:f>
              <c:numCache>
                <c:formatCode>General</c:formatCode>
                <c:ptCount val="201"/>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9.7282269331467539E-2</c:v>
                </c:pt>
                <c:pt idx="143">
                  <c:v>9.0886979016282898E-2</c:v>
                </c:pt>
                <c:pt idx="144">
                  <c:v>8.4776361308022255E-2</c:v>
                </c:pt>
                <c:pt idx="145">
                  <c:v>7.8950158300894177E-2</c:v>
                </c:pt>
                <c:pt idx="146">
                  <c:v>7.3406812581656919E-2</c:v>
                </c:pt>
                <c:pt idx="147">
                  <c:v>6.8143566101044578E-2</c:v>
                </c:pt>
                <c:pt idx="148">
                  <c:v>6.3156561435198655E-2</c:v>
                </c:pt>
                <c:pt idx="149">
                  <c:v>5.8440944333451469E-2</c:v>
                </c:pt>
                <c:pt idx="150">
                  <c:v>5.3990966513188063E-2</c:v>
                </c:pt>
                <c:pt idx="151">
                  <c:v>4.9800087735070775E-2</c:v>
                </c:pt>
                <c:pt idx="152">
                  <c:v>4.5861076271054887E-2</c:v>
                </c:pt>
                <c:pt idx="153">
                  <c:v>4.2166106961770311E-2</c:v>
                </c:pt>
                <c:pt idx="154">
                  <c:v>3.8706856147455608E-2</c:v>
                </c:pt>
                <c:pt idx="155">
                  <c:v>3.5474592846231424E-2</c:v>
                </c:pt>
                <c:pt idx="156">
                  <c:v>3.2460265643697445E-2</c:v>
                </c:pt>
                <c:pt idx="157">
                  <c:v>2.965458484734125E-2</c:v>
                </c:pt>
                <c:pt idx="158">
                  <c:v>2.7048099546881761E-2</c:v>
                </c:pt>
                <c:pt idx="159">
                  <c:v>2.4631269306382486E-2</c:v>
                </c:pt>
                <c:pt idx="160">
                  <c:v>2.2394530294842882E-2</c:v>
                </c:pt>
                <c:pt idx="161">
                  <c:v>2.032835573822582E-2</c:v>
                </c:pt>
                <c:pt idx="162">
                  <c:v>1.8423310646862031E-2</c:v>
                </c:pt>
                <c:pt idx="163">
                  <c:v>1.6670100837381043E-2</c:v>
                </c:pt>
                <c:pt idx="164">
                  <c:v>1.505961632737743E-2</c:v>
                </c:pt>
                <c:pt idx="165">
                  <c:v>1.3582969233685602E-2</c:v>
                </c:pt>
                <c:pt idx="166">
                  <c:v>1.2231526351277954E-2</c:v>
                </c:pt>
                <c:pt idx="167">
                  <c:v>1.0996936629405587E-2</c:v>
                </c:pt>
                <c:pt idx="168">
                  <c:v>9.8711537947511439E-3</c:v>
                </c:pt>
                <c:pt idx="169">
                  <c:v>8.8464543982372315E-3</c:v>
                </c:pt>
                <c:pt idx="170">
                  <c:v>7.9154515829799686E-3</c:v>
                </c:pt>
                <c:pt idx="171">
                  <c:v>7.0711048860194487E-3</c:v>
                </c:pt>
                <c:pt idx="172">
                  <c:v>6.3067263962659275E-3</c:v>
                </c:pt>
                <c:pt idx="173">
                  <c:v>5.615983595990969E-3</c:v>
                </c:pt>
                <c:pt idx="174">
                  <c:v>4.9928992136123763E-3</c:v>
                </c:pt>
                <c:pt idx="175">
                  <c:v>4.4318484119380075E-3</c:v>
                </c:pt>
                <c:pt idx="176">
                  <c:v>3.9275536289247789E-3</c:v>
                </c:pt>
                <c:pt idx="177">
                  <c:v>3.4750773778549375E-3</c:v>
                </c:pt>
                <c:pt idx="178">
                  <c:v>3.0698133011047403E-3</c:v>
                </c:pt>
                <c:pt idx="179">
                  <c:v>2.7074757568406999E-3</c:v>
                </c:pt>
                <c:pt idx="180">
                  <c:v>2.3840882014648404E-3</c:v>
                </c:pt>
                <c:pt idx="181">
                  <c:v>2.0959706128579419E-3</c:v>
                </c:pt>
                <c:pt idx="182">
                  <c:v>1.8397261808242775E-3</c:v>
                </c:pt>
                <c:pt idx="183">
                  <c:v>1.6122274719771231E-3</c:v>
                </c:pt>
                <c:pt idx="184">
                  <c:v>1.4106022569413824E-3</c:v>
                </c:pt>
                <c:pt idx="185">
                  <c:v>1.2322191684730175E-3</c:v>
                </c:pt>
                <c:pt idx="186">
                  <c:v>1.0746733401537337E-3</c:v>
                </c:pt>
                <c:pt idx="187">
                  <c:v>9.3577215692747804E-4</c:v>
                </c:pt>
                <c:pt idx="188">
                  <c:v>8.1352123108180689E-4</c:v>
                </c:pt>
                <c:pt idx="189">
                  <c:v>7.0611070048803501E-4</c:v>
                </c:pt>
                <c:pt idx="190">
                  <c:v>6.1190193011377092E-4</c:v>
                </c:pt>
                <c:pt idx="191">
                  <c:v>5.2941468309493378E-4</c:v>
                </c:pt>
                <c:pt idx="192">
                  <c:v>4.5731481405985762E-4</c:v>
                </c:pt>
                <c:pt idx="193">
                  <c:v>3.9440252496915693E-4</c:v>
                </c:pt>
                <c:pt idx="194">
                  <c:v>3.3960121248365478E-4</c:v>
                </c:pt>
                <c:pt idx="195">
                  <c:v>2.9194692579146027E-4</c:v>
                </c:pt>
                <c:pt idx="196">
                  <c:v>2.5057844489086075E-4</c:v>
                </c:pt>
                <c:pt idx="197">
                  <c:v>2.1472798150036704E-4</c:v>
                </c:pt>
                <c:pt idx="198">
                  <c:v>1.8371249800245711E-4</c:v>
                </c:pt>
                <c:pt idx="199">
                  <c:v>1.5692563406553226E-4</c:v>
                </c:pt>
                <c:pt idx="200">
                  <c:v>1.3383022576488537E-4</c:v>
                </c:pt>
              </c:numCache>
            </c:numRef>
          </c:val>
        </c:ser>
        <c:dLbls>
          <c:showLegendKey val="0"/>
          <c:showVal val="0"/>
          <c:showCatName val="0"/>
          <c:showSerName val="0"/>
          <c:showPercent val="0"/>
          <c:showBubbleSize val="0"/>
        </c:dLbls>
        <c:gapWidth val="0"/>
        <c:overlap val="100"/>
        <c:axId val="84528512"/>
        <c:axId val="84538496"/>
      </c:barChart>
      <c:lineChart>
        <c:grouping val="standard"/>
        <c:varyColors val="0"/>
        <c:ser>
          <c:idx val="0"/>
          <c:order val="2"/>
          <c:spPr>
            <a:ln w="25400">
              <a:solidFill>
                <a:srgbClr val="000080"/>
              </a:solidFill>
              <a:prstDash val="solid"/>
            </a:ln>
          </c:spPr>
          <c:marker>
            <c:symbol val="none"/>
          </c:marker>
          <c:cat>
            <c:numRef>
              <c:f>Normal!$K$2:$K$202</c:f>
              <c:numCache>
                <c:formatCode>General</c:formatCode>
                <c:ptCount val="201"/>
                <c:pt idx="0">
                  <c:v>-4</c:v>
                </c:pt>
                <c:pt idx="1">
                  <c:v>-3.96</c:v>
                </c:pt>
                <c:pt idx="2">
                  <c:v>-3.92</c:v>
                </c:pt>
                <c:pt idx="3">
                  <c:v>-3.88</c:v>
                </c:pt>
                <c:pt idx="4">
                  <c:v>-3.84</c:v>
                </c:pt>
                <c:pt idx="5">
                  <c:v>-3.8</c:v>
                </c:pt>
                <c:pt idx="6">
                  <c:v>-3.76</c:v>
                </c:pt>
                <c:pt idx="7">
                  <c:v>-3.7199999999999998</c:v>
                </c:pt>
                <c:pt idx="8">
                  <c:v>-3.68</c:v>
                </c:pt>
                <c:pt idx="9">
                  <c:v>-3.64</c:v>
                </c:pt>
                <c:pt idx="10">
                  <c:v>-3.6</c:v>
                </c:pt>
                <c:pt idx="11">
                  <c:v>-3.56</c:v>
                </c:pt>
                <c:pt idx="12">
                  <c:v>-3.52</c:v>
                </c:pt>
                <c:pt idx="13">
                  <c:v>-3.48</c:v>
                </c:pt>
                <c:pt idx="14">
                  <c:v>-3.44</c:v>
                </c:pt>
                <c:pt idx="15">
                  <c:v>-3.4</c:v>
                </c:pt>
                <c:pt idx="16">
                  <c:v>-3.36</c:v>
                </c:pt>
                <c:pt idx="17">
                  <c:v>-3.32</c:v>
                </c:pt>
                <c:pt idx="18">
                  <c:v>-3.2800000000000002</c:v>
                </c:pt>
                <c:pt idx="19">
                  <c:v>-3.24</c:v>
                </c:pt>
                <c:pt idx="20">
                  <c:v>-3.2</c:v>
                </c:pt>
                <c:pt idx="21">
                  <c:v>-3.16</c:v>
                </c:pt>
                <c:pt idx="22">
                  <c:v>-3.12</c:v>
                </c:pt>
                <c:pt idx="23">
                  <c:v>-3.08</c:v>
                </c:pt>
                <c:pt idx="24">
                  <c:v>-3.04</c:v>
                </c:pt>
                <c:pt idx="25">
                  <c:v>-3</c:v>
                </c:pt>
                <c:pt idx="26">
                  <c:v>-2.96</c:v>
                </c:pt>
                <c:pt idx="27">
                  <c:v>-2.92</c:v>
                </c:pt>
                <c:pt idx="28">
                  <c:v>-2.88</c:v>
                </c:pt>
                <c:pt idx="29">
                  <c:v>-2.84</c:v>
                </c:pt>
                <c:pt idx="30">
                  <c:v>-2.8</c:v>
                </c:pt>
                <c:pt idx="31">
                  <c:v>-2.76</c:v>
                </c:pt>
                <c:pt idx="32">
                  <c:v>-2.7199999999999998</c:v>
                </c:pt>
                <c:pt idx="33">
                  <c:v>-2.6799999999999997</c:v>
                </c:pt>
                <c:pt idx="34">
                  <c:v>-2.6399999999999997</c:v>
                </c:pt>
                <c:pt idx="35">
                  <c:v>-2.5999999999999996</c:v>
                </c:pt>
                <c:pt idx="36">
                  <c:v>-2.56</c:v>
                </c:pt>
                <c:pt idx="37">
                  <c:v>-2.52</c:v>
                </c:pt>
                <c:pt idx="38">
                  <c:v>-2.48</c:v>
                </c:pt>
                <c:pt idx="39">
                  <c:v>-2.44</c:v>
                </c:pt>
                <c:pt idx="40">
                  <c:v>-2.4</c:v>
                </c:pt>
                <c:pt idx="41">
                  <c:v>-2.36</c:v>
                </c:pt>
                <c:pt idx="42">
                  <c:v>-2.3200000000000003</c:v>
                </c:pt>
                <c:pt idx="43">
                  <c:v>-2.2800000000000002</c:v>
                </c:pt>
                <c:pt idx="44">
                  <c:v>-2.2400000000000002</c:v>
                </c:pt>
                <c:pt idx="45">
                  <c:v>-2.2000000000000002</c:v>
                </c:pt>
                <c:pt idx="46">
                  <c:v>-2.16</c:v>
                </c:pt>
                <c:pt idx="47">
                  <c:v>-2.12</c:v>
                </c:pt>
                <c:pt idx="48">
                  <c:v>-2.08</c:v>
                </c:pt>
                <c:pt idx="49">
                  <c:v>-2.04</c:v>
                </c:pt>
                <c:pt idx="50">
                  <c:v>-2</c:v>
                </c:pt>
                <c:pt idx="51">
                  <c:v>-1.96</c:v>
                </c:pt>
                <c:pt idx="52">
                  <c:v>-1.92</c:v>
                </c:pt>
                <c:pt idx="53">
                  <c:v>-1.88</c:v>
                </c:pt>
                <c:pt idx="54">
                  <c:v>-1.8399999999999999</c:v>
                </c:pt>
                <c:pt idx="55">
                  <c:v>-1.7999999999999998</c:v>
                </c:pt>
                <c:pt idx="56">
                  <c:v>-1.7599999999999998</c:v>
                </c:pt>
                <c:pt idx="57">
                  <c:v>-1.7199999999999998</c:v>
                </c:pt>
                <c:pt idx="58">
                  <c:v>-1.6800000000000002</c:v>
                </c:pt>
                <c:pt idx="59">
                  <c:v>-1.6400000000000001</c:v>
                </c:pt>
                <c:pt idx="60">
                  <c:v>-1.6</c:v>
                </c:pt>
                <c:pt idx="61">
                  <c:v>-1.56</c:v>
                </c:pt>
                <c:pt idx="62">
                  <c:v>-1.52</c:v>
                </c:pt>
                <c:pt idx="63">
                  <c:v>-1.48</c:v>
                </c:pt>
                <c:pt idx="64">
                  <c:v>-1.44</c:v>
                </c:pt>
                <c:pt idx="65">
                  <c:v>-1.4</c:v>
                </c:pt>
                <c:pt idx="66">
                  <c:v>-1.3599999999999999</c:v>
                </c:pt>
                <c:pt idx="67">
                  <c:v>-1.3199999999999998</c:v>
                </c:pt>
                <c:pt idx="68">
                  <c:v>-1.2799999999999998</c:v>
                </c:pt>
                <c:pt idx="69">
                  <c:v>-1.2399999999999998</c:v>
                </c:pt>
                <c:pt idx="70">
                  <c:v>-1.1999999999999997</c:v>
                </c:pt>
                <c:pt idx="71">
                  <c:v>-1.1600000000000001</c:v>
                </c:pt>
                <c:pt idx="72">
                  <c:v>-1.1200000000000001</c:v>
                </c:pt>
                <c:pt idx="73">
                  <c:v>-1.08</c:v>
                </c:pt>
                <c:pt idx="74">
                  <c:v>-1.04</c:v>
                </c:pt>
                <c:pt idx="75">
                  <c:v>-1</c:v>
                </c:pt>
                <c:pt idx="76">
                  <c:v>-0.96</c:v>
                </c:pt>
                <c:pt idx="77">
                  <c:v>-0.91999999999999993</c:v>
                </c:pt>
                <c:pt idx="78">
                  <c:v>-0.87999999999999989</c:v>
                </c:pt>
                <c:pt idx="79">
                  <c:v>-0.83999999999999986</c:v>
                </c:pt>
                <c:pt idx="80">
                  <c:v>-0.79999999999999982</c:v>
                </c:pt>
                <c:pt idx="81">
                  <c:v>-0.75999999999999979</c:v>
                </c:pt>
                <c:pt idx="82">
                  <c:v>-0.71999999999999975</c:v>
                </c:pt>
                <c:pt idx="83">
                  <c:v>-0.67999999999999972</c:v>
                </c:pt>
                <c:pt idx="84">
                  <c:v>-0.64000000000000012</c:v>
                </c:pt>
                <c:pt idx="85">
                  <c:v>-0.60000000000000009</c:v>
                </c:pt>
                <c:pt idx="86">
                  <c:v>-0.56000000000000005</c:v>
                </c:pt>
                <c:pt idx="87">
                  <c:v>-0.52</c:v>
                </c:pt>
                <c:pt idx="88">
                  <c:v>-0.48</c:v>
                </c:pt>
                <c:pt idx="89">
                  <c:v>-0.43999999999999995</c:v>
                </c:pt>
                <c:pt idx="90">
                  <c:v>-0.39999999999999991</c:v>
                </c:pt>
                <c:pt idx="91">
                  <c:v>-0.35999999999999988</c:v>
                </c:pt>
                <c:pt idx="92">
                  <c:v>-0.31999999999999984</c:v>
                </c:pt>
                <c:pt idx="93">
                  <c:v>-0.2799999999999998</c:v>
                </c:pt>
                <c:pt idx="94">
                  <c:v>-0.23999999999999977</c:v>
                </c:pt>
                <c:pt idx="95">
                  <c:v>-0.19999999999999973</c:v>
                </c:pt>
                <c:pt idx="96">
                  <c:v>-0.16000000000000014</c:v>
                </c:pt>
                <c:pt idx="97">
                  <c:v>-0.12000000000000011</c:v>
                </c:pt>
                <c:pt idx="98">
                  <c:v>-8.0000000000000071E-2</c:v>
                </c:pt>
                <c:pt idx="99">
                  <c:v>-4.0000000000000036E-2</c:v>
                </c:pt>
                <c:pt idx="100">
                  <c:v>0</c:v>
                </c:pt>
                <c:pt idx="101">
                  <c:v>4.0000000000000036E-2</c:v>
                </c:pt>
                <c:pt idx="102">
                  <c:v>8.0000000000000071E-2</c:v>
                </c:pt>
                <c:pt idx="103">
                  <c:v>0.12000000000000011</c:v>
                </c:pt>
                <c:pt idx="104">
                  <c:v>0.16000000000000014</c:v>
                </c:pt>
                <c:pt idx="105">
                  <c:v>0.20000000000000018</c:v>
                </c:pt>
                <c:pt idx="106">
                  <c:v>0.24000000000000021</c:v>
                </c:pt>
                <c:pt idx="107">
                  <c:v>0.28000000000000025</c:v>
                </c:pt>
                <c:pt idx="108">
                  <c:v>0.32000000000000028</c:v>
                </c:pt>
                <c:pt idx="109">
                  <c:v>0.36000000000000032</c:v>
                </c:pt>
                <c:pt idx="110">
                  <c:v>0.40000000000000036</c:v>
                </c:pt>
                <c:pt idx="111">
                  <c:v>0.44000000000000039</c:v>
                </c:pt>
                <c:pt idx="112">
                  <c:v>0.48000000000000043</c:v>
                </c:pt>
                <c:pt idx="113">
                  <c:v>0.52000000000000046</c:v>
                </c:pt>
                <c:pt idx="114">
                  <c:v>0.5600000000000005</c:v>
                </c:pt>
                <c:pt idx="115">
                  <c:v>0.60000000000000053</c:v>
                </c:pt>
                <c:pt idx="116">
                  <c:v>0.63999999999999968</c:v>
                </c:pt>
                <c:pt idx="117">
                  <c:v>0.67999999999999972</c:v>
                </c:pt>
                <c:pt idx="118">
                  <c:v>0.71999999999999975</c:v>
                </c:pt>
                <c:pt idx="119">
                  <c:v>0.75999999999999979</c:v>
                </c:pt>
                <c:pt idx="120">
                  <c:v>0.79999999999999982</c:v>
                </c:pt>
                <c:pt idx="121">
                  <c:v>0.83999999999999986</c:v>
                </c:pt>
                <c:pt idx="122">
                  <c:v>0.87999999999999989</c:v>
                </c:pt>
                <c:pt idx="123">
                  <c:v>0.91999999999999993</c:v>
                </c:pt>
                <c:pt idx="124">
                  <c:v>0.96</c:v>
                </c:pt>
                <c:pt idx="125">
                  <c:v>1</c:v>
                </c:pt>
                <c:pt idx="126">
                  <c:v>1.04</c:v>
                </c:pt>
                <c:pt idx="127">
                  <c:v>1.08</c:v>
                </c:pt>
                <c:pt idx="128">
                  <c:v>1.1200000000000001</c:v>
                </c:pt>
                <c:pt idx="129">
                  <c:v>1.1600000000000001</c:v>
                </c:pt>
                <c:pt idx="130">
                  <c:v>1.2000000000000002</c:v>
                </c:pt>
                <c:pt idx="131">
                  <c:v>1.2400000000000002</c:v>
                </c:pt>
                <c:pt idx="132">
                  <c:v>1.2800000000000002</c:v>
                </c:pt>
                <c:pt idx="133">
                  <c:v>1.3200000000000003</c:v>
                </c:pt>
                <c:pt idx="134">
                  <c:v>1.3600000000000003</c:v>
                </c:pt>
                <c:pt idx="135">
                  <c:v>1.4000000000000004</c:v>
                </c:pt>
                <c:pt idx="136">
                  <c:v>1.4400000000000004</c:v>
                </c:pt>
                <c:pt idx="137">
                  <c:v>1.4800000000000004</c:v>
                </c:pt>
                <c:pt idx="138">
                  <c:v>1.5200000000000005</c:v>
                </c:pt>
                <c:pt idx="139">
                  <c:v>1.5600000000000005</c:v>
                </c:pt>
                <c:pt idx="140">
                  <c:v>1.6000000000000005</c:v>
                </c:pt>
                <c:pt idx="141">
                  <c:v>1.6399999999999997</c:v>
                </c:pt>
                <c:pt idx="142">
                  <c:v>1.6799999999999997</c:v>
                </c:pt>
                <c:pt idx="143">
                  <c:v>1.7199999999999998</c:v>
                </c:pt>
                <c:pt idx="144">
                  <c:v>1.7599999999999998</c:v>
                </c:pt>
                <c:pt idx="145">
                  <c:v>1.7999999999999998</c:v>
                </c:pt>
                <c:pt idx="146">
                  <c:v>1.8399999999999999</c:v>
                </c:pt>
                <c:pt idx="147">
                  <c:v>1.88</c:v>
                </c:pt>
                <c:pt idx="148">
                  <c:v>1.92</c:v>
                </c:pt>
                <c:pt idx="149">
                  <c:v>1.96</c:v>
                </c:pt>
                <c:pt idx="150">
                  <c:v>2</c:v>
                </c:pt>
                <c:pt idx="151">
                  <c:v>2.04</c:v>
                </c:pt>
                <c:pt idx="152">
                  <c:v>2.08</c:v>
                </c:pt>
                <c:pt idx="153">
                  <c:v>2.12</c:v>
                </c:pt>
                <c:pt idx="154">
                  <c:v>2.16</c:v>
                </c:pt>
                <c:pt idx="155">
                  <c:v>2.2000000000000002</c:v>
                </c:pt>
                <c:pt idx="156">
                  <c:v>2.2400000000000002</c:v>
                </c:pt>
                <c:pt idx="157">
                  <c:v>2.2800000000000002</c:v>
                </c:pt>
                <c:pt idx="158">
                  <c:v>2.3200000000000003</c:v>
                </c:pt>
                <c:pt idx="159">
                  <c:v>2.3600000000000003</c:v>
                </c:pt>
                <c:pt idx="160">
                  <c:v>2.4000000000000004</c:v>
                </c:pt>
                <c:pt idx="161">
                  <c:v>2.4400000000000004</c:v>
                </c:pt>
                <c:pt idx="162">
                  <c:v>2.4800000000000004</c:v>
                </c:pt>
                <c:pt idx="163">
                  <c:v>2.5200000000000005</c:v>
                </c:pt>
                <c:pt idx="164">
                  <c:v>2.5600000000000005</c:v>
                </c:pt>
                <c:pt idx="165">
                  <c:v>2.6000000000000005</c:v>
                </c:pt>
                <c:pt idx="166">
                  <c:v>2.6400000000000006</c:v>
                </c:pt>
                <c:pt idx="167">
                  <c:v>2.6799999999999997</c:v>
                </c:pt>
                <c:pt idx="168">
                  <c:v>2.7199999999999998</c:v>
                </c:pt>
                <c:pt idx="169">
                  <c:v>2.76</c:v>
                </c:pt>
                <c:pt idx="170">
                  <c:v>2.8</c:v>
                </c:pt>
                <c:pt idx="171">
                  <c:v>2.84</c:v>
                </c:pt>
                <c:pt idx="172">
                  <c:v>2.88</c:v>
                </c:pt>
                <c:pt idx="173">
                  <c:v>2.92</c:v>
                </c:pt>
                <c:pt idx="174">
                  <c:v>2.96</c:v>
                </c:pt>
                <c:pt idx="175">
                  <c:v>3</c:v>
                </c:pt>
                <c:pt idx="176">
                  <c:v>3.04</c:v>
                </c:pt>
                <c:pt idx="177">
                  <c:v>3.08</c:v>
                </c:pt>
                <c:pt idx="178">
                  <c:v>3.12</c:v>
                </c:pt>
                <c:pt idx="179">
                  <c:v>3.16</c:v>
                </c:pt>
                <c:pt idx="180">
                  <c:v>3.2</c:v>
                </c:pt>
                <c:pt idx="181">
                  <c:v>3.24</c:v>
                </c:pt>
                <c:pt idx="182">
                  <c:v>3.2800000000000002</c:v>
                </c:pt>
                <c:pt idx="183">
                  <c:v>3.3200000000000003</c:v>
                </c:pt>
                <c:pt idx="184">
                  <c:v>3.3600000000000003</c:v>
                </c:pt>
                <c:pt idx="185">
                  <c:v>3.4000000000000004</c:v>
                </c:pt>
                <c:pt idx="186">
                  <c:v>3.4400000000000004</c:v>
                </c:pt>
                <c:pt idx="187">
                  <c:v>3.4800000000000004</c:v>
                </c:pt>
                <c:pt idx="188">
                  <c:v>3.5200000000000005</c:v>
                </c:pt>
                <c:pt idx="189">
                  <c:v>3.5600000000000005</c:v>
                </c:pt>
                <c:pt idx="190">
                  <c:v>3.6000000000000005</c:v>
                </c:pt>
                <c:pt idx="191">
                  <c:v>3.6400000000000006</c:v>
                </c:pt>
                <c:pt idx="192">
                  <c:v>3.6799999999999997</c:v>
                </c:pt>
                <c:pt idx="193">
                  <c:v>3.7199999999999998</c:v>
                </c:pt>
                <c:pt idx="194">
                  <c:v>3.76</c:v>
                </c:pt>
                <c:pt idx="195">
                  <c:v>3.8</c:v>
                </c:pt>
                <c:pt idx="196">
                  <c:v>3.84</c:v>
                </c:pt>
                <c:pt idx="197">
                  <c:v>3.88</c:v>
                </c:pt>
                <c:pt idx="198">
                  <c:v>3.92</c:v>
                </c:pt>
                <c:pt idx="199">
                  <c:v>3.96</c:v>
                </c:pt>
                <c:pt idx="200">
                  <c:v>4</c:v>
                </c:pt>
              </c:numCache>
            </c:numRef>
          </c:cat>
          <c:val>
            <c:numRef>
              <c:f>Normal!$L$2:$L$202</c:f>
              <c:numCache>
                <c:formatCode>General</c:formatCode>
                <c:ptCount val="201"/>
                <c:pt idx="0">
                  <c:v>1.3383022576488537E-4</c:v>
                </c:pt>
                <c:pt idx="1">
                  <c:v>1.5692563406553226E-4</c:v>
                </c:pt>
                <c:pt idx="2">
                  <c:v>1.8371249800245711E-4</c:v>
                </c:pt>
                <c:pt idx="3">
                  <c:v>2.1472798150036704E-4</c:v>
                </c:pt>
                <c:pt idx="4">
                  <c:v>2.5057844489086075E-4</c:v>
                </c:pt>
                <c:pt idx="5">
                  <c:v>2.9194692579146027E-4</c:v>
                </c:pt>
                <c:pt idx="6">
                  <c:v>3.3960121248365478E-4</c:v>
                </c:pt>
                <c:pt idx="7">
                  <c:v>3.9440252496915693E-4</c:v>
                </c:pt>
                <c:pt idx="8">
                  <c:v>4.5731481405985675E-4</c:v>
                </c:pt>
                <c:pt idx="9">
                  <c:v>5.2941468309493475E-4</c:v>
                </c:pt>
                <c:pt idx="10">
                  <c:v>6.119019301137719E-4</c:v>
                </c:pt>
                <c:pt idx="11">
                  <c:v>7.061107004880362E-4</c:v>
                </c:pt>
                <c:pt idx="12">
                  <c:v>8.1352123108180841E-4</c:v>
                </c:pt>
                <c:pt idx="13">
                  <c:v>9.3577215692747977E-4</c:v>
                </c:pt>
                <c:pt idx="14">
                  <c:v>1.0746733401537356E-3</c:v>
                </c:pt>
                <c:pt idx="15">
                  <c:v>1.2322191684730199E-3</c:v>
                </c:pt>
                <c:pt idx="16">
                  <c:v>1.4106022569413848E-3</c:v>
                </c:pt>
                <c:pt idx="17">
                  <c:v>1.6122274719771244E-3</c:v>
                </c:pt>
                <c:pt idx="18">
                  <c:v>1.8397261808242775E-3</c:v>
                </c:pt>
                <c:pt idx="19">
                  <c:v>2.0959706128579419E-3</c:v>
                </c:pt>
                <c:pt idx="20">
                  <c:v>2.3840882014648404E-3</c:v>
                </c:pt>
                <c:pt idx="21">
                  <c:v>2.7074757568406999E-3</c:v>
                </c:pt>
                <c:pt idx="22">
                  <c:v>3.0698133011047403E-3</c:v>
                </c:pt>
                <c:pt idx="23">
                  <c:v>3.4750773778549375E-3</c:v>
                </c:pt>
                <c:pt idx="24">
                  <c:v>3.9275536289247789E-3</c:v>
                </c:pt>
                <c:pt idx="25">
                  <c:v>4.4318484119380075E-3</c:v>
                </c:pt>
                <c:pt idx="26">
                  <c:v>4.9928992136123763E-3</c:v>
                </c:pt>
                <c:pt idx="27">
                  <c:v>5.615983595990969E-3</c:v>
                </c:pt>
                <c:pt idx="28">
                  <c:v>6.3067263962659275E-3</c:v>
                </c:pt>
                <c:pt idx="29">
                  <c:v>7.0711048860194487E-3</c:v>
                </c:pt>
                <c:pt idx="30">
                  <c:v>7.9154515829799686E-3</c:v>
                </c:pt>
                <c:pt idx="31">
                  <c:v>8.8464543982372315E-3</c:v>
                </c:pt>
                <c:pt idx="32">
                  <c:v>9.8711537947511439E-3</c:v>
                </c:pt>
                <c:pt idx="33">
                  <c:v>1.0996936629405587E-2</c:v>
                </c:pt>
                <c:pt idx="34">
                  <c:v>1.2231526351277987E-2</c:v>
                </c:pt>
                <c:pt idx="35">
                  <c:v>1.3582969233685634E-2</c:v>
                </c:pt>
                <c:pt idx="36">
                  <c:v>1.5059616327377449E-2</c:v>
                </c:pt>
                <c:pt idx="37">
                  <c:v>1.6670100837381057E-2</c:v>
                </c:pt>
                <c:pt idx="38">
                  <c:v>1.8423310646862048E-2</c:v>
                </c:pt>
                <c:pt idx="39">
                  <c:v>2.0328355738225837E-2</c:v>
                </c:pt>
                <c:pt idx="40">
                  <c:v>2.2394530294842899E-2</c:v>
                </c:pt>
                <c:pt idx="41">
                  <c:v>2.4631269306382507E-2</c:v>
                </c:pt>
                <c:pt idx="42">
                  <c:v>2.7048099546881761E-2</c:v>
                </c:pt>
                <c:pt idx="43">
                  <c:v>2.965458484734125E-2</c:v>
                </c:pt>
                <c:pt idx="44">
                  <c:v>3.2460265643697445E-2</c:v>
                </c:pt>
                <c:pt idx="45">
                  <c:v>3.5474592846231424E-2</c:v>
                </c:pt>
                <c:pt idx="46">
                  <c:v>3.8706856147455608E-2</c:v>
                </c:pt>
                <c:pt idx="47">
                  <c:v>4.2166106961770311E-2</c:v>
                </c:pt>
                <c:pt idx="48">
                  <c:v>4.5861076271054887E-2</c:v>
                </c:pt>
                <c:pt idx="49">
                  <c:v>4.9800087735070775E-2</c:v>
                </c:pt>
                <c:pt idx="50">
                  <c:v>5.3990966513188063E-2</c:v>
                </c:pt>
                <c:pt idx="51">
                  <c:v>5.8440944333451469E-2</c:v>
                </c:pt>
                <c:pt idx="52">
                  <c:v>6.3156561435198655E-2</c:v>
                </c:pt>
                <c:pt idx="53">
                  <c:v>6.8143566101044578E-2</c:v>
                </c:pt>
                <c:pt idx="54">
                  <c:v>7.3406812581656919E-2</c:v>
                </c:pt>
                <c:pt idx="55">
                  <c:v>7.8950158300894177E-2</c:v>
                </c:pt>
                <c:pt idx="56">
                  <c:v>8.4776361308022255E-2</c:v>
                </c:pt>
                <c:pt idx="57">
                  <c:v>9.0886979016282898E-2</c:v>
                </c:pt>
                <c:pt idx="58">
                  <c:v>9.7282269331467469E-2</c:v>
                </c:pt>
                <c:pt idx="59">
                  <c:v>0.10396109532876419</c:v>
                </c:pt>
                <c:pt idx="60">
                  <c:v>0.11092083467945554</c:v>
                </c:pt>
                <c:pt idx="61">
                  <c:v>0.11815729505958227</c:v>
                </c:pt>
                <c:pt idx="62">
                  <c:v>0.12566463678908815</c:v>
                </c:pt>
                <c:pt idx="63">
                  <c:v>0.13343530395100231</c:v>
                </c:pt>
                <c:pt idx="64">
                  <c:v>0.14145996522483878</c:v>
                </c:pt>
                <c:pt idx="65">
                  <c:v>0.14972746563574488</c:v>
                </c:pt>
                <c:pt idx="66">
                  <c:v>0.15822479037038306</c:v>
                </c:pt>
                <c:pt idx="67">
                  <c:v>0.16693704174171387</c:v>
                </c:pt>
                <c:pt idx="68">
                  <c:v>0.17584743029766242</c:v>
                </c:pt>
                <c:pt idx="69">
                  <c:v>0.18493728096330536</c:v>
                </c:pt>
                <c:pt idx="70">
                  <c:v>0.19418605498321304</c:v>
                </c:pt>
                <c:pt idx="71">
                  <c:v>0.20357138829075938</c:v>
                </c:pt>
                <c:pt idx="72">
                  <c:v>0.21306914677571784</c:v>
                </c:pt>
                <c:pt idx="73">
                  <c:v>0.22265349875176113</c:v>
                </c:pt>
                <c:pt idx="74">
                  <c:v>0.2322970047433662</c:v>
                </c:pt>
                <c:pt idx="75">
                  <c:v>0.24197072451914337</c:v>
                </c:pt>
                <c:pt idx="76">
                  <c:v>0.25164434109811712</c:v>
                </c:pt>
                <c:pt idx="77">
                  <c:v>0.26128630124955315</c:v>
                </c:pt>
                <c:pt idx="78">
                  <c:v>0.27086397179833804</c:v>
                </c:pt>
                <c:pt idx="79">
                  <c:v>0.28034381083962062</c:v>
                </c:pt>
                <c:pt idx="80">
                  <c:v>0.28969155276148278</c:v>
                </c:pt>
                <c:pt idx="81">
                  <c:v>0.29887240577595287</c:v>
                </c:pt>
                <c:pt idx="82">
                  <c:v>0.30785126046985301</c:v>
                </c:pt>
                <c:pt idx="83">
                  <c:v>0.31659290771089288</c:v>
                </c:pt>
                <c:pt idx="84">
                  <c:v>0.32506226408408212</c:v>
                </c:pt>
                <c:pt idx="85">
                  <c:v>0.33322460289179967</c:v>
                </c:pt>
                <c:pt idx="86">
                  <c:v>0.34104578863035256</c:v>
                </c:pt>
                <c:pt idx="87">
                  <c:v>0.34849251275897447</c:v>
                </c:pt>
                <c:pt idx="88">
                  <c:v>0.35553252850599709</c:v>
                </c:pt>
                <c:pt idx="89">
                  <c:v>0.36213488241309222</c:v>
                </c:pt>
                <c:pt idx="90">
                  <c:v>0.36827014030332339</c:v>
                </c:pt>
                <c:pt idx="91">
                  <c:v>0.37391060537312842</c:v>
                </c:pt>
                <c:pt idx="92">
                  <c:v>0.37903052615270172</c:v>
                </c:pt>
                <c:pt idx="93">
                  <c:v>0.38360629215347858</c:v>
                </c:pt>
                <c:pt idx="94">
                  <c:v>0.38761661512501416</c:v>
                </c:pt>
                <c:pt idx="95">
                  <c:v>0.39104269397545594</c:v>
                </c:pt>
                <c:pt idx="96">
                  <c:v>0.39386836156854083</c:v>
                </c:pt>
                <c:pt idx="97">
                  <c:v>0.3960802117936561</c:v>
                </c:pt>
                <c:pt idx="98">
                  <c:v>0.39766770551160885</c:v>
                </c:pt>
                <c:pt idx="99">
                  <c:v>0.39862325420460504</c:v>
                </c:pt>
                <c:pt idx="100">
                  <c:v>0.3989422804014327</c:v>
                </c:pt>
                <c:pt idx="101">
                  <c:v>0.39862325420460504</c:v>
                </c:pt>
                <c:pt idx="102">
                  <c:v>0.39766770551160885</c:v>
                </c:pt>
                <c:pt idx="103">
                  <c:v>0.3960802117936561</c:v>
                </c:pt>
                <c:pt idx="104">
                  <c:v>0.39386836156854083</c:v>
                </c:pt>
                <c:pt idx="105">
                  <c:v>0.39104269397545588</c:v>
                </c:pt>
                <c:pt idx="106">
                  <c:v>0.38761661512501411</c:v>
                </c:pt>
                <c:pt idx="107">
                  <c:v>0.38360629215347852</c:v>
                </c:pt>
                <c:pt idx="108">
                  <c:v>0.37903052615270166</c:v>
                </c:pt>
                <c:pt idx="109">
                  <c:v>0.37391060537312837</c:v>
                </c:pt>
                <c:pt idx="110">
                  <c:v>0.36827014030332328</c:v>
                </c:pt>
                <c:pt idx="111">
                  <c:v>0.36213488241309216</c:v>
                </c:pt>
                <c:pt idx="112">
                  <c:v>0.35553252850599704</c:v>
                </c:pt>
                <c:pt idx="113">
                  <c:v>0.34849251275897447</c:v>
                </c:pt>
                <c:pt idx="114">
                  <c:v>0.34104578863035245</c:v>
                </c:pt>
                <c:pt idx="115">
                  <c:v>0.33322460289179956</c:v>
                </c:pt>
                <c:pt idx="116">
                  <c:v>0.32506226408408218</c:v>
                </c:pt>
                <c:pt idx="117">
                  <c:v>0.31659290771089288</c:v>
                </c:pt>
                <c:pt idx="118">
                  <c:v>0.30785126046985301</c:v>
                </c:pt>
                <c:pt idx="119">
                  <c:v>0.29887240577595287</c:v>
                </c:pt>
                <c:pt idx="120">
                  <c:v>0.28969155276148278</c:v>
                </c:pt>
                <c:pt idx="121">
                  <c:v>0.28034381083962062</c:v>
                </c:pt>
                <c:pt idx="122">
                  <c:v>0.27086397179833804</c:v>
                </c:pt>
                <c:pt idx="123">
                  <c:v>0.26128630124955315</c:v>
                </c:pt>
                <c:pt idx="124">
                  <c:v>0.25164434109811712</c:v>
                </c:pt>
                <c:pt idx="125">
                  <c:v>0.24197072451914337</c:v>
                </c:pt>
                <c:pt idx="126">
                  <c:v>0.2322970047433662</c:v>
                </c:pt>
                <c:pt idx="127">
                  <c:v>0.22265349875176113</c:v>
                </c:pt>
                <c:pt idx="128">
                  <c:v>0.21306914677571784</c:v>
                </c:pt>
                <c:pt idx="129">
                  <c:v>0.20357138829075938</c:v>
                </c:pt>
                <c:pt idx="130">
                  <c:v>0.19418605498321292</c:v>
                </c:pt>
                <c:pt idx="131">
                  <c:v>0.18493728096330525</c:v>
                </c:pt>
                <c:pt idx="132">
                  <c:v>0.17584743029766231</c:v>
                </c:pt>
                <c:pt idx="133">
                  <c:v>0.16693704174171375</c:v>
                </c:pt>
                <c:pt idx="134">
                  <c:v>0.15822479037038298</c:v>
                </c:pt>
                <c:pt idx="135">
                  <c:v>0.14972746563574479</c:v>
                </c:pt>
                <c:pt idx="136">
                  <c:v>0.1414599652248387</c:v>
                </c:pt>
                <c:pt idx="137">
                  <c:v>0.1334353039510022</c:v>
                </c:pt>
                <c:pt idx="138">
                  <c:v>0.12566463678908804</c:v>
                </c:pt>
                <c:pt idx="139">
                  <c:v>0.11815729505958221</c:v>
                </c:pt>
                <c:pt idx="140">
                  <c:v>0.11092083467945546</c:v>
                </c:pt>
                <c:pt idx="141">
                  <c:v>0.10396109532876426</c:v>
                </c:pt>
                <c:pt idx="142">
                  <c:v>9.7282269331467539E-2</c:v>
                </c:pt>
                <c:pt idx="143">
                  <c:v>9.0886979016282898E-2</c:v>
                </c:pt>
                <c:pt idx="144">
                  <c:v>8.4776361308022255E-2</c:v>
                </c:pt>
                <c:pt idx="145">
                  <c:v>7.8950158300894177E-2</c:v>
                </c:pt>
                <c:pt idx="146">
                  <c:v>7.3406812581656919E-2</c:v>
                </c:pt>
                <c:pt idx="147">
                  <c:v>6.8143566101044578E-2</c:v>
                </c:pt>
                <c:pt idx="148">
                  <c:v>6.3156561435198655E-2</c:v>
                </c:pt>
                <c:pt idx="149">
                  <c:v>5.8440944333451469E-2</c:v>
                </c:pt>
                <c:pt idx="150">
                  <c:v>5.3990966513188063E-2</c:v>
                </c:pt>
                <c:pt idx="151">
                  <c:v>4.9800087735070775E-2</c:v>
                </c:pt>
                <c:pt idx="152">
                  <c:v>4.5861076271054887E-2</c:v>
                </c:pt>
                <c:pt idx="153">
                  <c:v>4.2166106961770311E-2</c:v>
                </c:pt>
                <c:pt idx="154">
                  <c:v>3.8706856147455608E-2</c:v>
                </c:pt>
                <c:pt idx="155">
                  <c:v>3.5474592846231424E-2</c:v>
                </c:pt>
                <c:pt idx="156">
                  <c:v>3.2460265643697445E-2</c:v>
                </c:pt>
                <c:pt idx="157">
                  <c:v>2.965458484734125E-2</c:v>
                </c:pt>
                <c:pt idx="158">
                  <c:v>2.7048099546881761E-2</c:v>
                </c:pt>
                <c:pt idx="159">
                  <c:v>2.4631269306382486E-2</c:v>
                </c:pt>
                <c:pt idx="160">
                  <c:v>2.2394530294842882E-2</c:v>
                </c:pt>
                <c:pt idx="161">
                  <c:v>2.032835573822582E-2</c:v>
                </c:pt>
                <c:pt idx="162">
                  <c:v>1.8423310646862031E-2</c:v>
                </c:pt>
                <c:pt idx="163">
                  <c:v>1.6670100837381043E-2</c:v>
                </c:pt>
                <c:pt idx="164">
                  <c:v>1.505961632737743E-2</c:v>
                </c:pt>
                <c:pt idx="165">
                  <c:v>1.3582969233685602E-2</c:v>
                </c:pt>
                <c:pt idx="166">
                  <c:v>1.2231526351277954E-2</c:v>
                </c:pt>
                <c:pt idx="167">
                  <c:v>1.0996936629405587E-2</c:v>
                </c:pt>
                <c:pt idx="168">
                  <c:v>9.8711537947511439E-3</c:v>
                </c:pt>
                <c:pt idx="169">
                  <c:v>8.8464543982372315E-3</c:v>
                </c:pt>
                <c:pt idx="170">
                  <c:v>7.9154515829799686E-3</c:v>
                </c:pt>
                <c:pt idx="171">
                  <c:v>7.0711048860194487E-3</c:v>
                </c:pt>
                <c:pt idx="172">
                  <c:v>6.3067263962659275E-3</c:v>
                </c:pt>
                <c:pt idx="173">
                  <c:v>5.615983595990969E-3</c:v>
                </c:pt>
                <c:pt idx="174">
                  <c:v>4.9928992136123763E-3</c:v>
                </c:pt>
                <c:pt idx="175">
                  <c:v>4.4318484119380075E-3</c:v>
                </c:pt>
                <c:pt idx="176">
                  <c:v>3.9275536289247789E-3</c:v>
                </c:pt>
                <c:pt idx="177">
                  <c:v>3.4750773778549375E-3</c:v>
                </c:pt>
                <c:pt idx="178">
                  <c:v>3.0698133011047403E-3</c:v>
                </c:pt>
                <c:pt idx="179">
                  <c:v>2.7074757568406999E-3</c:v>
                </c:pt>
                <c:pt idx="180">
                  <c:v>2.3840882014648404E-3</c:v>
                </c:pt>
                <c:pt idx="181">
                  <c:v>2.0959706128579419E-3</c:v>
                </c:pt>
                <c:pt idx="182">
                  <c:v>1.8397261808242775E-3</c:v>
                </c:pt>
                <c:pt idx="183">
                  <c:v>1.6122274719771231E-3</c:v>
                </c:pt>
                <c:pt idx="184">
                  <c:v>1.4106022569413824E-3</c:v>
                </c:pt>
                <c:pt idx="185">
                  <c:v>1.2322191684730175E-3</c:v>
                </c:pt>
                <c:pt idx="186">
                  <c:v>1.0746733401537337E-3</c:v>
                </c:pt>
                <c:pt idx="187">
                  <c:v>9.3577215692747804E-4</c:v>
                </c:pt>
                <c:pt idx="188">
                  <c:v>8.1352123108180689E-4</c:v>
                </c:pt>
                <c:pt idx="189">
                  <c:v>7.0611070048803501E-4</c:v>
                </c:pt>
                <c:pt idx="190">
                  <c:v>6.1190193011377092E-4</c:v>
                </c:pt>
                <c:pt idx="191">
                  <c:v>5.2941468309493378E-4</c:v>
                </c:pt>
                <c:pt idx="192">
                  <c:v>4.5731481405985762E-4</c:v>
                </c:pt>
                <c:pt idx="193">
                  <c:v>3.9440252496915693E-4</c:v>
                </c:pt>
                <c:pt idx="194">
                  <c:v>3.3960121248365478E-4</c:v>
                </c:pt>
                <c:pt idx="195">
                  <c:v>2.9194692579146027E-4</c:v>
                </c:pt>
                <c:pt idx="196">
                  <c:v>2.5057844489086075E-4</c:v>
                </c:pt>
                <c:pt idx="197">
                  <c:v>2.1472798150036704E-4</c:v>
                </c:pt>
                <c:pt idx="198">
                  <c:v>1.8371249800245711E-4</c:v>
                </c:pt>
                <c:pt idx="199">
                  <c:v>1.5692563406553226E-4</c:v>
                </c:pt>
                <c:pt idx="200">
                  <c:v>1.3383022576488537E-4</c:v>
                </c:pt>
              </c:numCache>
            </c:numRef>
          </c:val>
          <c:smooth val="1"/>
        </c:ser>
        <c:ser>
          <c:idx val="4"/>
          <c:order val="3"/>
          <c:spPr>
            <a:ln w="28575">
              <a:noFill/>
            </a:ln>
          </c:spPr>
          <c:marker>
            <c:symbol val="plus"/>
            <c:size val="5"/>
            <c:spPr>
              <a:noFill/>
              <a:ln>
                <a:solidFill>
                  <a:srgbClr val="000000"/>
                </a:solidFill>
                <a:prstDash val="solid"/>
              </a:ln>
            </c:spPr>
          </c:marker>
          <c:dLbls>
            <c:dLbl>
              <c:idx val="42"/>
              <c:layout/>
              <c:tx>
                <c:rich>
                  <a:bodyPr/>
                  <a:lstStyle/>
                  <a:p>
                    <a:r>
                      <a:rPr lang="en-US"/>
                      <a:t>-2.33</a:t>
                    </a:r>
                  </a:p>
                </c:rich>
              </c:tx>
              <c:dLblPos val="b"/>
              <c:showLegendKey val="0"/>
              <c:showVal val="0"/>
              <c:showCatName val="1"/>
              <c:showSerName val="0"/>
              <c:showPercent val="0"/>
              <c:showBubbleSize val="0"/>
            </c:dLbl>
            <c:dLbl>
              <c:idx val="59"/>
              <c:layout/>
              <c:tx>
                <c:rich>
                  <a:bodyPr/>
                  <a:lstStyle/>
                  <a:p>
                    <a:r>
                      <a:rPr lang="en-US"/>
                      <a:t>-1.645</a:t>
                    </a:r>
                  </a:p>
                </c:rich>
              </c:tx>
              <c:dLblPos val="b"/>
              <c:showLegendKey val="0"/>
              <c:showVal val="0"/>
              <c:showCatName val="1"/>
              <c:showSerName val="0"/>
              <c:showPercent val="0"/>
              <c:showBubbleSize val="0"/>
            </c:dLbl>
            <c:dLbl>
              <c:idx val="141"/>
              <c:layout/>
              <c:tx>
                <c:rich>
                  <a:bodyPr/>
                  <a:lstStyle/>
                  <a:p>
                    <a:r>
                      <a:rPr lang="en-US"/>
                      <a:t>1.645</a:t>
                    </a:r>
                  </a:p>
                </c:rich>
              </c:tx>
              <c:dLblPos val="b"/>
              <c:showLegendKey val="0"/>
              <c:showVal val="0"/>
              <c:showCatName val="1"/>
              <c:showSerName val="0"/>
              <c:showPercent val="0"/>
              <c:showBubbleSize val="0"/>
            </c:dLbl>
            <c:dLbl>
              <c:idx val="158"/>
              <c:layout/>
              <c:tx>
                <c:rich>
                  <a:bodyPr/>
                  <a:lstStyle/>
                  <a:p>
                    <a:r>
                      <a:rPr lang="en-US"/>
                      <a:t>2.33</a:t>
                    </a:r>
                  </a:p>
                </c:rich>
              </c:tx>
              <c:dLblPos val="b"/>
              <c:showLegendKey val="0"/>
              <c:showVal val="0"/>
              <c:showCatName val="1"/>
              <c:showSerName val="0"/>
              <c:showPercent val="0"/>
              <c:showBubbleSize val="0"/>
            </c:dLbl>
            <c:txPr>
              <a:bodyPr rot="0" vert="horz"/>
              <a:lstStyle/>
              <a:p>
                <a:pPr algn="ctr">
                  <a:defRPr sz="1100" b="1"/>
                </a:pPr>
                <a:endParaRPr lang="en-US"/>
              </a:p>
            </c:txPr>
            <c:dLblPos val="b"/>
            <c:showLegendKey val="0"/>
            <c:showVal val="0"/>
            <c:showCatName val="1"/>
            <c:showSerName val="0"/>
            <c:showPercent val="0"/>
            <c:showBubbleSize val="0"/>
            <c:showLeaderLines val="0"/>
          </c:dLbls>
          <c:cat>
            <c:strRef>
              <c:f>Normal!$O$2:$O$202</c:f>
              <c:strCache>
                <c:ptCount val="201"/>
                <c:pt idx="0">
                  <c:v>-4</c:v>
                </c:pt>
                <c:pt idx="59">
                  <c:v>-1.645</c:v>
                </c:pt>
                <c:pt idx="100">
                  <c:v>0</c:v>
                </c:pt>
                <c:pt idx="141">
                  <c:v>1.645</c:v>
                </c:pt>
                <c:pt idx="200">
                  <c:v>4</c:v>
                </c:pt>
              </c:strCache>
            </c:strRef>
          </c:cat>
          <c:val>
            <c:numRef>
              <c:f>Normal!$P$2:$P$202</c:f>
              <c:numCache>
                <c:formatCode>General</c:formatCode>
                <c:ptCount val="201"/>
                <c:pt idx="0">
                  <c:v>0</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0</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0</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0</c:v>
                </c:pt>
                <c:pt idx="142">
                  <c:v>#N/A</c:v>
                </c:pt>
                <c:pt idx="143">
                  <c:v>#N/A</c:v>
                </c:pt>
                <c:pt idx="144">
                  <c:v>#N/A</c:v>
                </c:pt>
                <c:pt idx="145">
                  <c:v>#N/A</c:v>
                </c:pt>
                <c:pt idx="146">
                  <c:v>#N/A</c:v>
                </c:pt>
                <c:pt idx="147">
                  <c:v>#N/A</c:v>
                </c:pt>
                <c:pt idx="148">
                  <c:v>#N/A</c:v>
                </c:pt>
                <c:pt idx="149">
                  <c:v>#N/A</c:v>
                </c:pt>
                <c:pt idx="150">
                  <c:v>#N/A</c:v>
                </c:pt>
                <c:pt idx="151">
                  <c:v>#N/A</c:v>
                </c:pt>
                <c:pt idx="152">
                  <c:v>#N/A</c:v>
                </c:pt>
                <c:pt idx="153">
                  <c:v>#N/A</c:v>
                </c:pt>
                <c:pt idx="154">
                  <c:v>#N/A</c:v>
                </c:pt>
                <c:pt idx="155">
                  <c:v>#N/A</c:v>
                </c:pt>
                <c:pt idx="156">
                  <c:v>#N/A</c:v>
                </c:pt>
                <c:pt idx="157">
                  <c:v>#N/A</c:v>
                </c:pt>
                <c:pt idx="158">
                  <c:v>#N/A</c:v>
                </c:pt>
                <c:pt idx="159">
                  <c:v>#N/A</c:v>
                </c:pt>
                <c:pt idx="160">
                  <c:v>#N/A</c:v>
                </c:pt>
                <c:pt idx="161">
                  <c:v>#N/A</c:v>
                </c:pt>
                <c:pt idx="162">
                  <c:v>#N/A</c:v>
                </c:pt>
                <c:pt idx="163">
                  <c:v>#N/A</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0</c:v>
                </c:pt>
              </c:numCache>
            </c:numRef>
          </c:val>
          <c:smooth val="0"/>
        </c:ser>
        <c:dLbls>
          <c:showLegendKey val="0"/>
          <c:showVal val="0"/>
          <c:showCatName val="0"/>
          <c:showSerName val="0"/>
          <c:showPercent val="0"/>
          <c:showBubbleSize val="0"/>
        </c:dLbls>
        <c:marker val="1"/>
        <c:smooth val="0"/>
        <c:axId val="84528512"/>
        <c:axId val="84538496"/>
      </c:lineChart>
      <c:catAx>
        <c:axId val="84528512"/>
        <c:scaling>
          <c:orientation val="minMax"/>
        </c:scaling>
        <c:delete val="0"/>
        <c:axPos val="b"/>
        <c:numFmt formatCode="General" sourceLinked="1"/>
        <c:majorTickMark val="none"/>
        <c:minorTickMark val="none"/>
        <c:tickLblPos val="none"/>
        <c:spPr>
          <a:ln w="3175">
            <a:solidFill>
              <a:srgbClr val="000000"/>
            </a:solidFill>
            <a:prstDash val="solid"/>
          </a:ln>
        </c:spPr>
        <c:txPr>
          <a:bodyPr rot="0" vert="horz"/>
          <a:lstStyle/>
          <a:p>
            <a:pPr>
              <a:defRPr sz="800" b="0" i="0" u="none" strike="noStrike" baseline="0">
                <a:solidFill>
                  <a:srgbClr val="000000"/>
                </a:solidFill>
                <a:latin typeface="Arial"/>
                <a:ea typeface="Arial"/>
                <a:cs typeface="Arial"/>
              </a:defRPr>
            </a:pPr>
            <a:endParaRPr lang="en-US"/>
          </a:p>
        </c:txPr>
        <c:crossAx val="84538496"/>
        <c:crosses val="autoZero"/>
        <c:auto val="0"/>
        <c:lblAlgn val="ctr"/>
        <c:lblOffset val="100"/>
        <c:tickLblSkip val="20"/>
        <c:tickMarkSkip val="20"/>
        <c:noMultiLvlLbl val="0"/>
      </c:catAx>
      <c:valAx>
        <c:axId val="84538496"/>
        <c:scaling>
          <c:orientation val="minMax"/>
          <c:min val="0"/>
        </c:scaling>
        <c:delete val="0"/>
        <c:axPos val="l"/>
        <c:numFmt formatCode="General" sourceLinked="1"/>
        <c:majorTickMark val="out"/>
        <c:minorTickMark val="none"/>
        <c:tickLblPos val="nextTo"/>
        <c:spPr>
          <a:ln w="3175">
            <a:solidFill>
              <a:srgbClr val="000000"/>
            </a:solidFill>
            <a:prstDash val="solid"/>
          </a:ln>
        </c:spPr>
        <c:txPr>
          <a:bodyPr rot="0" vert="horz"/>
          <a:lstStyle/>
          <a:p>
            <a:pPr>
              <a:defRPr sz="800" b="0" i="0" u="none" strike="noStrike" baseline="0">
                <a:solidFill>
                  <a:srgbClr val="000000"/>
                </a:solidFill>
                <a:latin typeface="Arial"/>
                <a:ea typeface="Arial"/>
                <a:cs typeface="Arial"/>
              </a:defRPr>
            </a:pPr>
            <a:endParaRPr lang="en-US"/>
          </a:p>
        </c:txPr>
        <c:crossAx val="84528512"/>
        <c:crosses val="autoZero"/>
        <c:crossBetween val="between"/>
      </c:valAx>
      <c:spPr>
        <a:noFill/>
        <a:ln w="25400">
          <a:noFill/>
        </a:ln>
      </c:spPr>
    </c:plotArea>
    <c:plotVisOnly val="1"/>
    <c:dispBlanksAs val="gap"/>
    <c:showDLblsOverMax val="0"/>
  </c:chart>
  <c:spPr>
    <a:solidFill>
      <a:srgbClr val="FFFFFF"/>
    </a:solidFill>
    <a:ln w="9525">
      <a:noFill/>
    </a:ln>
  </c:spPr>
  <c:txPr>
    <a:bodyPr/>
    <a:lstStyle/>
    <a:p>
      <a:pPr>
        <a:defRPr sz="1000" b="0" i="0" u="none" strike="noStrike" baseline="0">
          <a:solidFill>
            <a:srgbClr val="000000"/>
          </a:solidFill>
          <a:latin typeface="Arial"/>
          <a:ea typeface="Arial"/>
          <a:cs typeface="Arial"/>
        </a:defRPr>
      </a:pPr>
      <a:endParaRPr lang="en-US"/>
    </a:p>
  </c:txPr>
  <c:externalData r:id="rId1">
    <c:autoUpdate val="0"/>
  </c:externalData>
  <c:userShapes r:id="rId2"/>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strRef>
          <c:f>Normal!$J$11</c:f>
          <c:strCache>
            <c:ptCount val="1"/>
          </c:strCache>
        </c:strRef>
      </c:tx>
      <c:layout>
        <c:manualLayout>
          <c:xMode val="edge"/>
          <c:yMode val="edge"/>
          <c:x val="0.3770053475935829"/>
          <c:y val="4.2553191489361701E-2"/>
        </c:manualLayout>
      </c:layout>
      <c:overlay val="0"/>
      <c:spPr>
        <a:noFill/>
        <a:ln w="25400">
          <a:noFill/>
        </a:ln>
      </c:spPr>
      <c:txPr>
        <a:bodyPr/>
        <a:lstStyle/>
        <a:p>
          <a:pPr>
            <a:defRPr sz="800" b="0" i="0" u="none" strike="noStrike" baseline="0">
              <a:solidFill>
                <a:srgbClr val="800080"/>
              </a:solidFill>
              <a:latin typeface="Arial"/>
              <a:ea typeface="Arial"/>
              <a:cs typeface="Arial"/>
            </a:defRPr>
          </a:pPr>
          <a:endParaRPr lang="en-US"/>
        </a:p>
      </c:txPr>
    </c:title>
    <c:autoTitleDeleted val="0"/>
    <c:plotArea>
      <c:layout>
        <c:manualLayout>
          <c:layoutTarget val="inner"/>
          <c:xMode val="edge"/>
          <c:yMode val="edge"/>
          <c:x val="0.12923351158645277"/>
          <c:y val="0.15319193611436868"/>
          <c:w val="0.78253119429590012"/>
          <c:h val="0.61276723064999716"/>
        </c:manualLayout>
      </c:layout>
      <c:barChart>
        <c:barDir val="col"/>
        <c:grouping val="clustered"/>
        <c:varyColors val="0"/>
        <c:ser>
          <c:idx val="1"/>
          <c:order val="0"/>
          <c:spPr>
            <a:solidFill>
              <a:srgbClr val="800080"/>
            </a:solidFill>
            <a:ln w="25400">
              <a:noFill/>
            </a:ln>
          </c:spPr>
          <c:invertIfNegative val="0"/>
          <c:cat>
            <c:strRef>
              <c:f>Normal!$O$2:$O$202</c:f>
              <c:strCache>
                <c:ptCount val="201"/>
                <c:pt idx="0">
                  <c:v>-4</c:v>
                </c:pt>
                <c:pt idx="51">
                  <c:v>-1.96</c:v>
                </c:pt>
                <c:pt idx="100">
                  <c:v>0</c:v>
                </c:pt>
                <c:pt idx="149">
                  <c:v>1.96</c:v>
                </c:pt>
                <c:pt idx="200">
                  <c:v>4</c:v>
                </c:pt>
              </c:strCache>
            </c:strRef>
          </c:cat>
          <c:val>
            <c:numRef>
              <c:f>Normal!$M$2:$M$202</c:f>
              <c:numCache>
                <c:formatCode>General</c:formatCode>
                <c:ptCount val="201"/>
                <c:pt idx="0">
                  <c:v>1.3383022576488537E-4</c:v>
                </c:pt>
                <c:pt idx="1">
                  <c:v>1.5692563406553226E-4</c:v>
                </c:pt>
                <c:pt idx="2">
                  <c:v>1.8371249800245711E-4</c:v>
                </c:pt>
                <c:pt idx="3">
                  <c:v>2.1472798150036704E-4</c:v>
                </c:pt>
                <c:pt idx="4">
                  <c:v>2.5057844489086075E-4</c:v>
                </c:pt>
                <c:pt idx="5">
                  <c:v>2.9194692579146027E-4</c:v>
                </c:pt>
                <c:pt idx="6">
                  <c:v>3.3960121248365478E-4</c:v>
                </c:pt>
                <c:pt idx="7">
                  <c:v>3.9440252496915693E-4</c:v>
                </c:pt>
                <c:pt idx="8">
                  <c:v>4.5731481405985675E-4</c:v>
                </c:pt>
                <c:pt idx="9">
                  <c:v>5.2941468309493475E-4</c:v>
                </c:pt>
                <c:pt idx="10">
                  <c:v>6.119019301137719E-4</c:v>
                </c:pt>
                <c:pt idx="11">
                  <c:v>7.061107004880362E-4</c:v>
                </c:pt>
                <c:pt idx="12">
                  <c:v>8.1352123108180841E-4</c:v>
                </c:pt>
                <c:pt idx="13">
                  <c:v>9.3577215692747977E-4</c:v>
                </c:pt>
                <c:pt idx="14">
                  <c:v>1.0746733401537356E-3</c:v>
                </c:pt>
                <c:pt idx="15">
                  <c:v>1.2322191684730199E-3</c:v>
                </c:pt>
                <c:pt idx="16">
                  <c:v>1.4106022569413848E-3</c:v>
                </c:pt>
                <c:pt idx="17">
                  <c:v>1.6122274719771244E-3</c:v>
                </c:pt>
                <c:pt idx="18">
                  <c:v>1.8397261808242775E-3</c:v>
                </c:pt>
                <c:pt idx="19">
                  <c:v>2.0959706128579419E-3</c:v>
                </c:pt>
                <c:pt idx="20">
                  <c:v>2.3840882014648404E-3</c:v>
                </c:pt>
                <c:pt idx="21">
                  <c:v>2.7074757568406999E-3</c:v>
                </c:pt>
                <c:pt idx="22">
                  <c:v>3.0698133011047403E-3</c:v>
                </c:pt>
                <c:pt idx="23">
                  <c:v>3.4750773778549375E-3</c:v>
                </c:pt>
                <c:pt idx="24">
                  <c:v>3.9275536289247789E-3</c:v>
                </c:pt>
                <c:pt idx="25">
                  <c:v>4.4318484119380075E-3</c:v>
                </c:pt>
                <c:pt idx="26">
                  <c:v>4.9928992136123763E-3</c:v>
                </c:pt>
                <c:pt idx="27">
                  <c:v>5.615983595990969E-3</c:v>
                </c:pt>
                <c:pt idx="28">
                  <c:v>6.3067263962659275E-3</c:v>
                </c:pt>
                <c:pt idx="29">
                  <c:v>7.0711048860194487E-3</c:v>
                </c:pt>
                <c:pt idx="30">
                  <c:v>7.9154515829799686E-3</c:v>
                </c:pt>
                <c:pt idx="31">
                  <c:v>8.8464543982372315E-3</c:v>
                </c:pt>
                <c:pt idx="32">
                  <c:v>9.8711537947511439E-3</c:v>
                </c:pt>
                <c:pt idx="33">
                  <c:v>1.0996936629405587E-2</c:v>
                </c:pt>
                <c:pt idx="34">
                  <c:v>1.2231526351277987E-2</c:v>
                </c:pt>
                <c:pt idx="35">
                  <c:v>1.3582969233685634E-2</c:v>
                </c:pt>
                <c:pt idx="36">
                  <c:v>1.5059616327377449E-2</c:v>
                </c:pt>
                <c:pt idx="37">
                  <c:v>1.6670100837381057E-2</c:v>
                </c:pt>
                <c:pt idx="38">
                  <c:v>1.8423310646862048E-2</c:v>
                </c:pt>
                <c:pt idx="39">
                  <c:v>2.0328355738225837E-2</c:v>
                </c:pt>
                <c:pt idx="40">
                  <c:v>2.2394530294842899E-2</c:v>
                </c:pt>
                <c:pt idx="41">
                  <c:v>2.4631269306382507E-2</c:v>
                </c:pt>
                <c:pt idx="42">
                  <c:v>2.7048099546881761E-2</c:v>
                </c:pt>
                <c:pt idx="43">
                  <c:v>2.965458484734125E-2</c:v>
                </c:pt>
                <c:pt idx="44">
                  <c:v>3.2460265643697445E-2</c:v>
                </c:pt>
                <c:pt idx="45">
                  <c:v>3.5474592846231424E-2</c:v>
                </c:pt>
                <c:pt idx="46">
                  <c:v>3.8706856147455608E-2</c:v>
                </c:pt>
                <c:pt idx="47">
                  <c:v>4.2166106961770311E-2</c:v>
                </c:pt>
                <c:pt idx="48">
                  <c:v>4.5861076271054887E-2</c:v>
                </c:pt>
                <c:pt idx="49">
                  <c:v>4.9800087735070775E-2</c:v>
                </c:pt>
                <c:pt idx="50">
                  <c:v>5.3990966513188063E-2</c:v>
                </c:pt>
                <c:pt idx="51">
                  <c:v>5.8440944333451469E-2</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#N/A</c:v>
                </c:pt>
                <c:pt idx="143">
                  <c:v>#N/A</c:v>
                </c:pt>
                <c:pt idx="144">
                  <c:v>#N/A</c:v>
                </c:pt>
                <c:pt idx="145">
                  <c:v>#N/A</c:v>
                </c:pt>
                <c:pt idx="146">
                  <c:v>#N/A</c:v>
                </c:pt>
                <c:pt idx="147">
                  <c:v>#N/A</c:v>
                </c:pt>
                <c:pt idx="148">
                  <c:v>#N/A</c:v>
                </c:pt>
                <c:pt idx="149">
                  <c:v>#N/A</c:v>
                </c:pt>
                <c:pt idx="150">
                  <c:v>#N/A</c:v>
                </c:pt>
                <c:pt idx="151">
                  <c:v>#N/A</c:v>
                </c:pt>
                <c:pt idx="152">
                  <c:v>#N/A</c:v>
                </c:pt>
                <c:pt idx="153">
                  <c:v>#N/A</c:v>
                </c:pt>
                <c:pt idx="154">
                  <c:v>#N/A</c:v>
                </c:pt>
                <c:pt idx="155">
                  <c:v>#N/A</c:v>
                </c:pt>
                <c:pt idx="156">
                  <c:v>#N/A</c:v>
                </c:pt>
                <c:pt idx="157">
                  <c:v>#N/A</c:v>
                </c:pt>
                <c:pt idx="158">
                  <c:v>#N/A</c:v>
                </c:pt>
                <c:pt idx="159">
                  <c:v>#N/A</c:v>
                </c:pt>
                <c:pt idx="160">
                  <c:v>#N/A</c:v>
                </c:pt>
                <c:pt idx="161">
                  <c:v>#N/A</c:v>
                </c:pt>
                <c:pt idx="162">
                  <c:v>#N/A</c:v>
                </c:pt>
                <c:pt idx="163">
                  <c:v>#N/A</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#N/A</c:v>
                </c:pt>
              </c:numCache>
            </c:numRef>
          </c:val>
        </c:ser>
        <c:ser>
          <c:idx val="2"/>
          <c:order val="1"/>
          <c:spPr>
            <a:solidFill>
              <a:srgbClr val="800080"/>
            </a:solidFill>
            <a:ln w="25400">
              <a:noFill/>
            </a:ln>
          </c:spPr>
          <c:invertIfNegative val="0"/>
          <c:cat>
            <c:numRef>
              <c:f>Normal!$K$2:$K$202</c:f>
              <c:numCache>
                <c:formatCode>General</c:formatCode>
                <c:ptCount val="201"/>
                <c:pt idx="0">
                  <c:v>-4</c:v>
                </c:pt>
                <c:pt idx="1">
                  <c:v>-3.96</c:v>
                </c:pt>
                <c:pt idx="2">
                  <c:v>-3.92</c:v>
                </c:pt>
                <c:pt idx="3">
                  <c:v>-3.88</c:v>
                </c:pt>
                <c:pt idx="4">
                  <c:v>-3.84</c:v>
                </c:pt>
                <c:pt idx="5">
                  <c:v>-3.8</c:v>
                </c:pt>
                <c:pt idx="6">
                  <c:v>-3.76</c:v>
                </c:pt>
                <c:pt idx="7">
                  <c:v>-3.7199999999999998</c:v>
                </c:pt>
                <c:pt idx="8">
                  <c:v>-3.68</c:v>
                </c:pt>
                <c:pt idx="9">
                  <c:v>-3.64</c:v>
                </c:pt>
                <c:pt idx="10">
                  <c:v>-3.6</c:v>
                </c:pt>
                <c:pt idx="11">
                  <c:v>-3.56</c:v>
                </c:pt>
                <c:pt idx="12">
                  <c:v>-3.52</c:v>
                </c:pt>
                <c:pt idx="13">
                  <c:v>-3.48</c:v>
                </c:pt>
                <c:pt idx="14">
                  <c:v>-3.44</c:v>
                </c:pt>
                <c:pt idx="15">
                  <c:v>-3.4</c:v>
                </c:pt>
                <c:pt idx="16">
                  <c:v>-3.36</c:v>
                </c:pt>
                <c:pt idx="17">
                  <c:v>-3.32</c:v>
                </c:pt>
                <c:pt idx="18">
                  <c:v>-3.2800000000000002</c:v>
                </c:pt>
                <c:pt idx="19">
                  <c:v>-3.24</c:v>
                </c:pt>
                <c:pt idx="20">
                  <c:v>-3.2</c:v>
                </c:pt>
                <c:pt idx="21">
                  <c:v>-3.16</c:v>
                </c:pt>
                <c:pt idx="22">
                  <c:v>-3.12</c:v>
                </c:pt>
                <c:pt idx="23">
                  <c:v>-3.08</c:v>
                </c:pt>
                <c:pt idx="24">
                  <c:v>-3.04</c:v>
                </c:pt>
                <c:pt idx="25">
                  <c:v>-3</c:v>
                </c:pt>
                <c:pt idx="26">
                  <c:v>-2.96</c:v>
                </c:pt>
                <c:pt idx="27">
                  <c:v>-2.92</c:v>
                </c:pt>
                <c:pt idx="28">
                  <c:v>-2.88</c:v>
                </c:pt>
                <c:pt idx="29">
                  <c:v>-2.84</c:v>
                </c:pt>
                <c:pt idx="30">
                  <c:v>-2.8</c:v>
                </c:pt>
                <c:pt idx="31">
                  <c:v>-2.76</c:v>
                </c:pt>
                <c:pt idx="32">
                  <c:v>-2.7199999999999998</c:v>
                </c:pt>
                <c:pt idx="33">
                  <c:v>-2.6799999999999997</c:v>
                </c:pt>
                <c:pt idx="34">
                  <c:v>-2.6399999999999997</c:v>
                </c:pt>
                <c:pt idx="35">
                  <c:v>-2.5999999999999996</c:v>
                </c:pt>
                <c:pt idx="36">
                  <c:v>-2.56</c:v>
                </c:pt>
                <c:pt idx="37">
                  <c:v>-2.52</c:v>
                </c:pt>
                <c:pt idx="38">
                  <c:v>-2.48</c:v>
                </c:pt>
                <c:pt idx="39">
                  <c:v>-2.44</c:v>
                </c:pt>
                <c:pt idx="40">
                  <c:v>-2.4</c:v>
                </c:pt>
                <c:pt idx="41">
                  <c:v>-2.36</c:v>
                </c:pt>
                <c:pt idx="42">
                  <c:v>-2.3200000000000003</c:v>
                </c:pt>
                <c:pt idx="43">
                  <c:v>-2.2800000000000002</c:v>
                </c:pt>
                <c:pt idx="44">
                  <c:v>-2.2400000000000002</c:v>
                </c:pt>
                <c:pt idx="45">
                  <c:v>-2.2000000000000002</c:v>
                </c:pt>
                <c:pt idx="46">
                  <c:v>-2.16</c:v>
                </c:pt>
                <c:pt idx="47">
                  <c:v>-2.12</c:v>
                </c:pt>
                <c:pt idx="48">
                  <c:v>-2.08</c:v>
                </c:pt>
                <c:pt idx="49">
                  <c:v>-2.04</c:v>
                </c:pt>
                <c:pt idx="50">
                  <c:v>-2</c:v>
                </c:pt>
                <c:pt idx="51">
                  <c:v>-1.96</c:v>
                </c:pt>
                <c:pt idx="52">
                  <c:v>-1.92</c:v>
                </c:pt>
                <c:pt idx="53">
                  <c:v>-1.88</c:v>
                </c:pt>
                <c:pt idx="54">
                  <c:v>-1.8399999999999999</c:v>
                </c:pt>
                <c:pt idx="55">
                  <c:v>-1.7999999999999998</c:v>
                </c:pt>
                <c:pt idx="56">
                  <c:v>-1.7599999999999998</c:v>
                </c:pt>
                <c:pt idx="57">
                  <c:v>-1.7199999999999998</c:v>
                </c:pt>
                <c:pt idx="58">
                  <c:v>-1.6800000000000002</c:v>
                </c:pt>
                <c:pt idx="59">
                  <c:v>-1.6400000000000001</c:v>
                </c:pt>
                <c:pt idx="60">
                  <c:v>-1.6</c:v>
                </c:pt>
                <c:pt idx="61">
                  <c:v>-1.56</c:v>
                </c:pt>
                <c:pt idx="62">
                  <c:v>-1.52</c:v>
                </c:pt>
                <c:pt idx="63">
                  <c:v>-1.48</c:v>
                </c:pt>
                <c:pt idx="64">
                  <c:v>-1.44</c:v>
                </c:pt>
                <c:pt idx="65">
                  <c:v>-1.4</c:v>
                </c:pt>
                <c:pt idx="66">
                  <c:v>-1.3599999999999999</c:v>
                </c:pt>
                <c:pt idx="67">
                  <c:v>-1.3199999999999998</c:v>
                </c:pt>
                <c:pt idx="68">
                  <c:v>-1.2799999999999998</c:v>
                </c:pt>
                <c:pt idx="69">
                  <c:v>-1.2399999999999998</c:v>
                </c:pt>
                <c:pt idx="70">
                  <c:v>-1.1999999999999997</c:v>
                </c:pt>
                <c:pt idx="71">
                  <c:v>-1.1600000000000001</c:v>
                </c:pt>
                <c:pt idx="72">
                  <c:v>-1.1200000000000001</c:v>
                </c:pt>
                <c:pt idx="73">
                  <c:v>-1.08</c:v>
                </c:pt>
                <c:pt idx="74">
                  <c:v>-1.04</c:v>
                </c:pt>
                <c:pt idx="75">
                  <c:v>-1</c:v>
                </c:pt>
                <c:pt idx="76">
                  <c:v>-0.96</c:v>
                </c:pt>
                <c:pt idx="77">
                  <c:v>-0.91999999999999993</c:v>
                </c:pt>
                <c:pt idx="78">
                  <c:v>-0.87999999999999989</c:v>
                </c:pt>
                <c:pt idx="79">
                  <c:v>-0.83999999999999986</c:v>
                </c:pt>
                <c:pt idx="80">
                  <c:v>-0.79999999999999982</c:v>
                </c:pt>
                <c:pt idx="81">
                  <c:v>-0.75999999999999979</c:v>
                </c:pt>
                <c:pt idx="82">
                  <c:v>-0.71999999999999975</c:v>
                </c:pt>
                <c:pt idx="83">
                  <c:v>-0.67999999999999972</c:v>
                </c:pt>
                <c:pt idx="84">
                  <c:v>-0.64000000000000012</c:v>
                </c:pt>
                <c:pt idx="85">
                  <c:v>-0.60000000000000009</c:v>
                </c:pt>
                <c:pt idx="86">
                  <c:v>-0.56000000000000005</c:v>
                </c:pt>
                <c:pt idx="87">
                  <c:v>-0.52</c:v>
                </c:pt>
                <c:pt idx="88">
                  <c:v>-0.48</c:v>
                </c:pt>
                <c:pt idx="89">
                  <c:v>-0.43999999999999995</c:v>
                </c:pt>
                <c:pt idx="90">
                  <c:v>-0.39999999999999991</c:v>
                </c:pt>
                <c:pt idx="91">
                  <c:v>-0.35999999999999988</c:v>
                </c:pt>
                <c:pt idx="92">
                  <c:v>-0.31999999999999984</c:v>
                </c:pt>
                <c:pt idx="93">
                  <c:v>-0.2799999999999998</c:v>
                </c:pt>
                <c:pt idx="94">
                  <c:v>-0.23999999999999977</c:v>
                </c:pt>
                <c:pt idx="95">
                  <c:v>-0.19999999999999973</c:v>
                </c:pt>
                <c:pt idx="96">
                  <c:v>-0.16000000000000014</c:v>
                </c:pt>
                <c:pt idx="97">
                  <c:v>-0.12000000000000011</c:v>
                </c:pt>
                <c:pt idx="98">
                  <c:v>-8.0000000000000071E-2</c:v>
                </c:pt>
                <c:pt idx="99">
                  <c:v>-4.0000000000000036E-2</c:v>
                </c:pt>
                <c:pt idx="100">
                  <c:v>0</c:v>
                </c:pt>
                <c:pt idx="101">
                  <c:v>4.0000000000000036E-2</c:v>
                </c:pt>
                <c:pt idx="102">
                  <c:v>8.0000000000000071E-2</c:v>
                </c:pt>
                <c:pt idx="103">
                  <c:v>0.12000000000000011</c:v>
                </c:pt>
                <c:pt idx="104">
                  <c:v>0.16000000000000014</c:v>
                </c:pt>
                <c:pt idx="105">
                  <c:v>0.20000000000000018</c:v>
                </c:pt>
                <c:pt idx="106">
                  <c:v>0.24000000000000021</c:v>
                </c:pt>
                <c:pt idx="107">
                  <c:v>0.28000000000000025</c:v>
                </c:pt>
                <c:pt idx="108">
                  <c:v>0.32000000000000028</c:v>
                </c:pt>
                <c:pt idx="109">
                  <c:v>0.36000000000000032</c:v>
                </c:pt>
                <c:pt idx="110">
                  <c:v>0.40000000000000036</c:v>
                </c:pt>
                <c:pt idx="111">
                  <c:v>0.44000000000000039</c:v>
                </c:pt>
                <c:pt idx="112">
                  <c:v>0.48000000000000043</c:v>
                </c:pt>
                <c:pt idx="113">
                  <c:v>0.52000000000000046</c:v>
                </c:pt>
                <c:pt idx="114">
                  <c:v>0.5600000000000005</c:v>
                </c:pt>
                <c:pt idx="115">
                  <c:v>0.60000000000000053</c:v>
                </c:pt>
                <c:pt idx="116">
                  <c:v>0.63999999999999968</c:v>
                </c:pt>
                <c:pt idx="117">
                  <c:v>0.67999999999999972</c:v>
                </c:pt>
                <c:pt idx="118">
                  <c:v>0.71999999999999975</c:v>
                </c:pt>
                <c:pt idx="119">
                  <c:v>0.75999999999999979</c:v>
                </c:pt>
                <c:pt idx="120">
                  <c:v>0.79999999999999982</c:v>
                </c:pt>
                <c:pt idx="121">
                  <c:v>0.83999999999999986</c:v>
                </c:pt>
                <c:pt idx="122">
                  <c:v>0.87999999999999989</c:v>
                </c:pt>
                <c:pt idx="123">
                  <c:v>0.91999999999999993</c:v>
                </c:pt>
                <c:pt idx="124">
                  <c:v>0.96</c:v>
                </c:pt>
                <c:pt idx="125">
                  <c:v>1</c:v>
                </c:pt>
                <c:pt idx="126">
                  <c:v>1.04</c:v>
                </c:pt>
                <c:pt idx="127">
                  <c:v>1.08</c:v>
                </c:pt>
                <c:pt idx="128">
                  <c:v>1.1200000000000001</c:v>
                </c:pt>
                <c:pt idx="129">
                  <c:v>1.1600000000000001</c:v>
                </c:pt>
                <c:pt idx="130">
                  <c:v>1.2000000000000002</c:v>
                </c:pt>
                <c:pt idx="131">
                  <c:v>1.2400000000000002</c:v>
                </c:pt>
                <c:pt idx="132">
                  <c:v>1.2800000000000002</c:v>
                </c:pt>
                <c:pt idx="133">
                  <c:v>1.3200000000000003</c:v>
                </c:pt>
                <c:pt idx="134">
                  <c:v>1.3600000000000003</c:v>
                </c:pt>
                <c:pt idx="135">
                  <c:v>1.4000000000000004</c:v>
                </c:pt>
                <c:pt idx="136">
                  <c:v>1.4400000000000004</c:v>
                </c:pt>
                <c:pt idx="137">
                  <c:v>1.4800000000000004</c:v>
                </c:pt>
                <c:pt idx="138">
                  <c:v>1.5200000000000005</c:v>
                </c:pt>
                <c:pt idx="139">
                  <c:v>1.5600000000000005</c:v>
                </c:pt>
                <c:pt idx="140">
                  <c:v>1.6000000000000005</c:v>
                </c:pt>
                <c:pt idx="141">
                  <c:v>1.6399999999999997</c:v>
                </c:pt>
                <c:pt idx="142">
                  <c:v>1.6799999999999997</c:v>
                </c:pt>
                <c:pt idx="143">
                  <c:v>1.7199999999999998</c:v>
                </c:pt>
                <c:pt idx="144">
                  <c:v>1.7599999999999998</c:v>
                </c:pt>
                <c:pt idx="145">
                  <c:v>1.7999999999999998</c:v>
                </c:pt>
                <c:pt idx="146">
                  <c:v>1.8399999999999999</c:v>
                </c:pt>
                <c:pt idx="147">
                  <c:v>1.88</c:v>
                </c:pt>
                <c:pt idx="148">
                  <c:v>1.92</c:v>
                </c:pt>
                <c:pt idx="149">
                  <c:v>1.96</c:v>
                </c:pt>
                <c:pt idx="150">
                  <c:v>2</c:v>
                </c:pt>
                <c:pt idx="151">
                  <c:v>2.04</c:v>
                </c:pt>
                <c:pt idx="152">
                  <c:v>2.08</c:v>
                </c:pt>
                <c:pt idx="153">
                  <c:v>2.12</c:v>
                </c:pt>
                <c:pt idx="154">
                  <c:v>2.16</c:v>
                </c:pt>
                <c:pt idx="155">
                  <c:v>2.2000000000000002</c:v>
                </c:pt>
                <c:pt idx="156">
                  <c:v>2.2400000000000002</c:v>
                </c:pt>
                <c:pt idx="157">
                  <c:v>2.2800000000000002</c:v>
                </c:pt>
                <c:pt idx="158">
                  <c:v>2.3200000000000003</c:v>
                </c:pt>
                <c:pt idx="159">
                  <c:v>2.3600000000000003</c:v>
                </c:pt>
                <c:pt idx="160">
                  <c:v>2.4000000000000004</c:v>
                </c:pt>
                <c:pt idx="161">
                  <c:v>2.4400000000000004</c:v>
                </c:pt>
                <c:pt idx="162">
                  <c:v>2.4800000000000004</c:v>
                </c:pt>
                <c:pt idx="163">
                  <c:v>2.5200000000000005</c:v>
                </c:pt>
                <c:pt idx="164">
                  <c:v>2.5600000000000005</c:v>
                </c:pt>
                <c:pt idx="165">
                  <c:v>2.6000000000000005</c:v>
                </c:pt>
                <c:pt idx="166">
                  <c:v>2.6400000000000006</c:v>
                </c:pt>
                <c:pt idx="167">
                  <c:v>2.6799999999999997</c:v>
                </c:pt>
                <c:pt idx="168">
                  <c:v>2.7199999999999998</c:v>
                </c:pt>
                <c:pt idx="169">
                  <c:v>2.76</c:v>
                </c:pt>
                <c:pt idx="170">
                  <c:v>2.8</c:v>
                </c:pt>
                <c:pt idx="171">
                  <c:v>2.84</c:v>
                </c:pt>
                <c:pt idx="172">
                  <c:v>2.88</c:v>
                </c:pt>
                <c:pt idx="173">
                  <c:v>2.92</c:v>
                </c:pt>
                <c:pt idx="174">
                  <c:v>2.96</c:v>
                </c:pt>
                <c:pt idx="175">
                  <c:v>3</c:v>
                </c:pt>
                <c:pt idx="176">
                  <c:v>3.04</c:v>
                </c:pt>
                <c:pt idx="177">
                  <c:v>3.08</c:v>
                </c:pt>
                <c:pt idx="178">
                  <c:v>3.12</c:v>
                </c:pt>
                <c:pt idx="179">
                  <c:v>3.16</c:v>
                </c:pt>
                <c:pt idx="180">
                  <c:v>3.2</c:v>
                </c:pt>
                <c:pt idx="181">
                  <c:v>3.24</c:v>
                </c:pt>
                <c:pt idx="182">
                  <c:v>3.2800000000000002</c:v>
                </c:pt>
                <c:pt idx="183">
                  <c:v>3.3200000000000003</c:v>
                </c:pt>
                <c:pt idx="184">
                  <c:v>3.3600000000000003</c:v>
                </c:pt>
                <c:pt idx="185">
                  <c:v>3.4000000000000004</c:v>
                </c:pt>
                <c:pt idx="186">
                  <c:v>3.4400000000000004</c:v>
                </c:pt>
                <c:pt idx="187">
                  <c:v>3.4800000000000004</c:v>
                </c:pt>
                <c:pt idx="188">
                  <c:v>3.5200000000000005</c:v>
                </c:pt>
                <c:pt idx="189">
                  <c:v>3.5600000000000005</c:v>
                </c:pt>
                <c:pt idx="190">
                  <c:v>3.6000000000000005</c:v>
                </c:pt>
                <c:pt idx="191">
                  <c:v>3.6400000000000006</c:v>
                </c:pt>
                <c:pt idx="192">
                  <c:v>3.6799999999999997</c:v>
                </c:pt>
                <c:pt idx="193">
                  <c:v>3.7199999999999998</c:v>
                </c:pt>
                <c:pt idx="194">
                  <c:v>3.76</c:v>
                </c:pt>
                <c:pt idx="195">
                  <c:v>3.8</c:v>
                </c:pt>
                <c:pt idx="196">
                  <c:v>3.84</c:v>
                </c:pt>
                <c:pt idx="197">
                  <c:v>3.88</c:v>
                </c:pt>
                <c:pt idx="198">
                  <c:v>3.92</c:v>
                </c:pt>
                <c:pt idx="199">
                  <c:v>3.96</c:v>
                </c:pt>
                <c:pt idx="200">
                  <c:v>4</c:v>
                </c:pt>
              </c:numCache>
            </c:numRef>
          </c:cat>
          <c:val>
            <c:numRef>
              <c:f>Normal!$N$2:$N$202</c:f>
              <c:numCache>
                <c:formatCode>General</c:formatCode>
                <c:ptCount val="201"/>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#N/A</c:v>
                </c:pt>
                <c:pt idx="143">
                  <c:v>#N/A</c:v>
                </c:pt>
                <c:pt idx="144">
                  <c:v>#N/A</c:v>
                </c:pt>
                <c:pt idx="145">
                  <c:v>#N/A</c:v>
                </c:pt>
                <c:pt idx="146">
                  <c:v>#N/A</c:v>
                </c:pt>
                <c:pt idx="147">
                  <c:v>#N/A</c:v>
                </c:pt>
                <c:pt idx="148">
                  <c:v>#N/A</c:v>
                </c:pt>
                <c:pt idx="149">
                  <c:v>5.8440944333451469E-2</c:v>
                </c:pt>
                <c:pt idx="150">
                  <c:v>5.3990966513188063E-2</c:v>
                </c:pt>
                <c:pt idx="151">
                  <c:v>4.9800087735070775E-2</c:v>
                </c:pt>
                <c:pt idx="152">
                  <c:v>4.5861076271054887E-2</c:v>
                </c:pt>
                <c:pt idx="153">
                  <c:v>4.2166106961770311E-2</c:v>
                </c:pt>
                <c:pt idx="154">
                  <c:v>3.8706856147455608E-2</c:v>
                </c:pt>
                <c:pt idx="155">
                  <c:v>3.5474592846231424E-2</c:v>
                </c:pt>
                <c:pt idx="156">
                  <c:v>3.2460265643697445E-2</c:v>
                </c:pt>
                <c:pt idx="157">
                  <c:v>2.965458484734125E-2</c:v>
                </c:pt>
                <c:pt idx="158">
                  <c:v>2.7048099546881761E-2</c:v>
                </c:pt>
                <c:pt idx="159">
                  <c:v>2.4631269306382486E-2</c:v>
                </c:pt>
                <c:pt idx="160">
                  <c:v>2.2394530294842882E-2</c:v>
                </c:pt>
                <c:pt idx="161">
                  <c:v>2.032835573822582E-2</c:v>
                </c:pt>
                <c:pt idx="162">
                  <c:v>1.8423310646862031E-2</c:v>
                </c:pt>
                <c:pt idx="163">
                  <c:v>1.6670100837381043E-2</c:v>
                </c:pt>
                <c:pt idx="164">
                  <c:v>1.505961632737743E-2</c:v>
                </c:pt>
                <c:pt idx="165">
                  <c:v>1.3582969233685602E-2</c:v>
                </c:pt>
                <c:pt idx="166">
                  <c:v>1.2231526351277954E-2</c:v>
                </c:pt>
                <c:pt idx="167">
                  <c:v>1.0996936629405587E-2</c:v>
                </c:pt>
                <c:pt idx="168">
                  <c:v>9.8711537947511439E-3</c:v>
                </c:pt>
                <c:pt idx="169">
                  <c:v>8.8464543982372315E-3</c:v>
                </c:pt>
                <c:pt idx="170">
                  <c:v>7.9154515829799686E-3</c:v>
                </c:pt>
                <c:pt idx="171">
                  <c:v>7.0711048860194487E-3</c:v>
                </c:pt>
                <c:pt idx="172">
                  <c:v>6.3067263962659275E-3</c:v>
                </c:pt>
                <c:pt idx="173">
                  <c:v>5.615983595990969E-3</c:v>
                </c:pt>
                <c:pt idx="174">
                  <c:v>4.9928992136123763E-3</c:v>
                </c:pt>
                <c:pt idx="175">
                  <c:v>4.4318484119380075E-3</c:v>
                </c:pt>
                <c:pt idx="176">
                  <c:v>3.9275536289247789E-3</c:v>
                </c:pt>
                <c:pt idx="177">
                  <c:v>3.4750773778549375E-3</c:v>
                </c:pt>
                <c:pt idx="178">
                  <c:v>3.0698133011047403E-3</c:v>
                </c:pt>
                <c:pt idx="179">
                  <c:v>2.7074757568406999E-3</c:v>
                </c:pt>
                <c:pt idx="180">
                  <c:v>2.3840882014648404E-3</c:v>
                </c:pt>
                <c:pt idx="181">
                  <c:v>2.0959706128579419E-3</c:v>
                </c:pt>
                <c:pt idx="182">
                  <c:v>1.8397261808242775E-3</c:v>
                </c:pt>
                <c:pt idx="183">
                  <c:v>1.6122274719771231E-3</c:v>
                </c:pt>
                <c:pt idx="184">
                  <c:v>1.4106022569413824E-3</c:v>
                </c:pt>
                <c:pt idx="185">
                  <c:v>1.2322191684730175E-3</c:v>
                </c:pt>
                <c:pt idx="186">
                  <c:v>1.0746733401537337E-3</c:v>
                </c:pt>
                <c:pt idx="187">
                  <c:v>9.3577215692747804E-4</c:v>
                </c:pt>
                <c:pt idx="188">
                  <c:v>8.1352123108180689E-4</c:v>
                </c:pt>
                <c:pt idx="189">
                  <c:v>7.0611070048803501E-4</c:v>
                </c:pt>
                <c:pt idx="190">
                  <c:v>6.1190193011377092E-4</c:v>
                </c:pt>
                <c:pt idx="191">
                  <c:v>5.2941468309493378E-4</c:v>
                </c:pt>
                <c:pt idx="192">
                  <c:v>4.5731481405985762E-4</c:v>
                </c:pt>
                <c:pt idx="193">
                  <c:v>3.9440252496915693E-4</c:v>
                </c:pt>
                <c:pt idx="194">
                  <c:v>3.3960121248365478E-4</c:v>
                </c:pt>
                <c:pt idx="195">
                  <c:v>2.9194692579146027E-4</c:v>
                </c:pt>
                <c:pt idx="196">
                  <c:v>2.5057844489086075E-4</c:v>
                </c:pt>
                <c:pt idx="197">
                  <c:v>2.1472798150036704E-4</c:v>
                </c:pt>
                <c:pt idx="198">
                  <c:v>1.8371249800245711E-4</c:v>
                </c:pt>
                <c:pt idx="199">
                  <c:v>1.5692563406553226E-4</c:v>
                </c:pt>
                <c:pt idx="200">
                  <c:v>1.3383022576488537E-4</c:v>
                </c:pt>
              </c:numCache>
            </c:numRef>
          </c:val>
        </c:ser>
        <c:dLbls>
          <c:showLegendKey val="0"/>
          <c:showVal val="0"/>
          <c:showCatName val="0"/>
          <c:showSerName val="0"/>
          <c:showPercent val="0"/>
          <c:showBubbleSize val="0"/>
        </c:dLbls>
        <c:gapWidth val="0"/>
        <c:overlap val="100"/>
        <c:axId val="89319296"/>
        <c:axId val="89320832"/>
      </c:barChart>
      <c:lineChart>
        <c:grouping val="standard"/>
        <c:varyColors val="0"/>
        <c:ser>
          <c:idx val="0"/>
          <c:order val="2"/>
          <c:spPr>
            <a:ln w="25400">
              <a:solidFill>
                <a:srgbClr val="000080"/>
              </a:solidFill>
              <a:prstDash val="solid"/>
            </a:ln>
          </c:spPr>
          <c:marker>
            <c:symbol val="none"/>
          </c:marker>
          <c:cat>
            <c:numRef>
              <c:f>Normal!$K$2:$K$202</c:f>
              <c:numCache>
                <c:formatCode>General</c:formatCode>
                <c:ptCount val="201"/>
                <c:pt idx="0">
                  <c:v>-4</c:v>
                </c:pt>
                <c:pt idx="1">
                  <c:v>-3.96</c:v>
                </c:pt>
                <c:pt idx="2">
                  <c:v>-3.92</c:v>
                </c:pt>
                <c:pt idx="3">
                  <c:v>-3.88</c:v>
                </c:pt>
                <c:pt idx="4">
                  <c:v>-3.84</c:v>
                </c:pt>
                <c:pt idx="5">
                  <c:v>-3.8</c:v>
                </c:pt>
                <c:pt idx="6">
                  <c:v>-3.76</c:v>
                </c:pt>
                <c:pt idx="7">
                  <c:v>-3.7199999999999998</c:v>
                </c:pt>
                <c:pt idx="8">
                  <c:v>-3.68</c:v>
                </c:pt>
                <c:pt idx="9">
                  <c:v>-3.64</c:v>
                </c:pt>
                <c:pt idx="10">
                  <c:v>-3.6</c:v>
                </c:pt>
                <c:pt idx="11">
                  <c:v>-3.56</c:v>
                </c:pt>
                <c:pt idx="12">
                  <c:v>-3.52</c:v>
                </c:pt>
                <c:pt idx="13">
                  <c:v>-3.48</c:v>
                </c:pt>
                <c:pt idx="14">
                  <c:v>-3.44</c:v>
                </c:pt>
                <c:pt idx="15">
                  <c:v>-3.4</c:v>
                </c:pt>
                <c:pt idx="16">
                  <c:v>-3.36</c:v>
                </c:pt>
                <c:pt idx="17">
                  <c:v>-3.32</c:v>
                </c:pt>
                <c:pt idx="18">
                  <c:v>-3.2800000000000002</c:v>
                </c:pt>
                <c:pt idx="19">
                  <c:v>-3.24</c:v>
                </c:pt>
                <c:pt idx="20">
                  <c:v>-3.2</c:v>
                </c:pt>
                <c:pt idx="21">
                  <c:v>-3.16</c:v>
                </c:pt>
                <c:pt idx="22">
                  <c:v>-3.12</c:v>
                </c:pt>
                <c:pt idx="23">
                  <c:v>-3.08</c:v>
                </c:pt>
                <c:pt idx="24">
                  <c:v>-3.04</c:v>
                </c:pt>
                <c:pt idx="25">
                  <c:v>-3</c:v>
                </c:pt>
                <c:pt idx="26">
                  <c:v>-2.96</c:v>
                </c:pt>
                <c:pt idx="27">
                  <c:v>-2.92</c:v>
                </c:pt>
                <c:pt idx="28">
                  <c:v>-2.88</c:v>
                </c:pt>
                <c:pt idx="29">
                  <c:v>-2.84</c:v>
                </c:pt>
                <c:pt idx="30">
                  <c:v>-2.8</c:v>
                </c:pt>
                <c:pt idx="31">
                  <c:v>-2.76</c:v>
                </c:pt>
                <c:pt idx="32">
                  <c:v>-2.7199999999999998</c:v>
                </c:pt>
                <c:pt idx="33">
                  <c:v>-2.6799999999999997</c:v>
                </c:pt>
                <c:pt idx="34">
                  <c:v>-2.6399999999999997</c:v>
                </c:pt>
                <c:pt idx="35">
                  <c:v>-2.5999999999999996</c:v>
                </c:pt>
                <c:pt idx="36">
                  <c:v>-2.56</c:v>
                </c:pt>
                <c:pt idx="37">
                  <c:v>-2.52</c:v>
                </c:pt>
                <c:pt idx="38">
                  <c:v>-2.48</c:v>
                </c:pt>
                <c:pt idx="39">
                  <c:v>-2.44</c:v>
                </c:pt>
                <c:pt idx="40">
                  <c:v>-2.4</c:v>
                </c:pt>
                <c:pt idx="41">
                  <c:v>-2.36</c:v>
                </c:pt>
                <c:pt idx="42">
                  <c:v>-2.3200000000000003</c:v>
                </c:pt>
                <c:pt idx="43">
                  <c:v>-2.2800000000000002</c:v>
                </c:pt>
                <c:pt idx="44">
                  <c:v>-2.2400000000000002</c:v>
                </c:pt>
                <c:pt idx="45">
                  <c:v>-2.2000000000000002</c:v>
                </c:pt>
                <c:pt idx="46">
                  <c:v>-2.16</c:v>
                </c:pt>
                <c:pt idx="47">
                  <c:v>-2.12</c:v>
                </c:pt>
                <c:pt idx="48">
                  <c:v>-2.08</c:v>
                </c:pt>
                <c:pt idx="49">
                  <c:v>-2.04</c:v>
                </c:pt>
                <c:pt idx="50">
                  <c:v>-2</c:v>
                </c:pt>
                <c:pt idx="51">
                  <c:v>-1.96</c:v>
                </c:pt>
                <c:pt idx="52">
                  <c:v>-1.92</c:v>
                </c:pt>
                <c:pt idx="53">
                  <c:v>-1.88</c:v>
                </c:pt>
                <c:pt idx="54">
                  <c:v>-1.8399999999999999</c:v>
                </c:pt>
                <c:pt idx="55">
                  <c:v>-1.7999999999999998</c:v>
                </c:pt>
                <c:pt idx="56">
                  <c:v>-1.7599999999999998</c:v>
                </c:pt>
                <c:pt idx="57">
                  <c:v>-1.7199999999999998</c:v>
                </c:pt>
                <c:pt idx="58">
                  <c:v>-1.6800000000000002</c:v>
                </c:pt>
                <c:pt idx="59">
                  <c:v>-1.6400000000000001</c:v>
                </c:pt>
                <c:pt idx="60">
                  <c:v>-1.6</c:v>
                </c:pt>
                <c:pt idx="61">
                  <c:v>-1.56</c:v>
                </c:pt>
                <c:pt idx="62">
                  <c:v>-1.52</c:v>
                </c:pt>
                <c:pt idx="63">
                  <c:v>-1.48</c:v>
                </c:pt>
                <c:pt idx="64">
                  <c:v>-1.44</c:v>
                </c:pt>
                <c:pt idx="65">
                  <c:v>-1.4</c:v>
                </c:pt>
                <c:pt idx="66">
                  <c:v>-1.3599999999999999</c:v>
                </c:pt>
                <c:pt idx="67">
                  <c:v>-1.3199999999999998</c:v>
                </c:pt>
                <c:pt idx="68">
                  <c:v>-1.2799999999999998</c:v>
                </c:pt>
                <c:pt idx="69">
                  <c:v>-1.2399999999999998</c:v>
                </c:pt>
                <c:pt idx="70">
                  <c:v>-1.1999999999999997</c:v>
                </c:pt>
                <c:pt idx="71">
                  <c:v>-1.1600000000000001</c:v>
                </c:pt>
                <c:pt idx="72">
                  <c:v>-1.1200000000000001</c:v>
                </c:pt>
                <c:pt idx="73">
                  <c:v>-1.08</c:v>
                </c:pt>
                <c:pt idx="74">
                  <c:v>-1.04</c:v>
                </c:pt>
                <c:pt idx="75">
                  <c:v>-1</c:v>
                </c:pt>
                <c:pt idx="76">
                  <c:v>-0.96</c:v>
                </c:pt>
                <c:pt idx="77">
                  <c:v>-0.91999999999999993</c:v>
                </c:pt>
                <c:pt idx="78">
                  <c:v>-0.87999999999999989</c:v>
                </c:pt>
                <c:pt idx="79">
                  <c:v>-0.83999999999999986</c:v>
                </c:pt>
                <c:pt idx="80">
                  <c:v>-0.79999999999999982</c:v>
                </c:pt>
                <c:pt idx="81">
                  <c:v>-0.75999999999999979</c:v>
                </c:pt>
                <c:pt idx="82">
                  <c:v>-0.71999999999999975</c:v>
                </c:pt>
                <c:pt idx="83">
                  <c:v>-0.67999999999999972</c:v>
                </c:pt>
                <c:pt idx="84">
                  <c:v>-0.64000000000000012</c:v>
                </c:pt>
                <c:pt idx="85">
                  <c:v>-0.60000000000000009</c:v>
                </c:pt>
                <c:pt idx="86">
                  <c:v>-0.56000000000000005</c:v>
                </c:pt>
                <c:pt idx="87">
                  <c:v>-0.52</c:v>
                </c:pt>
                <c:pt idx="88">
                  <c:v>-0.48</c:v>
                </c:pt>
                <c:pt idx="89">
                  <c:v>-0.43999999999999995</c:v>
                </c:pt>
                <c:pt idx="90">
                  <c:v>-0.39999999999999991</c:v>
                </c:pt>
                <c:pt idx="91">
                  <c:v>-0.35999999999999988</c:v>
                </c:pt>
                <c:pt idx="92">
                  <c:v>-0.31999999999999984</c:v>
                </c:pt>
                <c:pt idx="93">
                  <c:v>-0.2799999999999998</c:v>
                </c:pt>
                <c:pt idx="94">
                  <c:v>-0.23999999999999977</c:v>
                </c:pt>
                <c:pt idx="95">
                  <c:v>-0.19999999999999973</c:v>
                </c:pt>
                <c:pt idx="96">
                  <c:v>-0.16000000000000014</c:v>
                </c:pt>
                <c:pt idx="97">
                  <c:v>-0.12000000000000011</c:v>
                </c:pt>
                <c:pt idx="98">
                  <c:v>-8.0000000000000071E-2</c:v>
                </c:pt>
                <c:pt idx="99">
                  <c:v>-4.0000000000000036E-2</c:v>
                </c:pt>
                <c:pt idx="100">
                  <c:v>0</c:v>
                </c:pt>
                <c:pt idx="101">
                  <c:v>4.0000000000000036E-2</c:v>
                </c:pt>
                <c:pt idx="102">
                  <c:v>8.0000000000000071E-2</c:v>
                </c:pt>
                <c:pt idx="103">
                  <c:v>0.12000000000000011</c:v>
                </c:pt>
                <c:pt idx="104">
                  <c:v>0.16000000000000014</c:v>
                </c:pt>
                <c:pt idx="105">
                  <c:v>0.20000000000000018</c:v>
                </c:pt>
                <c:pt idx="106">
                  <c:v>0.24000000000000021</c:v>
                </c:pt>
                <c:pt idx="107">
                  <c:v>0.28000000000000025</c:v>
                </c:pt>
                <c:pt idx="108">
                  <c:v>0.32000000000000028</c:v>
                </c:pt>
                <c:pt idx="109">
                  <c:v>0.36000000000000032</c:v>
                </c:pt>
                <c:pt idx="110">
                  <c:v>0.40000000000000036</c:v>
                </c:pt>
                <c:pt idx="111">
                  <c:v>0.44000000000000039</c:v>
                </c:pt>
                <c:pt idx="112">
                  <c:v>0.48000000000000043</c:v>
                </c:pt>
                <c:pt idx="113">
                  <c:v>0.52000000000000046</c:v>
                </c:pt>
                <c:pt idx="114">
                  <c:v>0.5600000000000005</c:v>
                </c:pt>
                <c:pt idx="115">
                  <c:v>0.60000000000000053</c:v>
                </c:pt>
                <c:pt idx="116">
                  <c:v>0.63999999999999968</c:v>
                </c:pt>
                <c:pt idx="117">
                  <c:v>0.67999999999999972</c:v>
                </c:pt>
                <c:pt idx="118">
                  <c:v>0.71999999999999975</c:v>
                </c:pt>
                <c:pt idx="119">
                  <c:v>0.75999999999999979</c:v>
                </c:pt>
                <c:pt idx="120">
                  <c:v>0.79999999999999982</c:v>
                </c:pt>
                <c:pt idx="121">
                  <c:v>0.83999999999999986</c:v>
                </c:pt>
                <c:pt idx="122">
                  <c:v>0.87999999999999989</c:v>
                </c:pt>
                <c:pt idx="123">
                  <c:v>0.91999999999999993</c:v>
                </c:pt>
                <c:pt idx="124">
                  <c:v>0.96</c:v>
                </c:pt>
                <c:pt idx="125">
                  <c:v>1</c:v>
                </c:pt>
                <c:pt idx="126">
                  <c:v>1.04</c:v>
                </c:pt>
                <c:pt idx="127">
                  <c:v>1.08</c:v>
                </c:pt>
                <c:pt idx="128">
                  <c:v>1.1200000000000001</c:v>
                </c:pt>
                <c:pt idx="129">
                  <c:v>1.1600000000000001</c:v>
                </c:pt>
                <c:pt idx="130">
                  <c:v>1.2000000000000002</c:v>
                </c:pt>
                <c:pt idx="131">
                  <c:v>1.2400000000000002</c:v>
                </c:pt>
                <c:pt idx="132">
                  <c:v>1.2800000000000002</c:v>
                </c:pt>
                <c:pt idx="133">
                  <c:v>1.3200000000000003</c:v>
                </c:pt>
                <c:pt idx="134">
                  <c:v>1.3600000000000003</c:v>
                </c:pt>
                <c:pt idx="135">
                  <c:v>1.4000000000000004</c:v>
                </c:pt>
                <c:pt idx="136">
                  <c:v>1.4400000000000004</c:v>
                </c:pt>
                <c:pt idx="137">
                  <c:v>1.4800000000000004</c:v>
                </c:pt>
                <c:pt idx="138">
                  <c:v>1.5200000000000005</c:v>
                </c:pt>
                <c:pt idx="139">
                  <c:v>1.5600000000000005</c:v>
                </c:pt>
                <c:pt idx="140">
                  <c:v>1.6000000000000005</c:v>
                </c:pt>
                <c:pt idx="141">
                  <c:v>1.6399999999999997</c:v>
                </c:pt>
                <c:pt idx="142">
                  <c:v>1.6799999999999997</c:v>
                </c:pt>
                <c:pt idx="143">
                  <c:v>1.7199999999999998</c:v>
                </c:pt>
                <c:pt idx="144">
                  <c:v>1.7599999999999998</c:v>
                </c:pt>
                <c:pt idx="145">
                  <c:v>1.7999999999999998</c:v>
                </c:pt>
                <c:pt idx="146">
                  <c:v>1.8399999999999999</c:v>
                </c:pt>
                <c:pt idx="147">
                  <c:v>1.88</c:v>
                </c:pt>
                <c:pt idx="148">
                  <c:v>1.92</c:v>
                </c:pt>
                <c:pt idx="149">
                  <c:v>1.96</c:v>
                </c:pt>
                <c:pt idx="150">
                  <c:v>2</c:v>
                </c:pt>
                <c:pt idx="151">
                  <c:v>2.04</c:v>
                </c:pt>
                <c:pt idx="152">
                  <c:v>2.08</c:v>
                </c:pt>
                <c:pt idx="153">
                  <c:v>2.12</c:v>
                </c:pt>
                <c:pt idx="154">
                  <c:v>2.16</c:v>
                </c:pt>
                <c:pt idx="155">
                  <c:v>2.2000000000000002</c:v>
                </c:pt>
                <c:pt idx="156">
                  <c:v>2.2400000000000002</c:v>
                </c:pt>
                <c:pt idx="157">
                  <c:v>2.2800000000000002</c:v>
                </c:pt>
                <c:pt idx="158">
                  <c:v>2.3200000000000003</c:v>
                </c:pt>
                <c:pt idx="159">
                  <c:v>2.3600000000000003</c:v>
                </c:pt>
                <c:pt idx="160">
                  <c:v>2.4000000000000004</c:v>
                </c:pt>
                <c:pt idx="161">
                  <c:v>2.4400000000000004</c:v>
                </c:pt>
                <c:pt idx="162">
                  <c:v>2.4800000000000004</c:v>
                </c:pt>
                <c:pt idx="163">
                  <c:v>2.5200000000000005</c:v>
                </c:pt>
                <c:pt idx="164">
                  <c:v>2.5600000000000005</c:v>
                </c:pt>
                <c:pt idx="165">
                  <c:v>2.6000000000000005</c:v>
                </c:pt>
                <c:pt idx="166">
                  <c:v>2.6400000000000006</c:v>
                </c:pt>
                <c:pt idx="167">
                  <c:v>2.6799999999999997</c:v>
                </c:pt>
                <c:pt idx="168">
                  <c:v>2.7199999999999998</c:v>
                </c:pt>
                <c:pt idx="169">
                  <c:v>2.76</c:v>
                </c:pt>
                <c:pt idx="170">
                  <c:v>2.8</c:v>
                </c:pt>
                <c:pt idx="171">
                  <c:v>2.84</c:v>
                </c:pt>
                <c:pt idx="172">
                  <c:v>2.88</c:v>
                </c:pt>
                <c:pt idx="173">
                  <c:v>2.92</c:v>
                </c:pt>
                <c:pt idx="174">
                  <c:v>2.96</c:v>
                </c:pt>
                <c:pt idx="175">
                  <c:v>3</c:v>
                </c:pt>
                <c:pt idx="176">
                  <c:v>3.04</c:v>
                </c:pt>
                <c:pt idx="177">
                  <c:v>3.08</c:v>
                </c:pt>
                <c:pt idx="178">
                  <c:v>3.12</c:v>
                </c:pt>
                <c:pt idx="179">
                  <c:v>3.16</c:v>
                </c:pt>
                <c:pt idx="180">
                  <c:v>3.2</c:v>
                </c:pt>
                <c:pt idx="181">
                  <c:v>3.24</c:v>
                </c:pt>
                <c:pt idx="182">
                  <c:v>3.2800000000000002</c:v>
                </c:pt>
                <c:pt idx="183">
                  <c:v>3.3200000000000003</c:v>
                </c:pt>
                <c:pt idx="184">
                  <c:v>3.3600000000000003</c:v>
                </c:pt>
                <c:pt idx="185">
                  <c:v>3.4000000000000004</c:v>
                </c:pt>
                <c:pt idx="186">
                  <c:v>3.4400000000000004</c:v>
                </c:pt>
                <c:pt idx="187">
                  <c:v>3.4800000000000004</c:v>
                </c:pt>
                <c:pt idx="188">
                  <c:v>3.5200000000000005</c:v>
                </c:pt>
                <c:pt idx="189">
                  <c:v>3.5600000000000005</c:v>
                </c:pt>
                <c:pt idx="190">
                  <c:v>3.6000000000000005</c:v>
                </c:pt>
                <c:pt idx="191">
                  <c:v>3.6400000000000006</c:v>
                </c:pt>
                <c:pt idx="192">
                  <c:v>3.6799999999999997</c:v>
                </c:pt>
                <c:pt idx="193">
                  <c:v>3.7199999999999998</c:v>
                </c:pt>
                <c:pt idx="194">
                  <c:v>3.76</c:v>
                </c:pt>
                <c:pt idx="195">
                  <c:v>3.8</c:v>
                </c:pt>
                <c:pt idx="196">
                  <c:v>3.84</c:v>
                </c:pt>
                <c:pt idx="197">
                  <c:v>3.88</c:v>
                </c:pt>
                <c:pt idx="198">
                  <c:v>3.92</c:v>
                </c:pt>
                <c:pt idx="199">
                  <c:v>3.96</c:v>
                </c:pt>
                <c:pt idx="200">
                  <c:v>4</c:v>
                </c:pt>
              </c:numCache>
            </c:numRef>
          </c:cat>
          <c:val>
            <c:numRef>
              <c:f>Normal!$L$2:$L$202</c:f>
              <c:numCache>
                <c:formatCode>General</c:formatCode>
                <c:ptCount val="201"/>
                <c:pt idx="0">
                  <c:v>1.3383022576488537E-4</c:v>
                </c:pt>
                <c:pt idx="1">
                  <c:v>1.5692563406553226E-4</c:v>
                </c:pt>
                <c:pt idx="2">
                  <c:v>1.8371249800245711E-4</c:v>
                </c:pt>
                <c:pt idx="3">
                  <c:v>2.1472798150036704E-4</c:v>
                </c:pt>
                <c:pt idx="4">
                  <c:v>2.5057844489086075E-4</c:v>
                </c:pt>
                <c:pt idx="5">
                  <c:v>2.9194692579146027E-4</c:v>
                </c:pt>
                <c:pt idx="6">
                  <c:v>3.3960121248365478E-4</c:v>
                </c:pt>
                <c:pt idx="7">
                  <c:v>3.9440252496915693E-4</c:v>
                </c:pt>
                <c:pt idx="8">
                  <c:v>4.5731481405985675E-4</c:v>
                </c:pt>
                <c:pt idx="9">
                  <c:v>5.2941468309493475E-4</c:v>
                </c:pt>
                <c:pt idx="10">
                  <c:v>6.119019301137719E-4</c:v>
                </c:pt>
                <c:pt idx="11">
                  <c:v>7.061107004880362E-4</c:v>
                </c:pt>
                <c:pt idx="12">
                  <c:v>8.1352123108180841E-4</c:v>
                </c:pt>
                <c:pt idx="13">
                  <c:v>9.3577215692747977E-4</c:v>
                </c:pt>
                <c:pt idx="14">
                  <c:v>1.0746733401537356E-3</c:v>
                </c:pt>
                <c:pt idx="15">
                  <c:v>1.2322191684730199E-3</c:v>
                </c:pt>
                <c:pt idx="16">
                  <c:v>1.4106022569413848E-3</c:v>
                </c:pt>
                <c:pt idx="17">
                  <c:v>1.6122274719771244E-3</c:v>
                </c:pt>
                <c:pt idx="18">
                  <c:v>1.8397261808242775E-3</c:v>
                </c:pt>
                <c:pt idx="19">
                  <c:v>2.0959706128579419E-3</c:v>
                </c:pt>
                <c:pt idx="20">
                  <c:v>2.3840882014648404E-3</c:v>
                </c:pt>
                <c:pt idx="21">
                  <c:v>2.7074757568406999E-3</c:v>
                </c:pt>
                <c:pt idx="22">
                  <c:v>3.0698133011047403E-3</c:v>
                </c:pt>
                <c:pt idx="23">
                  <c:v>3.4750773778549375E-3</c:v>
                </c:pt>
                <c:pt idx="24">
                  <c:v>3.9275536289247789E-3</c:v>
                </c:pt>
                <c:pt idx="25">
                  <c:v>4.4318484119380075E-3</c:v>
                </c:pt>
                <c:pt idx="26">
                  <c:v>4.9928992136123763E-3</c:v>
                </c:pt>
                <c:pt idx="27">
                  <c:v>5.615983595990969E-3</c:v>
                </c:pt>
                <c:pt idx="28">
                  <c:v>6.3067263962659275E-3</c:v>
                </c:pt>
                <c:pt idx="29">
                  <c:v>7.0711048860194487E-3</c:v>
                </c:pt>
                <c:pt idx="30">
                  <c:v>7.9154515829799686E-3</c:v>
                </c:pt>
                <c:pt idx="31">
                  <c:v>8.8464543982372315E-3</c:v>
                </c:pt>
                <c:pt idx="32">
                  <c:v>9.8711537947511439E-3</c:v>
                </c:pt>
                <c:pt idx="33">
                  <c:v>1.0996936629405587E-2</c:v>
                </c:pt>
                <c:pt idx="34">
                  <c:v>1.2231526351277987E-2</c:v>
                </c:pt>
                <c:pt idx="35">
                  <c:v>1.3582969233685634E-2</c:v>
                </c:pt>
                <c:pt idx="36">
                  <c:v>1.5059616327377449E-2</c:v>
                </c:pt>
                <c:pt idx="37">
                  <c:v>1.6670100837381057E-2</c:v>
                </c:pt>
                <c:pt idx="38">
                  <c:v>1.8423310646862048E-2</c:v>
                </c:pt>
                <c:pt idx="39">
                  <c:v>2.0328355738225837E-2</c:v>
                </c:pt>
                <c:pt idx="40">
                  <c:v>2.2394530294842899E-2</c:v>
                </c:pt>
                <c:pt idx="41">
                  <c:v>2.4631269306382507E-2</c:v>
                </c:pt>
                <c:pt idx="42">
                  <c:v>2.7048099546881761E-2</c:v>
                </c:pt>
                <c:pt idx="43">
                  <c:v>2.965458484734125E-2</c:v>
                </c:pt>
                <c:pt idx="44">
                  <c:v>3.2460265643697445E-2</c:v>
                </c:pt>
                <c:pt idx="45">
                  <c:v>3.5474592846231424E-2</c:v>
                </c:pt>
                <c:pt idx="46">
                  <c:v>3.8706856147455608E-2</c:v>
                </c:pt>
                <c:pt idx="47">
                  <c:v>4.2166106961770311E-2</c:v>
                </c:pt>
                <c:pt idx="48">
                  <c:v>4.5861076271054887E-2</c:v>
                </c:pt>
                <c:pt idx="49">
                  <c:v>4.9800087735070775E-2</c:v>
                </c:pt>
                <c:pt idx="50">
                  <c:v>5.3990966513188063E-2</c:v>
                </c:pt>
                <c:pt idx="51">
                  <c:v>5.8440944333451469E-2</c:v>
                </c:pt>
                <c:pt idx="52">
                  <c:v>6.3156561435198655E-2</c:v>
                </c:pt>
                <c:pt idx="53">
                  <c:v>6.8143566101044578E-2</c:v>
                </c:pt>
                <c:pt idx="54">
                  <c:v>7.3406812581656919E-2</c:v>
                </c:pt>
                <c:pt idx="55">
                  <c:v>7.8950158300894177E-2</c:v>
                </c:pt>
                <c:pt idx="56">
                  <c:v>8.4776361308022255E-2</c:v>
                </c:pt>
                <c:pt idx="57">
                  <c:v>9.0886979016282898E-2</c:v>
                </c:pt>
                <c:pt idx="58">
                  <c:v>9.7282269331467469E-2</c:v>
                </c:pt>
                <c:pt idx="59">
                  <c:v>0.10396109532876419</c:v>
                </c:pt>
                <c:pt idx="60">
                  <c:v>0.11092083467945554</c:v>
                </c:pt>
                <c:pt idx="61">
                  <c:v>0.11815729505958227</c:v>
                </c:pt>
                <c:pt idx="62">
                  <c:v>0.12566463678908815</c:v>
                </c:pt>
                <c:pt idx="63">
                  <c:v>0.13343530395100231</c:v>
                </c:pt>
                <c:pt idx="64">
                  <c:v>0.14145996522483878</c:v>
                </c:pt>
                <c:pt idx="65">
                  <c:v>0.14972746563574488</c:v>
                </c:pt>
                <c:pt idx="66">
                  <c:v>0.15822479037038306</c:v>
                </c:pt>
                <c:pt idx="67">
                  <c:v>0.16693704174171387</c:v>
                </c:pt>
                <c:pt idx="68">
                  <c:v>0.17584743029766242</c:v>
                </c:pt>
                <c:pt idx="69">
                  <c:v>0.18493728096330536</c:v>
                </c:pt>
                <c:pt idx="70">
                  <c:v>0.19418605498321304</c:v>
                </c:pt>
                <c:pt idx="71">
                  <c:v>0.20357138829075938</c:v>
                </c:pt>
                <c:pt idx="72">
                  <c:v>0.21306914677571784</c:v>
                </c:pt>
                <c:pt idx="73">
                  <c:v>0.22265349875176113</c:v>
                </c:pt>
                <c:pt idx="74">
                  <c:v>0.2322970047433662</c:v>
                </c:pt>
                <c:pt idx="75">
                  <c:v>0.24197072451914337</c:v>
                </c:pt>
                <c:pt idx="76">
                  <c:v>0.25164434109811712</c:v>
                </c:pt>
                <c:pt idx="77">
                  <c:v>0.26128630124955315</c:v>
                </c:pt>
                <c:pt idx="78">
                  <c:v>0.27086397179833804</c:v>
                </c:pt>
                <c:pt idx="79">
                  <c:v>0.28034381083962062</c:v>
                </c:pt>
                <c:pt idx="80">
                  <c:v>0.28969155276148278</c:v>
                </c:pt>
                <c:pt idx="81">
                  <c:v>0.29887240577595287</c:v>
                </c:pt>
                <c:pt idx="82">
                  <c:v>0.30785126046985301</c:v>
                </c:pt>
                <c:pt idx="83">
                  <c:v>0.31659290771089288</c:v>
                </c:pt>
                <c:pt idx="84">
                  <c:v>0.32506226408408212</c:v>
                </c:pt>
                <c:pt idx="85">
                  <c:v>0.33322460289179967</c:v>
                </c:pt>
                <c:pt idx="86">
                  <c:v>0.34104578863035256</c:v>
                </c:pt>
                <c:pt idx="87">
                  <c:v>0.34849251275897447</c:v>
                </c:pt>
                <c:pt idx="88">
                  <c:v>0.35553252850599709</c:v>
                </c:pt>
                <c:pt idx="89">
                  <c:v>0.36213488241309222</c:v>
                </c:pt>
                <c:pt idx="90">
                  <c:v>0.36827014030332339</c:v>
                </c:pt>
                <c:pt idx="91">
                  <c:v>0.37391060537312842</c:v>
                </c:pt>
                <c:pt idx="92">
                  <c:v>0.37903052615270172</c:v>
                </c:pt>
                <c:pt idx="93">
                  <c:v>0.38360629215347858</c:v>
                </c:pt>
                <c:pt idx="94">
                  <c:v>0.38761661512501416</c:v>
                </c:pt>
                <c:pt idx="95">
                  <c:v>0.39104269397545594</c:v>
                </c:pt>
                <c:pt idx="96">
                  <c:v>0.39386836156854083</c:v>
                </c:pt>
                <c:pt idx="97">
                  <c:v>0.3960802117936561</c:v>
                </c:pt>
                <c:pt idx="98">
                  <c:v>0.39766770551160885</c:v>
                </c:pt>
                <c:pt idx="99">
                  <c:v>0.39862325420460504</c:v>
                </c:pt>
                <c:pt idx="100">
                  <c:v>0.3989422804014327</c:v>
                </c:pt>
                <c:pt idx="101">
                  <c:v>0.39862325420460504</c:v>
                </c:pt>
                <c:pt idx="102">
                  <c:v>0.39766770551160885</c:v>
                </c:pt>
                <c:pt idx="103">
                  <c:v>0.3960802117936561</c:v>
                </c:pt>
                <c:pt idx="104">
                  <c:v>0.39386836156854083</c:v>
                </c:pt>
                <c:pt idx="105">
                  <c:v>0.39104269397545588</c:v>
                </c:pt>
                <c:pt idx="106">
                  <c:v>0.38761661512501411</c:v>
                </c:pt>
                <c:pt idx="107">
                  <c:v>0.38360629215347852</c:v>
                </c:pt>
                <c:pt idx="108">
                  <c:v>0.37903052615270166</c:v>
                </c:pt>
                <c:pt idx="109">
                  <c:v>0.37391060537312837</c:v>
                </c:pt>
                <c:pt idx="110">
                  <c:v>0.36827014030332328</c:v>
                </c:pt>
                <c:pt idx="111">
                  <c:v>0.36213488241309216</c:v>
                </c:pt>
                <c:pt idx="112">
                  <c:v>0.35553252850599704</c:v>
                </c:pt>
                <c:pt idx="113">
                  <c:v>0.34849251275897447</c:v>
                </c:pt>
                <c:pt idx="114">
                  <c:v>0.34104578863035245</c:v>
                </c:pt>
                <c:pt idx="115">
                  <c:v>0.33322460289179956</c:v>
                </c:pt>
                <c:pt idx="116">
                  <c:v>0.32506226408408218</c:v>
                </c:pt>
                <c:pt idx="117">
                  <c:v>0.31659290771089288</c:v>
                </c:pt>
                <c:pt idx="118">
                  <c:v>0.30785126046985301</c:v>
                </c:pt>
                <c:pt idx="119">
                  <c:v>0.29887240577595287</c:v>
                </c:pt>
                <c:pt idx="120">
                  <c:v>0.28969155276148278</c:v>
                </c:pt>
                <c:pt idx="121">
                  <c:v>0.28034381083962062</c:v>
                </c:pt>
                <c:pt idx="122">
                  <c:v>0.27086397179833804</c:v>
                </c:pt>
                <c:pt idx="123">
                  <c:v>0.26128630124955315</c:v>
                </c:pt>
                <c:pt idx="124">
                  <c:v>0.25164434109811712</c:v>
                </c:pt>
                <c:pt idx="125">
                  <c:v>0.24197072451914337</c:v>
                </c:pt>
                <c:pt idx="126">
                  <c:v>0.2322970047433662</c:v>
                </c:pt>
                <c:pt idx="127">
                  <c:v>0.22265349875176113</c:v>
                </c:pt>
                <c:pt idx="128">
                  <c:v>0.21306914677571784</c:v>
                </c:pt>
                <c:pt idx="129">
                  <c:v>0.20357138829075938</c:v>
                </c:pt>
                <c:pt idx="130">
                  <c:v>0.19418605498321292</c:v>
                </c:pt>
                <c:pt idx="131">
                  <c:v>0.18493728096330525</c:v>
                </c:pt>
                <c:pt idx="132">
                  <c:v>0.17584743029766231</c:v>
                </c:pt>
                <c:pt idx="133">
                  <c:v>0.16693704174171375</c:v>
                </c:pt>
                <c:pt idx="134">
                  <c:v>0.15822479037038298</c:v>
                </c:pt>
                <c:pt idx="135">
                  <c:v>0.14972746563574479</c:v>
                </c:pt>
                <c:pt idx="136">
                  <c:v>0.1414599652248387</c:v>
                </c:pt>
                <c:pt idx="137">
                  <c:v>0.1334353039510022</c:v>
                </c:pt>
                <c:pt idx="138">
                  <c:v>0.12566463678908804</c:v>
                </c:pt>
                <c:pt idx="139">
                  <c:v>0.11815729505958221</c:v>
                </c:pt>
                <c:pt idx="140">
                  <c:v>0.11092083467945546</c:v>
                </c:pt>
                <c:pt idx="141">
                  <c:v>0.10396109532876426</c:v>
                </c:pt>
                <c:pt idx="142">
                  <c:v>9.7282269331467539E-2</c:v>
                </c:pt>
                <c:pt idx="143">
                  <c:v>9.0886979016282898E-2</c:v>
                </c:pt>
                <c:pt idx="144">
                  <c:v>8.4776361308022255E-2</c:v>
                </c:pt>
                <c:pt idx="145">
                  <c:v>7.8950158300894177E-2</c:v>
                </c:pt>
                <c:pt idx="146">
                  <c:v>7.3406812581656919E-2</c:v>
                </c:pt>
                <c:pt idx="147">
                  <c:v>6.8143566101044578E-2</c:v>
                </c:pt>
                <c:pt idx="148">
                  <c:v>6.3156561435198655E-2</c:v>
                </c:pt>
                <c:pt idx="149">
                  <c:v>5.8440944333451469E-2</c:v>
                </c:pt>
                <c:pt idx="150">
                  <c:v>5.3990966513188063E-2</c:v>
                </c:pt>
                <c:pt idx="151">
                  <c:v>4.9800087735070775E-2</c:v>
                </c:pt>
                <c:pt idx="152">
                  <c:v>4.5861076271054887E-2</c:v>
                </c:pt>
                <c:pt idx="153">
                  <c:v>4.2166106961770311E-2</c:v>
                </c:pt>
                <c:pt idx="154">
                  <c:v>3.8706856147455608E-2</c:v>
                </c:pt>
                <c:pt idx="155">
                  <c:v>3.5474592846231424E-2</c:v>
                </c:pt>
                <c:pt idx="156">
                  <c:v>3.2460265643697445E-2</c:v>
                </c:pt>
                <c:pt idx="157">
                  <c:v>2.965458484734125E-2</c:v>
                </c:pt>
                <c:pt idx="158">
                  <c:v>2.7048099546881761E-2</c:v>
                </c:pt>
                <c:pt idx="159">
                  <c:v>2.4631269306382486E-2</c:v>
                </c:pt>
                <c:pt idx="160">
                  <c:v>2.2394530294842882E-2</c:v>
                </c:pt>
                <c:pt idx="161">
                  <c:v>2.032835573822582E-2</c:v>
                </c:pt>
                <c:pt idx="162">
                  <c:v>1.8423310646862031E-2</c:v>
                </c:pt>
                <c:pt idx="163">
                  <c:v>1.6670100837381043E-2</c:v>
                </c:pt>
                <c:pt idx="164">
                  <c:v>1.505961632737743E-2</c:v>
                </c:pt>
                <c:pt idx="165">
                  <c:v>1.3582969233685602E-2</c:v>
                </c:pt>
                <c:pt idx="166">
                  <c:v>1.2231526351277954E-2</c:v>
                </c:pt>
                <c:pt idx="167">
                  <c:v>1.0996936629405587E-2</c:v>
                </c:pt>
                <c:pt idx="168">
                  <c:v>9.8711537947511439E-3</c:v>
                </c:pt>
                <c:pt idx="169">
                  <c:v>8.8464543982372315E-3</c:v>
                </c:pt>
                <c:pt idx="170">
                  <c:v>7.9154515829799686E-3</c:v>
                </c:pt>
                <c:pt idx="171">
                  <c:v>7.0711048860194487E-3</c:v>
                </c:pt>
                <c:pt idx="172">
                  <c:v>6.3067263962659275E-3</c:v>
                </c:pt>
                <c:pt idx="173">
                  <c:v>5.615983595990969E-3</c:v>
                </c:pt>
                <c:pt idx="174">
                  <c:v>4.9928992136123763E-3</c:v>
                </c:pt>
                <c:pt idx="175">
                  <c:v>4.4318484119380075E-3</c:v>
                </c:pt>
                <c:pt idx="176">
                  <c:v>3.9275536289247789E-3</c:v>
                </c:pt>
                <c:pt idx="177">
                  <c:v>3.4750773778549375E-3</c:v>
                </c:pt>
                <c:pt idx="178">
                  <c:v>3.0698133011047403E-3</c:v>
                </c:pt>
                <c:pt idx="179">
                  <c:v>2.7074757568406999E-3</c:v>
                </c:pt>
                <c:pt idx="180">
                  <c:v>2.3840882014648404E-3</c:v>
                </c:pt>
                <c:pt idx="181">
                  <c:v>2.0959706128579419E-3</c:v>
                </c:pt>
                <c:pt idx="182">
                  <c:v>1.8397261808242775E-3</c:v>
                </c:pt>
                <c:pt idx="183">
                  <c:v>1.6122274719771231E-3</c:v>
                </c:pt>
                <c:pt idx="184">
                  <c:v>1.4106022569413824E-3</c:v>
                </c:pt>
                <c:pt idx="185">
                  <c:v>1.2322191684730175E-3</c:v>
                </c:pt>
                <c:pt idx="186">
                  <c:v>1.0746733401537337E-3</c:v>
                </c:pt>
                <c:pt idx="187">
                  <c:v>9.3577215692747804E-4</c:v>
                </c:pt>
                <c:pt idx="188">
                  <c:v>8.1352123108180689E-4</c:v>
                </c:pt>
                <c:pt idx="189">
                  <c:v>7.0611070048803501E-4</c:v>
                </c:pt>
                <c:pt idx="190">
                  <c:v>6.1190193011377092E-4</c:v>
                </c:pt>
                <c:pt idx="191">
                  <c:v>5.2941468309493378E-4</c:v>
                </c:pt>
                <c:pt idx="192">
                  <c:v>4.5731481405985762E-4</c:v>
                </c:pt>
                <c:pt idx="193">
                  <c:v>3.9440252496915693E-4</c:v>
                </c:pt>
                <c:pt idx="194">
                  <c:v>3.3960121248365478E-4</c:v>
                </c:pt>
                <c:pt idx="195">
                  <c:v>2.9194692579146027E-4</c:v>
                </c:pt>
                <c:pt idx="196">
                  <c:v>2.5057844489086075E-4</c:v>
                </c:pt>
                <c:pt idx="197">
                  <c:v>2.1472798150036704E-4</c:v>
                </c:pt>
                <c:pt idx="198">
                  <c:v>1.8371249800245711E-4</c:v>
                </c:pt>
                <c:pt idx="199">
                  <c:v>1.5692563406553226E-4</c:v>
                </c:pt>
                <c:pt idx="200">
                  <c:v>1.3383022576488537E-4</c:v>
                </c:pt>
              </c:numCache>
            </c:numRef>
          </c:val>
          <c:smooth val="1"/>
        </c:ser>
        <c:ser>
          <c:idx val="4"/>
          <c:order val="3"/>
          <c:spPr>
            <a:ln w="28575">
              <a:noFill/>
            </a:ln>
          </c:spPr>
          <c:marker>
            <c:symbol val="plus"/>
            <c:size val="5"/>
            <c:spPr>
              <a:noFill/>
              <a:ln>
                <a:solidFill>
                  <a:srgbClr val="000000"/>
                </a:solidFill>
                <a:prstDash val="solid"/>
              </a:ln>
            </c:spPr>
          </c:marker>
          <c:dLbls>
            <c:dLbl>
              <c:idx val="42"/>
              <c:layout/>
              <c:tx>
                <c:rich>
                  <a:bodyPr/>
                  <a:lstStyle/>
                  <a:p>
                    <a:r>
                      <a:rPr lang="en-US"/>
                      <a:t>-2.33</a:t>
                    </a:r>
                  </a:p>
                </c:rich>
              </c:tx>
              <c:dLblPos val="b"/>
              <c:showLegendKey val="0"/>
              <c:showVal val="0"/>
              <c:showCatName val="1"/>
              <c:showSerName val="0"/>
              <c:showPercent val="0"/>
              <c:showBubbleSize val="0"/>
            </c:dLbl>
            <c:dLbl>
              <c:idx val="59"/>
              <c:layout/>
              <c:tx>
                <c:rich>
                  <a:bodyPr/>
                  <a:lstStyle/>
                  <a:p>
                    <a:r>
                      <a:rPr lang="en-US"/>
                      <a:t>-1.645</a:t>
                    </a:r>
                  </a:p>
                </c:rich>
              </c:tx>
              <c:dLblPos val="b"/>
              <c:showLegendKey val="0"/>
              <c:showVal val="0"/>
              <c:showCatName val="1"/>
              <c:showSerName val="0"/>
              <c:showPercent val="0"/>
              <c:showBubbleSize val="0"/>
            </c:dLbl>
            <c:dLbl>
              <c:idx val="141"/>
              <c:layout/>
              <c:tx>
                <c:rich>
                  <a:bodyPr/>
                  <a:lstStyle/>
                  <a:p>
                    <a:r>
                      <a:rPr lang="en-US"/>
                      <a:t>1.645</a:t>
                    </a:r>
                  </a:p>
                </c:rich>
              </c:tx>
              <c:dLblPos val="b"/>
              <c:showLegendKey val="0"/>
              <c:showVal val="0"/>
              <c:showCatName val="1"/>
              <c:showSerName val="0"/>
              <c:showPercent val="0"/>
              <c:showBubbleSize val="0"/>
            </c:dLbl>
            <c:dLbl>
              <c:idx val="158"/>
              <c:layout/>
              <c:tx>
                <c:rich>
                  <a:bodyPr/>
                  <a:lstStyle/>
                  <a:p>
                    <a:r>
                      <a:rPr lang="en-US"/>
                      <a:t>2.33</a:t>
                    </a:r>
                  </a:p>
                </c:rich>
              </c:tx>
              <c:dLblPos val="b"/>
              <c:showLegendKey val="0"/>
              <c:showVal val="0"/>
              <c:showCatName val="1"/>
              <c:showSerName val="0"/>
              <c:showPercent val="0"/>
              <c:showBubbleSize val="0"/>
            </c:dLbl>
            <c:txPr>
              <a:bodyPr rot="0" vert="horz"/>
              <a:lstStyle/>
              <a:p>
                <a:pPr algn="ctr">
                  <a:defRPr sz="1100" b="1"/>
                </a:pPr>
                <a:endParaRPr lang="en-US"/>
              </a:p>
            </c:txPr>
            <c:dLblPos val="b"/>
            <c:showLegendKey val="0"/>
            <c:showVal val="0"/>
            <c:showCatName val="1"/>
            <c:showSerName val="0"/>
            <c:showPercent val="0"/>
            <c:showBubbleSize val="0"/>
            <c:showLeaderLines val="0"/>
          </c:dLbls>
          <c:cat>
            <c:strRef>
              <c:f>Normal!$O$2:$O$202</c:f>
              <c:strCache>
                <c:ptCount val="201"/>
                <c:pt idx="0">
                  <c:v>-4</c:v>
                </c:pt>
                <c:pt idx="51">
                  <c:v>-1.96</c:v>
                </c:pt>
                <c:pt idx="100">
                  <c:v>0</c:v>
                </c:pt>
                <c:pt idx="149">
                  <c:v>1.96</c:v>
                </c:pt>
                <c:pt idx="200">
                  <c:v>4</c:v>
                </c:pt>
              </c:strCache>
            </c:strRef>
          </c:cat>
          <c:val>
            <c:numRef>
              <c:f>Normal!$P$2:$P$202</c:f>
              <c:numCache>
                <c:formatCode>General</c:formatCode>
                <c:ptCount val="201"/>
                <c:pt idx="0">
                  <c:v>0</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0</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0</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#N/A</c:v>
                </c:pt>
                <c:pt idx="143">
                  <c:v>#N/A</c:v>
                </c:pt>
                <c:pt idx="144">
                  <c:v>#N/A</c:v>
                </c:pt>
                <c:pt idx="145">
                  <c:v>#N/A</c:v>
                </c:pt>
                <c:pt idx="146">
                  <c:v>#N/A</c:v>
                </c:pt>
                <c:pt idx="147">
                  <c:v>#N/A</c:v>
                </c:pt>
                <c:pt idx="148">
                  <c:v>#N/A</c:v>
                </c:pt>
                <c:pt idx="149">
                  <c:v>0</c:v>
                </c:pt>
                <c:pt idx="150">
                  <c:v>#N/A</c:v>
                </c:pt>
                <c:pt idx="151">
                  <c:v>#N/A</c:v>
                </c:pt>
                <c:pt idx="152">
                  <c:v>#N/A</c:v>
                </c:pt>
                <c:pt idx="153">
                  <c:v>#N/A</c:v>
                </c:pt>
                <c:pt idx="154">
                  <c:v>#N/A</c:v>
                </c:pt>
                <c:pt idx="155">
                  <c:v>#N/A</c:v>
                </c:pt>
                <c:pt idx="156">
                  <c:v>#N/A</c:v>
                </c:pt>
                <c:pt idx="157">
                  <c:v>#N/A</c:v>
                </c:pt>
                <c:pt idx="158">
                  <c:v>#N/A</c:v>
                </c:pt>
                <c:pt idx="159">
                  <c:v>#N/A</c:v>
                </c:pt>
                <c:pt idx="160">
                  <c:v>#N/A</c:v>
                </c:pt>
                <c:pt idx="161">
                  <c:v>#N/A</c:v>
                </c:pt>
                <c:pt idx="162">
                  <c:v>#N/A</c:v>
                </c:pt>
                <c:pt idx="163">
                  <c:v>#N/A</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0</c:v>
                </c:pt>
              </c:numCache>
            </c:numRef>
          </c:val>
          <c:smooth val="0"/>
        </c:ser>
        <c:dLbls>
          <c:showLegendKey val="0"/>
          <c:showVal val="0"/>
          <c:showCatName val="0"/>
          <c:showSerName val="0"/>
          <c:showPercent val="0"/>
          <c:showBubbleSize val="0"/>
        </c:dLbls>
        <c:marker val="1"/>
        <c:smooth val="0"/>
        <c:axId val="89319296"/>
        <c:axId val="89320832"/>
      </c:lineChart>
      <c:catAx>
        <c:axId val="89319296"/>
        <c:scaling>
          <c:orientation val="minMax"/>
        </c:scaling>
        <c:delete val="0"/>
        <c:axPos val="b"/>
        <c:numFmt formatCode="General" sourceLinked="1"/>
        <c:majorTickMark val="none"/>
        <c:minorTickMark val="none"/>
        <c:tickLblPos val="none"/>
        <c:spPr>
          <a:ln w="3175">
            <a:solidFill>
              <a:srgbClr val="000000"/>
            </a:solidFill>
            <a:prstDash val="solid"/>
          </a:ln>
        </c:spPr>
        <c:txPr>
          <a:bodyPr rot="0" vert="horz"/>
          <a:lstStyle/>
          <a:p>
            <a:pPr>
              <a:defRPr sz="800" b="0" i="0" u="none" strike="noStrike" baseline="0">
                <a:solidFill>
                  <a:srgbClr val="000000"/>
                </a:solidFill>
                <a:latin typeface="Arial"/>
                <a:ea typeface="Arial"/>
                <a:cs typeface="Arial"/>
              </a:defRPr>
            </a:pPr>
            <a:endParaRPr lang="en-US"/>
          </a:p>
        </c:txPr>
        <c:crossAx val="89320832"/>
        <c:crosses val="autoZero"/>
        <c:auto val="0"/>
        <c:lblAlgn val="ctr"/>
        <c:lblOffset val="100"/>
        <c:tickLblSkip val="20"/>
        <c:tickMarkSkip val="20"/>
        <c:noMultiLvlLbl val="0"/>
      </c:catAx>
      <c:valAx>
        <c:axId val="89320832"/>
        <c:scaling>
          <c:orientation val="minMax"/>
          <c:min val="0"/>
        </c:scaling>
        <c:delete val="0"/>
        <c:axPos val="l"/>
        <c:numFmt formatCode="General" sourceLinked="1"/>
        <c:majorTickMark val="out"/>
        <c:minorTickMark val="none"/>
        <c:tickLblPos val="nextTo"/>
        <c:spPr>
          <a:ln w="3175">
            <a:solidFill>
              <a:srgbClr val="000000"/>
            </a:solidFill>
            <a:prstDash val="solid"/>
          </a:ln>
        </c:spPr>
        <c:txPr>
          <a:bodyPr rot="0" vert="horz"/>
          <a:lstStyle/>
          <a:p>
            <a:pPr>
              <a:defRPr sz="800" b="0" i="0" u="none" strike="noStrike" baseline="0">
                <a:solidFill>
                  <a:srgbClr val="000000"/>
                </a:solidFill>
                <a:latin typeface="Arial"/>
                <a:ea typeface="Arial"/>
                <a:cs typeface="Arial"/>
              </a:defRPr>
            </a:pPr>
            <a:endParaRPr lang="en-US"/>
          </a:p>
        </c:txPr>
        <c:crossAx val="89319296"/>
        <c:crosses val="autoZero"/>
        <c:crossBetween val="between"/>
      </c:valAx>
      <c:spPr>
        <a:noFill/>
        <a:ln w="25400">
          <a:noFill/>
        </a:ln>
      </c:spPr>
    </c:plotArea>
    <c:plotVisOnly val="1"/>
    <c:dispBlanksAs val="gap"/>
    <c:showDLblsOverMax val="0"/>
  </c:chart>
  <c:spPr>
    <a:solidFill>
      <a:srgbClr val="FFFFFF"/>
    </a:solidFill>
    <a:ln w="9525">
      <a:noFill/>
    </a:ln>
  </c:spPr>
  <c:txPr>
    <a:bodyPr/>
    <a:lstStyle/>
    <a:p>
      <a:pPr>
        <a:defRPr sz="1000" b="0" i="0" u="none" strike="noStrike" baseline="0">
          <a:solidFill>
            <a:srgbClr val="000000"/>
          </a:solidFill>
          <a:latin typeface="Arial"/>
          <a:ea typeface="Arial"/>
          <a:cs typeface="Arial"/>
        </a:defRPr>
      </a:pPr>
      <a:endParaRPr lang="en-US"/>
    </a:p>
  </c:txPr>
  <c:externalData r:id="rId1">
    <c:autoUpdate val="0"/>
  </c:externalData>
  <c:userShapes r:id="rId2"/>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strRef>
          <c:f>Normal!$J$11</c:f>
          <c:strCache>
            <c:ptCount val="1"/>
          </c:strCache>
        </c:strRef>
      </c:tx>
      <c:layout>
        <c:manualLayout>
          <c:xMode val="edge"/>
          <c:yMode val="edge"/>
          <c:x val="0.3770053475935829"/>
          <c:y val="4.2553191489361701E-2"/>
        </c:manualLayout>
      </c:layout>
      <c:overlay val="0"/>
      <c:spPr>
        <a:noFill/>
        <a:ln w="25400">
          <a:noFill/>
        </a:ln>
      </c:spPr>
      <c:txPr>
        <a:bodyPr/>
        <a:lstStyle/>
        <a:p>
          <a:pPr>
            <a:defRPr sz="800" b="0" i="0" u="none" strike="noStrike" baseline="0">
              <a:solidFill>
                <a:srgbClr val="800080"/>
              </a:solidFill>
              <a:latin typeface="Arial"/>
              <a:ea typeface="Arial"/>
              <a:cs typeface="Arial"/>
            </a:defRPr>
          </a:pPr>
          <a:endParaRPr lang="en-US"/>
        </a:p>
      </c:txPr>
    </c:title>
    <c:autoTitleDeleted val="0"/>
    <c:plotArea>
      <c:layout>
        <c:manualLayout>
          <c:layoutTarget val="inner"/>
          <c:xMode val="edge"/>
          <c:yMode val="edge"/>
          <c:x val="0.12923351158645277"/>
          <c:y val="0.15319193611436868"/>
          <c:w val="0.78253119429590012"/>
          <c:h val="0.61276723064999716"/>
        </c:manualLayout>
      </c:layout>
      <c:barChart>
        <c:barDir val="col"/>
        <c:grouping val="clustered"/>
        <c:varyColors val="0"/>
        <c:ser>
          <c:idx val="1"/>
          <c:order val="0"/>
          <c:spPr>
            <a:solidFill>
              <a:srgbClr val="800080"/>
            </a:solidFill>
            <a:ln w="25400">
              <a:noFill/>
            </a:ln>
          </c:spPr>
          <c:invertIfNegative val="0"/>
          <c:cat>
            <c:strRef>
              <c:f>Normal!$O$2:$O$202</c:f>
              <c:strCache>
                <c:ptCount val="201"/>
                <c:pt idx="0">
                  <c:v>-4</c:v>
                </c:pt>
                <c:pt idx="35">
                  <c:v>-2.58</c:v>
                </c:pt>
                <c:pt idx="100">
                  <c:v>0</c:v>
                </c:pt>
                <c:pt idx="164">
                  <c:v>2.58</c:v>
                </c:pt>
                <c:pt idx="200">
                  <c:v>4</c:v>
                </c:pt>
              </c:strCache>
            </c:strRef>
          </c:cat>
          <c:val>
            <c:numRef>
              <c:f>Normal!$M$2:$M$202</c:f>
              <c:numCache>
                <c:formatCode>General</c:formatCode>
                <c:ptCount val="201"/>
                <c:pt idx="0">
                  <c:v>1.3383022576488537E-4</c:v>
                </c:pt>
                <c:pt idx="1">
                  <c:v>1.5692563406553226E-4</c:v>
                </c:pt>
                <c:pt idx="2">
                  <c:v>1.8371249800245711E-4</c:v>
                </c:pt>
                <c:pt idx="3">
                  <c:v>2.1472798150036704E-4</c:v>
                </c:pt>
                <c:pt idx="4">
                  <c:v>2.5057844489086075E-4</c:v>
                </c:pt>
                <c:pt idx="5">
                  <c:v>2.9194692579146027E-4</c:v>
                </c:pt>
                <c:pt idx="6">
                  <c:v>3.3960121248365478E-4</c:v>
                </c:pt>
                <c:pt idx="7">
                  <c:v>3.9440252496915693E-4</c:v>
                </c:pt>
                <c:pt idx="8">
                  <c:v>4.5731481405985675E-4</c:v>
                </c:pt>
                <c:pt idx="9">
                  <c:v>5.2941468309493475E-4</c:v>
                </c:pt>
                <c:pt idx="10">
                  <c:v>6.119019301137719E-4</c:v>
                </c:pt>
                <c:pt idx="11">
                  <c:v>7.061107004880362E-4</c:v>
                </c:pt>
                <c:pt idx="12">
                  <c:v>8.1352123108180841E-4</c:v>
                </c:pt>
                <c:pt idx="13">
                  <c:v>9.3577215692747977E-4</c:v>
                </c:pt>
                <c:pt idx="14">
                  <c:v>1.0746733401537356E-3</c:v>
                </c:pt>
                <c:pt idx="15">
                  <c:v>1.2322191684730199E-3</c:v>
                </c:pt>
                <c:pt idx="16">
                  <c:v>1.4106022569413848E-3</c:v>
                </c:pt>
                <c:pt idx="17">
                  <c:v>1.6122274719771244E-3</c:v>
                </c:pt>
                <c:pt idx="18">
                  <c:v>1.8397261808242775E-3</c:v>
                </c:pt>
                <c:pt idx="19">
                  <c:v>2.0959706128579419E-3</c:v>
                </c:pt>
                <c:pt idx="20">
                  <c:v>2.3840882014648404E-3</c:v>
                </c:pt>
                <c:pt idx="21">
                  <c:v>2.7074757568406999E-3</c:v>
                </c:pt>
                <c:pt idx="22">
                  <c:v>3.0698133011047403E-3</c:v>
                </c:pt>
                <c:pt idx="23">
                  <c:v>3.4750773778549375E-3</c:v>
                </c:pt>
                <c:pt idx="24">
                  <c:v>3.9275536289247789E-3</c:v>
                </c:pt>
                <c:pt idx="25">
                  <c:v>4.4318484119380075E-3</c:v>
                </c:pt>
                <c:pt idx="26">
                  <c:v>4.9928992136123763E-3</c:v>
                </c:pt>
                <c:pt idx="27">
                  <c:v>5.615983595990969E-3</c:v>
                </c:pt>
                <c:pt idx="28">
                  <c:v>6.3067263962659275E-3</c:v>
                </c:pt>
                <c:pt idx="29">
                  <c:v>7.0711048860194487E-3</c:v>
                </c:pt>
                <c:pt idx="30">
                  <c:v>7.9154515829799686E-3</c:v>
                </c:pt>
                <c:pt idx="31">
                  <c:v>8.8464543982372315E-3</c:v>
                </c:pt>
                <c:pt idx="32">
                  <c:v>9.8711537947511439E-3</c:v>
                </c:pt>
                <c:pt idx="33">
                  <c:v>1.0996936629405587E-2</c:v>
                </c:pt>
                <c:pt idx="34">
                  <c:v>1.2231526351277987E-2</c:v>
                </c:pt>
                <c:pt idx="35">
                  <c:v>1.3582969233685634E-2</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#N/A</c:v>
                </c:pt>
                <c:pt idx="143">
                  <c:v>#N/A</c:v>
                </c:pt>
                <c:pt idx="144">
                  <c:v>#N/A</c:v>
                </c:pt>
                <c:pt idx="145">
                  <c:v>#N/A</c:v>
                </c:pt>
                <c:pt idx="146">
                  <c:v>#N/A</c:v>
                </c:pt>
                <c:pt idx="147">
                  <c:v>#N/A</c:v>
                </c:pt>
                <c:pt idx="148">
                  <c:v>#N/A</c:v>
                </c:pt>
                <c:pt idx="149">
                  <c:v>#N/A</c:v>
                </c:pt>
                <c:pt idx="150">
                  <c:v>#N/A</c:v>
                </c:pt>
                <c:pt idx="151">
                  <c:v>#N/A</c:v>
                </c:pt>
                <c:pt idx="152">
                  <c:v>#N/A</c:v>
                </c:pt>
                <c:pt idx="153">
                  <c:v>#N/A</c:v>
                </c:pt>
                <c:pt idx="154">
                  <c:v>#N/A</c:v>
                </c:pt>
                <c:pt idx="155">
                  <c:v>#N/A</c:v>
                </c:pt>
                <c:pt idx="156">
                  <c:v>#N/A</c:v>
                </c:pt>
                <c:pt idx="157">
                  <c:v>#N/A</c:v>
                </c:pt>
                <c:pt idx="158">
                  <c:v>#N/A</c:v>
                </c:pt>
                <c:pt idx="159">
                  <c:v>#N/A</c:v>
                </c:pt>
                <c:pt idx="160">
                  <c:v>#N/A</c:v>
                </c:pt>
                <c:pt idx="161">
                  <c:v>#N/A</c:v>
                </c:pt>
                <c:pt idx="162">
                  <c:v>#N/A</c:v>
                </c:pt>
                <c:pt idx="163">
                  <c:v>#N/A</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#N/A</c:v>
                </c:pt>
              </c:numCache>
            </c:numRef>
          </c:val>
        </c:ser>
        <c:ser>
          <c:idx val="2"/>
          <c:order val="1"/>
          <c:spPr>
            <a:solidFill>
              <a:srgbClr val="800080"/>
            </a:solidFill>
            <a:ln w="25400">
              <a:noFill/>
            </a:ln>
          </c:spPr>
          <c:invertIfNegative val="0"/>
          <c:cat>
            <c:numRef>
              <c:f>Normal!$K$2:$K$202</c:f>
              <c:numCache>
                <c:formatCode>General</c:formatCode>
                <c:ptCount val="201"/>
                <c:pt idx="0">
                  <c:v>-4</c:v>
                </c:pt>
                <c:pt idx="1">
                  <c:v>-3.96</c:v>
                </c:pt>
                <c:pt idx="2">
                  <c:v>-3.92</c:v>
                </c:pt>
                <c:pt idx="3">
                  <c:v>-3.88</c:v>
                </c:pt>
                <c:pt idx="4">
                  <c:v>-3.84</c:v>
                </c:pt>
                <c:pt idx="5">
                  <c:v>-3.8</c:v>
                </c:pt>
                <c:pt idx="6">
                  <c:v>-3.76</c:v>
                </c:pt>
                <c:pt idx="7">
                  <c:v>-3.7199999999999998</c:v>
                </c:pt>
                <c:pt idx="8">
                  <c:v>-3.68</c:v>
                </c:pt>
                <c:pt idx="9">
                  <c:v>-3.64</c:v>
                </c:pt>
                <c:pt idx="10">
                  <c:v>-3.6</c:v>
                </c:pt>
                <c:pt idx="11">
                  <c:v>-3.56</c:v>
                </c:pt>
                <c:pt idx="12">
                  <c:v>-3.52</c:v>
                </c:pt>
                <c:pt idx="13">
                  <c:v>-3.48</c:v>
                </c:pt>
                <c:pt idx="14">
                  <c:v>-3.44</c:v>
                </c:pt>
                <c:pt idx="15">
                  <c:v>-3.4</c:v>
                </c:pt>
                <c:pt idx="16">
                  <c:v>-3.36</c:v>
                </c:pt>
                <c:pt idx="17">
                  <c:v>-3.32</c:v>
                </c:pt>
                <c:pt idx="18">
                  <c:v>-3.2800000000000002</c:v>
                </c:pt>
                <c:pt idx="19">
                  <c:v>-3.24</c:v>
                </c:pt>
                <c:pt idx="20">
                  <c:v>-3.2</c:v>
                </c:pt>
                <c:pt idx="21">
                  <c:v>-3.16</c:v>
                </c:pt>
                <c:pt idx="22">
                  <c:v>-3.12</c:v>
                </c:pt>
                <c:pt idx="23">
                  <c:v>-3.08</c:v>
                </c:pt>
                <c:pt idx="24">
                  <c:v>-3.04</c:v>
                </c:pt>
                <c:pt idx="25">
                  <c:v>-3</c:v>
                </c:pt>
                <c:pt idx="26">
                  <c:v>-2.96</c:v>
                </c:pt>
                <c:pt idx="27">
                  <c:v>-2.92</c:v>
                </c:pt>
                <c:pt idx="28">
                  <c:v>-2.88</c:v>
                </c:pt>
                <c:pt idx="29">
                  <c:v>-2.84</c:v>
                </c:pt>
                <c:pt idx="30">
                  <c:v>-2.8</c:v>
                </c:pt>
                <c:pt idx="31">
                  <c:v>-2.76</c:v>
                </c:pt>
                <c:pt idx="32">
                  <c:v>-2.7199999999999998</c:v>
                </c:pt>
                <c:pt idx="33">
                  <c:v>-2.6799999999999997</c:v>
                </c:pt>
                <c:pt idx="34">
                  <c:v>-2.6399999999999997</c:v>
                </c:pt>
                <c:pt idx="35">
                  <c:v>-2.5999999999999996</c:v>
                </c:pt>
                <c:pt idx="36">
                  <c:v>-2.56</c:v>
                </c:pt>
                <c:pt idx="37">
                  <c:v>-2.52</c:v>
                </c:pt>
                <c:pt idx="38">
                  <c:v>-2.48</c:v>
                </c:pt>
                <c:pt idx="39">
                  <c:v>-2.44</c:v>
                </c:pt>
                <c:pt idx="40">
                  <c:v>-2.4</c:v>
                </c:pt>
                <c:pt idx="41">
                  <c:v>-2.36</c:v>
                </c:pt>
                <c:pt idx="42">
                  <c:v>-2.3200000000000003</c:v>
                </c:pt>
                <c:pt idx="43">
                  <c:v>-2.2800000000000002</c:v>
                </c:pt>
                <c:pt idx="44">
                  <c:v>-2.2400000000000002</c:v>
                </c:pt>
                <c:pt idx="45">
                  <c:v>-2.2000000000000002</c:v>
                </c:pt>
                <c:pt idx="46">
                  <c:v>-2.16</c:v>
                </c:pt>
                <c:pt idx="47">
                  <c:v>-2.12</c:v>
                </c:pt>
                <c:pt idx="48">
                  <c:v>-2.08</c:v>
                </c:pt>
                <c:pt idx="49">
                  <c:v>-2.04</c:v>
                </c:pt>
                <c:pt idx="50">
                  <c:v>-2</c:v>
                </c:pt>
                <c:pt idx="51">
                  <c:v>-1.96</c:v>
                </c:pt>
                <c:pt idx="52">
                  <c:v>-1.92</c:v>
                </c:pt>
                <c:pt idx="53">
                  <c:v>-1.88</c:v>
                </c:pt>
                <c:pt idx="54">
                  <c:v>-1.8399999999999999</c:v>
                </c:pt>
                <c:pt idx="55">
                  <c:v>-1.7999999999999998</c:v>
                </c:pt>
                <c:pt idx="56">
                  <c:v>-1.7599999999999998</c:v>
                </c:pt>
                <c:pt idx="57">
                  <c:v>-1.7199999999999998</c:v>
                </c:pt>
                <c:pt idx="58">
                  <c:v>-1.6800000000000002</c:v>
                </c:pt>
                <c:pt idx="59">
                  <c:v>-1.6400000000000001</c:v>
                </c:pt>
                <c:pt idx="60">
                  <c:v>-1.6</c:v>
                </c:pt>
                <c:pt idx="61">
                  <c:v>-1.56</c:v>
                </c:pt>
                <c:pt idx="62">
                  <c:v>-1.52</c:v>
                </c:pt>
                <c:pt idx="63">
                  <c:v>-1.48</c:v>
                </c:pt>
                <c:pt idx="64">
                  <c:v>-1.44</c:v>
                </c:pt>
                <c:pt idx="65">
                  <c:v>-1.4</c:v>
                </c:pt>
                <c:pt idx="66">
                  <c:v>-1.3599999999999999</c:v>
                </c:pt>
                <c:pt idx="67">
                  <c:v>-1.3199999999999998</c:v>
                </c:pt>
                <c:pt idx="68">
                  <c:v>-1.2799999999999998</c:v>
                </c:pt>
                <c:pt idx="69">
                  <c:v>-1.2399999999999998</c:v>
                </c:pt>
                <c:pt idx="70">
                  <c:v>-1.1999999999999997</c:v>
                </c:pt>
                <c:pt idx="71">
                  <c:v>-1.1600000000000001</c:v>
                </c:pt>
                <c:pt idx="72">
                  <c:v>-1.1200000000000001</c:v>
                </c:pt>
                <c:pt idx="73">
                  <c:v>-1.08</c:v>
                </c:pt>
                <c:pt idx="74">
                  <c:v>-1.04</c:v>
                </c:pt>
                <c:pt idx="75">
                  <c:v>-1</c:v>
                </c:pt>
                <c:pt idx="76">
                  <c:v>-0.96</c:v>
                </c:pt>
                <c:pt idx="77">
                  <c:v>-0.91999999999999993</c:v>
                </c:pt>
                <c:pt idx="78">
                  <c:v>-0.87999999999999989</c:v>
                </c:pt>
                <c:pt idx="79">
                  <c:v>-0.83999999999999986</c:v>
                </c:pt>
                <c:pt idx="80">
                  <c:v>-0.79999999999999982</c:v>
                </c:pt>
                <c:pt idx="81">
                  <c:v>-0.75999999999999979</c:v>
                </c:pt>
                <c:pt idx="82">
                  <c:v>-0.71999999999999975</c:v>
                </c:pt>
                <c:pt idx="83">
                  <c:v>-0.67999999999999972</c:v>
                </c:pt>
                <c:pt idx="84">
                  <c:v>-0.64000000000000012</c:v>
                </c:pt>
                <c:pt idx="85">
                  <c:v>-0.60000000000000009</c:v>
                </c:pt>
                <c:pt idx="86">
                  <c:v>-0.56000000000000005</c:v>
                </c:pt>
                <c:pt idx="87">
                  <c:v>-0.52</c:v>
                </c:pt>
                <c:pt idx="88">
                  <c:v>-0.48</c:v>
                </c:pt>
                <c:pt idx="89">
                  <c:v>-0.43999999999999995</c:v>
                </c:pt>
                <c:pt idx="90">
                  <c:v>-0.39999999999999991</c:v>
                </c:pt>
                <c:pt idx="91">
                  <c:v>-0.35999999999999988</c:v>
                </c:pt>
                <c:pt idx="92">
                  <c:v>-0.31999999999999984</c:v>
                </c:pt>
                <c:pt idx="93">
                  <c:v>-0.2799999999999998</c:v>
                </c:pt>
                <c:pt idx="94">
                  <c:v>-0.23999999999999977</c:v>
                </c:pt>
                <c:pt idx="95">
                  <c:v>-0.19999999999999973</c:v>
                </c:pt>
                <c:pt idx="96">
                  <c:v>-0.16000000000000014</c:v>
                </c:pt>
                <c:pt idx="97">
                  <c:v>-0.12000000000000011</c:v>
                </c:pt>
                <c:pt idx="98">
                  <c:v>-8.0000000000000071E-2</c:v>
                </c:pt>
                <c:pt idx="99">
                  <c:v>-4.0000000000000036E-2</c:v>
                </c:pt>
                <c:pt idx="100">
                  <c:v>0</c:v>
                </c:pt>
                <c:pt idx="101">
                  <c:v>4.0000000000000036E-2</c:v>
                </c:pt>
                <c:pt idx="102">
                  <c:v>8.0000000000000071E-2</c:v>
                </c:pt>
                <c:pt idx="103">
                  <c:v>0.12000000000000011</c:v>
                </c:pt>
                <c:pt idx="104">
                  <c:v>0.16000000000000014</c:v>
                </c:pt>
                <c:pt idx="105">
                  <c:v>0.20000000000000018</c:v>
                </c:pt>
                <c:pt idx="106">
                  <c:v>0.24000000000000021</c:v>
                </c:pt>
                <c:pt idx="107">
                  <c:v>0.28000000000000025</c:v>
                </c:pt>
                <c:pt idx="108">
                  <c:v>0.32000000000000028</c:v>
                </c:pt>
                <c:pt idx="109">
                  <c:v>0.36000000000000032</c:v>
                </c:pt>
                <c:pt idx="110">
                  <c:v>0.40000000000000036</c:v>
                </c:pt>
                <c:pt idx="111">
                  <c:v>0.44000000000000039</c:v>
                </c:pt>
                <c:pt idx="112">
                  <c:v>0.48000000000000043</c:v>
                </c:pt>
                <c:pt idx="113">
                  <c:v>0.52000000000000046</c:v>
                </c:pt>
                <c:pt idx="114">
                  <c:v>0.5600000000000005</c:v>
                </c:pt>
                <c:pt idx="115">
                  <c:v>0.60000000000000053</c:v>
                </c:pt>
                <c:pt idx="116">
                  <c:v>0.63999999999999968</c:v>
                </c:pt>
                <c:pt idx="117">
                  <c:v>0.67999999999999972</c:v>
                </c:pt>
                <c:pt idx="118">
                  <c:v>0.71999999999999975</c:v>
                </c:pt>
                <c:pt idx="119">
                  <c:v>0.75999999999999979</c:v>
                </c:pt>
                <c:pt idx="120">
                  <c:v>0.79999999999999982</c:v>
                </c:pt>
                <c:pt idx="121">
                  <c:v>0.83999999999999986</c:v>
                </c:pt>
                <c:pt idx="122">
                  <c:v>0.87999999999999989</c:v>
                </c:pt>
                <c:pt idx="123">
                  <c:v>0.91999999999999993</c:v>
                </c:pt>
                <c:pt idx="124">
                  <c:v>0.96</c:v>
                </c:pt>
                <c:pt idx="125">
                  <c:v>1</c:v>
                </c:pt>
                <c:pt idx="126">
                  <c:v>1.04</c:v>
                </c:pt>
                <c:pt idx="127">
                  <c:v>1.08</c:v>
                </c:pt>
                <c:pt idx="128">
                  <c:v>1.1200000000000001</c:v>
                </c:pt>
                <c:pt idx="129">
                  <c:v>1.1600000000000001</c:v>
                </c:pt>
                <c:pt idx="130">
                  <c:v>1.2000000000000002</c:v>
                </c:pt>
                <c:pt idx="131">
                  <c:v>1.2400000000000002</c:v>
                </c:pt>
                <c:pt idx="132">
                  <c:v>1.2800000000000002</c:v>
                </c:pt>
                <c:pt idx="133">
                  <c:v>1.3200000000000003</c:v>
                </c:pt>
                <c:pt idx="134">
                  <c:v>1.3600000000000003</c:v>
                </c:pt>
                <c:pt idx="135">
                  <c:v>1.4000000000000004</c:v>
                </c:pt>
                <c:pt idx="136">
                  <c:v>1.4400000000000004</c:v>
                </c:pt>
                <c:pt idx="137">
                  <c:v>1.4800000000000004</c:v>
                </c:pt>
                <c:pt idx="138">
                  <c:v>1.5200000000000005</c:v>
                </c:pt>
                <c:pt idx="139">
                  <c:v>1.5600000000000005</c:v>
                </c:pt>
                <c:pt idx="140">
                  <c:v>1.6000000000000005</c:v>
                </c:pt>
                <c:pt idx="141">
                  <c:v>1.6399999999999997</c:v>
                </c:pt>
                <c:pt idx="142">
                  <c:v>1.6799999999999997</c:v>
                </c:pt>
                <c:pt idx="143">
                  <c:v>1.7199999999999998</c:v>
                </c:pt>
                <c:pt idx="144">
                  <c:v>1.7599999999999998</c:v>
                </c:pt>
                <c:pt idx="145">
                  <c:v>1.7999999999999998</c:v>
                </c:pt>
                <c:pt idx="146">
                  <c:v>1.8399999999999999</c:v>
                </c:pt>
                <c:pt idx="147">
                  <c:v>1.88</c:v>
                </c:pt>
                <c:pt idx="148">
                  <c:v>1.92</c:v>
                </c:pt>
                <c:pt idx="149">
                  <c:v>1.96</c:v>
                </c:pt>
                <c:pt idx="150">
                  <c:v>2</c:v>
                </c:pt>
                <c:pt idx="151">
                  <c:v>2.04</c:v>
                </c:pt>
                <c:pt idx="152">
                  <c:v>2.08</c:v>
                </c:pt>
                <c:pt idx="153">
                  <c:v>2.12</c:v>
                </c:pt>
                <c:pt idx="154">
                  <c:v>2.16</c:v>
                </c:pt>
                <c:pt idx="155">
                  <c:v>2.2000000000000002</c:v>
                </c:pt>
                <c:pt idx="156">
                  <c:v>2.2400000000000002</c:v>
                </c:pt>
                <c:pt idx="157">
                  <c:v>2.2800000000000002</c:v>
                </c:pt>
                <c:pt idx="158">
                  <c:v>2.3200000000000003</c:v>
                </c:pt>
                <c:pt idx="159">
                  <c:v>2.3600000000000003</c:v>
                </c:pt>
                <c:pt idx="160">
                  <c:v>2.4000000000000004</c:v>
                </c:pt>
                <c:pt idx="161">
                  <c:v>2.4400000000000004</c:v>
                </c:pt>
                <c:pt idx="162">
                  <c:v>2.4800000000000004</c:v>
                </c:pt>
                <c:pt idx="163">
                  <c:v>2.5200000000000005</c:v>
                </c:pt>
                <c:pt idx="164">
                  <c:v>2.5600000000000005</c:v>
                </c:pt>
                <c:pt idx="165">
                  <c:v>2.6000000000000005</c:v>
                </c:pt>
                <c:pt idx="166">
                  <c:v>2.6400000000000006</c:v>
                </c:pt>
                <c:pt idx="167">
                  <c:v>2.6799999999999997</c:v>
                </c:pt>
                <c:pt idx="168">
                  <c:v>2.7199999999999998</c:v>
                </c:pt>
                <c:pt idx="169">
                  <c:v>2.76</c:v>
                </c:pt>
                <c:pt idx="170">
                  <c:v>2.8</c:v>
                </c:pt>
                <c:pt idx="171">
                  <c:v>2.84</c:v>
                </c:pt>
                <c:pt idx="172">
                  <c:v>2.88</c:v>
                </c:pt>
                <c:pt idx="173">
                  <c:v>2.92</c:v>
                </c:pt>
                <c:pt idx="174">
                  <c:v>2.96</c:v>
                </c:pt>
                <c:pt idx="175">
                  <c:v>3</c:v>
                </c:pt>
                <c:pt idx="176">
                  <c:v>3.04</c:v>
                </c:pt>
                <c:pt idx="177">
                  <c:v>3.08</c:v>
                </c:pt>
                <c:pt idx="178">
                  <c:v>3.12</c:v>
                </c:pt>
                <c:pt idx="179">
                  <c:v>3.16</c:v>
                </c:pt>
                <c:pt idx="180">
                  <c:v>3.2</c:v>
                </c:pt>
                <c:pt idx="181">
                  <c:v>3.24</c:v>
                </c:pt>
                <c:pt idx="182">
                  <c:v>3.2800000000000002</c:v>
                </c:pt>
                <c:pt idx="183">
                  <c:v>3.3200000000000003</c:v>
                </c:pt>
                <c:pt idx="184">
                  <c:v>3.3600000000000003</c:v>
                </c:pt>
                <c:pt idx="185">
                  <c:v>3.4000000000000004</c:v>
                </c:pt>
                <c:pt idx="186">
                  <c:v>3.4400000000000004</c:v>
                </c:pt>
                <c:pt idx="187">
                  <c:v>3.4800000000000004</c:v>
                </c:pt>
                <c:pt idx="188">
                  <c:v>3.5200000000000005</c:v>
                </c:pt>
                <c:pt idx="189">
                  <c:v>3.5600000000000005</c:v>
                </c:pt>
                <c:pt idx="190">
                  <c:v>3.6000000000000005</c:v>
                </c:pt>
                <c:pt idx="191">
                  <c:v>3.6400000000000006</c:v>
                </c:pt>
                <c:pt idx="192">
                  <c:v>3.6799999999999997</c:v>
                </c:pt>
                <c:pt idx="193">
                  <c:v>3.7199999999999998</c:v>
                </c:pt>
                <c:pt idx="194">
                  <c:v>3.76</c:v>
                </c:pt>
                <c:pt idx="195">
                  <c:v>3.8</c:v>
                </c:pt>
                <c:pt idx="196">
                  <c:v>3.84</c:v>
                </c:pt>
                <c:pt idx="197">
                  <c:v>3.88</c:v>
                </c:pt>
                <c:pt idx="198">
                  <c:v>3.92</c:v>
                </c:pt>
                <c:pt idx="199">
                  <c:v>3.96</c:v>
                </c:pt>
                <c:pt idx="200">
                  <c:v>4</c:v>
                </c:pt>
              </c:numCache>
            </c:numRef>
          </c:cat>
          <c:val>
            <c:numRef>
              <c:f>Normal!$N$2:$N$202</c:f>
              <c:numCache>
                <c:formatCode>General</c:formatCode>
                <c:ptCount val="201"/>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#N/A</c:v>
                </c:pt>
                <c:pt idx="143">
                  <c:v>#N/A</c:v>
                </c:pt>
                <c:pt idx="144">
                  <c:v>#N/A</c:v>
                </c:pt>
                <c:pt idx="145">
                  <c:v>#N/A</c:v>
                </c:pt>
                <c:pt idx="146">
                  <c:v>#N/A</c:v>
                </c:pt>
                <c:pt idx="147">
                  <c:v>#N/A</c:v>
                </c:pt>
                <c:pt idx="148">
                  <c:v>#N/A</c:v>
                </c:pt>
                <c:pt idx="149">
                  <c:v>#N/A</c:v>
                </c:pt>
                <c:pt idx="150">
                  <c:v>#N/A</c:v>
                </c:pt>
                <c:pt idx="151">
                  <c:v>#N/A</c:v>
                </c:pt>
                <c:pt idx="152">
                  <c:v>#N/A</c:v>
                </c:pt>
                <c:pt idx="153">
                  <c:v>#N/A</c:v>
                </c:pt>
                <c:pt idx="154">
                  <c:v>#N/A</c:v>
                </c:pt>
                <c:pt idx="155">
                  <c:v>#N/A</c:v>
                </c:pt>
                <c:pt idx="156">
                  <c:v>#N/A</c:v>
                </c:pt>
                <c:pt idx="157">
                  <c:v>#N/A</c:v>
                </c:pt>
                <c:pt idx="158">
                  <c:v>#N/A</c:v>
                </c:pt>
                <c:pt idx="159">
                  <c:v>#N/A</c:v>
                </c:pt>
                <c:pt idx="160">
                  <c:v>#N/A</c:v>
                </c:pt>
                <c:pt idx="161">
                  <c:v>#N/A</c:v>
                </c:pt>
                <c:pt idx="162">
                  <c:v>#N/A</c:v>
                </c:pt>
                <c:pt idx="163">
                  <c:v>#N/A</c:v>
                </c:pt>
                <c:pt idx="164">
                  <c:v>#N/A</c:v>
                </c:pt>
                <c:pt idx="165">
                  <c:v>1.3582969233685602E-2</c:v>
                </c:pt>
                <c:pt idx="166">
                  <c:v>1.2231526351277954E-2</c:v>
                </c:pt>
                <c:pt idx="167">
                  <c:v>1.0996936629405587E-2</c:v>
                </c:pt>
                <c:pt idx="168">
                  <c:v>9.8711537947511439E-3</c:v>
                </c:pt>
                <c:pt idx="169">
                  <c:v>8.8464543982372315E-3</c:v>
                </c:pt>
                <c:pt idx="170">
                  <c:v>7.9154515829799686E-3</c:v>
                </c:pt>
                <c:pt idx="171">
                  <c:v>7.0711048860194487E-3</c:v>
                </c:pt>
                <c:pt idx="172">
                  <c:v>6.3067263962659275E-3</c:v>
                </c:pt>
                <c:pt idx="173">
                  <c:v>5.615983595990969E-3</c:v>
                </c:pt>
                <c:pt idx="174">
                  <c:v>4.9928992136123763E-3</c:v>
                </c:pt>
                <c:pt idx="175">
                  <c:v>4.4318484119380075E-3</c:v>
                </c:pt>
                <c:pt idx="176">
                  <c:v>3.9275536289247789E-3</c:v>
                </c:pt>
                <c:pt idx="177">
                  <c:v>3.4750773778549375E-3</c:v>
                </c:pt>
                <c:pt idx="178">
                  <c:v>3.0698133011047403E-3</c:v>
                </c:pt>
                <c:pt idx="179">
                  <c:v>2.7074757568406999E-3</c:v>
                </c:pt>
                <c:pt idx="180">
                  <c:v>2.3840882014648404E-3</c:v>
                </c:pt>
                <c:pt idx="181">
                  <c:v>2.0959706128579419E-3</c:v>
                </c:pt>
                <c:pt idx="182">
                  <c:v>1.8397261808242775E-3</c:v>
                </c:pt>
                <c:pt idx="183">
                  <c:v>1.6122274719771231E-3</c:v>
                </c:pt>
                <c:pt idx="184">
                  <c:v>1.4106022569413824E-3</c:v>
                </c:pt>
                <c:pt idx="185">
                  <c:v>1.2322191684730175E-3</c:v>
                </c:pt>
                <c:pt idx="186">
                  <c:v>1.0746733401537337E-3</c:v>
                </c:pt>
                <c:pt idx="187">
                  <c:v>9.3577215692747804E-4</c:v>
                </c:pt>
                <c:pt idx="188">
                  <c:v>8.1352123108180689E-4</c:v>
                </c:pt>
                <c:pt idx="189">
                  <c:v>7.0611070048803501E-4</c:v>
                </c:pt>
                <c:pt idx="190">
                  <c:v>6.1190193011377092E-4</c:v>
                </c:pt>
                <c:pt idx="191">
                  <c:v>5.2941468309493378E-4</c:v>
                </c:pt>
                <c:pt idx="192">
                  <c:v>4.5731481405985762E-4</c:v>
                </c:pt>
                <c:pt idx="193">
                  <c:v>3.9440252496915693E-4</c:v>
                </c:pt>
                <c:pt idx="194">
                  <c:v>3.3960121248365478E-4</c:v>
                </c:pt>
                <c:pt idx="195">
                  <c:v>2.9194692579146027E-4</c:v>
                </c:pt>
                <c:pt idx="196">
                  <c:v>2.5057844489086075E-4</c:v>
                </c:pt>
                <c:pt idx="197">
                  <c:v>2.1472798150036704E-4</c:v>
                </c:pt>
                <c:pt idx="198">
                  <c:v>1.8371249800245711E-4</c:v>
                </c:pt>
                <c:pt idx="199">
                  <c:v>1.5692563406553226E-4</c:v>
                </c:pt>
                <c:pt idx="200">
                  <c:v>1.3383022576488537E-4</c:v>
                </c:pt>
              </c:numCache>
            </c:numRef>
          </c:val>
        </c:ser>
        <c:dLbls>
          <c:showLegendKey val="0"/>
          <c:showVal val="0"/>
          <c:showCatName val="0"/>
          <c:showSerName val="0"/>
          <c:showPercent val="0"/>
          <c:showBubbleSize val="0"/>
        </c:dLbls>
        <c:gapWidth val="0"/>
        <c:overlap val="100"/>
        <c:axId val="98090368"/>
        <c:axId val="98100352"/>
      </c:barChart>
      <c:lineChart>
        <c:grouping val="standard"/>
        <c:varyColors val="0"/>
        <c:ser>
          <c:idx val="0"/>
          <c:order val="2"/>
          <c:spPr>
            <a:ln w="25400">
              <a:solidFill>
                <a:srgbClr val="000080"/>
              </a:solidFill>
              <a:prstDash val="solid"/>
            </a:ln>
          </c:spPr>
          <c:marker>
            <c:symbol val="none"/>
          </c:marker>
          <c:cat>
            <c:numRef>
              <c:f>Normal!$K$2:$K$202</c:f>
              <c:numCache>
                <c:formatCode>General</c:formatCode>
                <c:ptCount val="201"/>
                <c:pt idx="0">
                  <c:v>-4</c:v>
                </c:pt>
                <c:pt idx="1">
                  <c:v>-3.96</c:v>
                </c:pt>
                <c:pt idx="2">
                  <c:v>-3.92</c:v>
                </c:pt>
                <c:pt idx="3">
                  <c:v>-3.88</c:v>
                </c:pt>
                <c:pt idx="4">
                  <c:v>-3.84</c:v>
                </c:pt>
                <c:pt idx="5">
                  <c:v>-3.8</c:v>
                </c:pt>
                <c:pt idx="6">
                  <c:v>-3.76</c:v>
                </c:pt>
                <c:pt idx="7">
                  <c:v>-3.7199999999999998</c:v>
                </c:pt>
                <c:pt idx="8">
                  <c:v>-3.68</c:v>
                </c:pt>
                <c:pt idx="9">
                  <c:v>-3.64</c:v>
                </c:pt>
                <c:pt idx="10">
                  <c:v>-3.6</c:v>
                </c:pt>
                <c:pt idx="11">
                  <c:v>-3.56</c:v>
                </c:pt>
                <c:pt idx="12">
                  <c:v>-3.52</c:v>
                </c:pt>
                <c:pt idx="13">
                  <c:v>-3.48</c:v>
                </c:pt>
                <c:pt idx="14">
                  <c:v>-3.44</c:v>
                </c:pt>
                <c:pt idx="15">
                  <c:v>-3.4</c:v>
                </c:pt>
                <c:pt idx="16">
                  <c:v>-3.36</c:v>
                </c:pt>
                <c:pt idx="17">
                  <c:v>-3.32</c:v>
                </c:pt>
                <c:pt idx="18">
                  <c:v>-3.2800000000000002</c:v>
                </c:pt>
                <c:pt idx="19">
                  <c:v>-3.24</c:v>
                </c:pt>
                <c:pt idx="20">
                  <c:v>-3.2</c:v>
                </c:pt>
                <c:pt idx="21">
                  <c:v>-3.16</c:v>
                </c:pt>
                <c:pt idx="22">
                  <c:v>-3.12</c:v>
                </c:pt>
                <c:pt idx="23">
                  <c:v>-3.08</c:v>
                </c:pt>
                <c:pt idx="24">
                  <c:v>-3.04</c:v>
                </c:pt>
                <c:pt idx="25">
                  <c:v>-3</c:v>
                </c:pt>
                <c:pt idx="26">
                  <c:v>-2.96</c:v>
                </c:pt>
                <c:pt idx="27">
                  <c:v>-2.92</c:v>
                </c:pt>
                <c:pt idx="28">
                  <c:v>-2.88</c:v>
                </c:pt>
                <c:pt idx="29">
                  <c:v>-2.84</c:v>
                </c:pt>
                <c:pt idx="30">
                  <c:v>-2.8</c:v>
                </c:pt>
                <c:pt idx="31">
                  <c:v>-2.76</c:v>
                </c:pt>
                <c:pt idx="32">
                  <c:v>-2.7199999999999998</c:v>
                </c:pt>
                <c:pt idx="33">
                  <c:v>-2.6799999999999997</c:v>
                </c:pt>
                <c:pt idx="34">
                  <c:v>-2.6399999999999997</c:v>
                </c:pt>
                <c:pt idx="35">
                  <c:v>-2.5999999999999996</c:v>
                </c:pt>
                <c:pt idx="36">
                  <c:v>-2.56</c:v>
                </c:pt>
                <c:pt idx="37">
                  <c:v>-2.52</c:v>
                </c:pt>
                <c:pt idx="38">
                  <c:v>-2.48</c:v>
                </c:pt>
                <c:pt idx="39">
                  <c:v>-2.44</c:v>
                </c:pt>
                <c:pt idx="40">
                  <c:v>-2.4</c:v>
                </c:pt>
                <c:pt idx="41">
                  <c:v>-2.36</c:v>
                </c:pt>
                <c:pt idx="42">
                  <c:v>-2.3200000000000003</c:v>
                </c:pt>
                <c:pt idx="43">
                  <c:v>-2.2800000000000002</c:v>
                </c:pt>
                <c:pt idx="44">
                  <c:v>-2.2400000000000002</c:v>
                </c:pt>
                <c:pt idx="45">
                  <c:v>-2.2000000000000002</c:v>
                </c:pt>
                <c:pt idx="46">
                  <c:v>-2.16</c:v>
                </c:pt>
                <c:pt idx="47">
                  <c:v>-2.12</c:v>
                </c:pt>
                <c:pt idx="48">
                  <c:v>-2.08</c:v>
                </c:pt>
                <c:pt idx="49">
                  <c:v>-2.04</c:v>
                </c:pt>
                <c:pt idx="50">
                  <c:v>-2</c:v>
                </c:pt>
                <c:pt idx="51">
                  <c:v>-1.96</c:v>
                </c:pt>
                <c:pt idx="52">
                  <c:v>-1.92</c:v>
                </c:pt>
                <c:pt idx="53">
                  <c:v>-1.88</c:v>
                </c:pt>
                <c:pt idx="54">
                  <c:v>-1.8399999999999999</c:v>
                </c:pt>
                <c:pt idx="55">
                  <c:v>-1.7999999999999998</c:v>
                </c:pt>
                <c:pt idx="56">
                  <c:v>-1.7599999999999998</c:v>
                </c:pt>
                <c:pt idx="57">
                  <c:v>-1.7199999999999998</c:v>
                </c:pt>
                <c:pt idx="58">
                  <c:v>-1.6800000000000002</c:v>
                </c:pt>
                <c:pt idx="59">
                  <c:v>-1.6400000000000001</c:v>
                </c:pt>
                <c:pt idx="60">
                  <c:v>-1.6</c:v>
                </c:pt>
                <c:pt idx="61">
                  <c:v>-1.56</c:v>
                </c:pt>
                <c:pt idx="62">
                  <c:v>-1.52</c:v>
                </c:pt>
                <c:pt idx="63">
                  <c:v>-1.48</c:v>
                </c:pt>
                <c:pt idx="64">
                  <c:v>-1.44</c:v>
                </c:pt>
                <c:pt idx="65">
                  <c:v>-1.4</c:v>
                </c:pt>
                <c:pt idx="66">
                  <c:v>-1.3599999999999999</c:v>
                </c:pt>
                <c:pt idx="67">
                  <c:v>-1.3199999999999998</c:v>
                </c:pt>
                <c:pt idx="68">
                  <c:v>-1.2799999999999998</c:v>
                </c:pt>
                <c:pt idx="69">
                  <c:v>-1.2399999999999998</c:v>
                </c:pt>
                <c:pt idx="70">
                  <c:v>-1.1999999999999997</c:v>
                </c:pt>
                <c:pt idx="71">
                  <c:v>-1.1600000000000001</c:v>
                </c:pt>
                <c:pt idx="72">
                  <c:v>-1.1200000000000001</c:v>
                </c:pt>
                <c:pt idx="73">
                  <c:v>-1.08</c:v>
                </c:pt>
                <c:pt idx="74">
                  <c:v>-1.04</c:v>
                </c:pt>
                <c:pt idx="75">
                  <c:v>-1</c:v>
                </c:pt>
                <c:pt idx="76">
                  <c:v>-0.96</c:v>
                </c:pt>
                <c:pt idx="77">
                  <c:v>-0.91999999999999993</c:v>
                </c:pt>
                <c:pt idx="78">
                  <c:v>-0.87999999999999989</c:v>
                </c:pt>
                <c:pt idx="79">
                  <c:v>-0.83999999999999986</c:v>
                </c:pt>
                <c:pt idx="80">
                  <c:v>-0.79999999999999982</c:v>
                </c:pt>
                <c:pt idx="81">
                  <c:v>-0.75999999999999979</c:v>
                </c:pt>
                <c:pt idx="82">
                  <c:v>-0.71999999999999975</c:v>
                </c:pt>
                <c:pt idx="83">
                  <c:v>-0.67999999999999972</c:v>
                </c:pt>
                <c:pt idx="84">
                  <c:v>-0.64000000000000012</c:v>
                </c:pt>
                <c:pt idx="85">
                  <c:v>-0.60000000000000009</c:v>
                </c:pt>
                <c:pt idx="86">
                  <c:v>-0.56000000000000005</c:v>
                </c:pt>
                <c:pt idx="87">
                  <c:v>-0.52</c:v>
                </c:pt>
                <c:pt idx="88">
                  <c:v>-0.48</c:v>
                </c:pt>
                <c:pt idx="89">
                  <c:v>-0.43999999999999995</c:v>
                </c:pt>
                <c:pt idx="90">
                  <c:v>-0.39999999999999991</c:v>
                </c:pt>
                <c:pt idx="91">
                  <c:v>-0.35999999999999988</c:v>
                </c:pt>
                <c:pt idx="92">
                  <c:v>-0.31999999999999984</c:v>
                </c:pt>
                <c:pt idx="93">
                  <c:v>-0.2799999999999998</c:v>
                </c:pt>
                <c:pt idx="94">
                  <c:v>-0.23999999999999977</c:v>
                </c:pt>
                <c:pt idx="95">
                  <c:v>-0.19999999999999973</c:v>
                </c:pt>
                <c:pt idx="96">
                  <c:v>-0.16000000000000014</c:v>
                </c:pt>
                <c:pt idx="97">
                  <c:v>-0.12000000000000011</c:v>
                </c:pt>
                <c:pt idx="98">
                  <c:v>-8.0000000000000071E-2</c:v>
                </c:pt>
                <c:pt idx="99">
                  <c:v>-4.0000000000000036E-2</c:v>
                </c:pt>
                <c:pt idx="100">
                  <c:v>0</c:v>
                </c:pt>
                <c:pt idx="101">
                  <c:v>4.0000000000000036E-2</c:v>
                </c:pt>
                <c:pt idx="102">
                  <c:v>8.0000000000000071E-2</c:v>
                </c:pt>
                <c:pt idx="103">
                  <c:v>0.12000000000000011</c:v>
                </c:pt>
                <c:pt idx="104">
                  <c:v>0.16000000000000014</c:v>
                </c:pt>
                <c:pt idx="105">
                  <c:v>0.20000000000000018</c:v>
                </c:pt>
                <c:pt idx="106">
                  <c:v>0.24000000000000021</c:v>
                </c:pt>
                <c:pt idx="107">
                  <c:v>0.28000000000000025</c:v>
                </c:pt>
                <c:pt idx="108">
                  <c:v>0.32000000000000028</c:v>
                </c:pt>
                <c:pt idx="109">
                  <c:v>0.36000000000000032</c:v>
                </c:pt>
                <c:pt idx="110">
                  <c:v>0.40000000000000036</c:v>
                </c:pt>
                <c:pt idx="111">
                  <c:v>0.44000000000000039</c:v>
                </c:pt>
                <c:pt idx="112">
                  <c:v>0.48000000000000043</c:v>
                </c:pt>
                <c:pt idx="113">
                  <c:v>0.52000000000000046</c:v>
                </c:pt>
                <c:pt idx="114">
                  <c:v>0.5600000000000005</c:v>
                </c:pt>
                <c:pt idx="115">
                  <c:v>0.60000000000000053</c:v>
                </c:pt>
                <c:pt idx="116">
                  <c:v>0.63999999999999968</c:v>
                </c:pt>
                <c:pt idx="117">
                  <c:v>0.67999999999999972</c:v>
                </c:pt>
                <c:pt idx="118">
                  <c:v>0.71999999999999975</c:v>
                </c:pt>
                <c:pt idx="119">
                  <c:v>0.75999999999999979</c:v>
                </c:pt>
                <c:pt idx="120">
                  <c:v>0.79999999999999982</c:v>
                </c:pt>
                <c:pt idx="121">
                  <c:v>0.83999999999999986</c:v>
                </c:pt>
                <c:pt idx="122">
                  <c:v>0.87999999999999989</c:v>
                </c:pt>
                <c:pt idx="123">
                  <c:v>0.91999999999999993</c:v>
                </c:pt>
                <c:pt idx="124">
                  <c:v>0.96</c:v>
                </c:pt>
                <c:pt idx="125">
                  <c:v>1</c:v>
                </c:pt>
                <c:pt idx="126">
                  <c:v>1.04</c:v>
                </c:pt>
                <c:pt idx="127">
                  <c:v>1.08</c:v>
                </c:pt>
                <c:pt idx="128">
                  <c:v>1.1200000000000001</c:v>
                </c:pt>
                <c:pt idx="129">
                  <c:v>1.1600000000000001</c:v>
                </c:pt>
                <c:pt idx="130">
                  <c:v>1.2000000000000002</c:v>
                </c:pt>
                <c:pt idx="131">
                  <c:v>1.2400000000000002</c:v>
                </c:pt>
                <c:pt idx="132">
                  <c:v>1.2800000000000002</c:v>
                </c:pt>
                <c:pt idx="133">
                  <c:v>1.3200000000000003</c:v>
                </c:pt>
                <c:pt idx="134">
                  <c:v>1.3600000000000003</c:v>
                </c:pt>
                <c:pt idx="135">
                  <c:v>1.4000000000000004</c:v>
                </c:pt>
                <c:pt idx="136">
                  <c:v>1.4400000000000004</c:v>
                </c:pt>
                <c:pt idx="137">
                  <c:v>1.4800000000000004</c:v>
                </c:pt>
                <c:pt idx="138">
                  <c:v>1.5200000000000005</c:v>
                </c:pt>
                <c:pt idx="139">
                  <c:v>1.5600000000000005</c:v>
                </c:pt>
                <c:pt idx="140">
                  <c:v>1.6000000000000005</c:v>
                </c:pt>
                <c:pt idx="141">
                  <c:v>1.6399999999999997</c:v>
                </c:pt>
                <c:pt idx="142">
                  <c:v>1.6799999999999997</c:v>
                </c:pt>
                <c:pt idx="143">
                  <c:v>1.7199999999999998</c:v>
                </c:pt>
                <c:pt idx="144">
                  <c:v>1.7599999999999998</c:v>
                </c:pt>
                <c:pt idx="145">
                  <c:v>1.7999999999999998</c:v>
                </c:pt>
                <c:pt idx="146">
                  <c:v>1.8399999999999999</c:v>
                </c:pt>
                <c:pt idx="147">
                  <c:v>1.88</c:v>
                </c:pt>
                <c:pt idx="148">
                  <c:v>1.92</c:v>
                </c:pt>
                <c:pt idx="149">
                  <c:v>1.96</c:v>
                </c:pt>
                <c:pt idx="150">
                  <c:v>2</c:v>
                </c:pt>
                <c:pt idx="151">
                  <c:v>2.04</c:v>
                </c:pt>
                <c:pt idx="152">
                  <c:v>2.08</c:v>
                </c:pt>
                <c:pt idx="153">
                  <c:v>2.12</c:v>
                </c:pt>
                <c:pt idx="154">
                  <c:v>2.16</c:v>
                </c:pt>
                <c:pt idx="155">
                  <c:v>2.2000000000000002</c:v>
                </c:pt>
                <c:pt idx="156">
                  <c:v>2.2400000000000002</c:v>
                </c:pt>
                <c:pt idx="157">
                  <c:v>2.2800000000000002</c:v>
                </c:pt>
                <c:pt idx="158">
                  <c:v>2.3200000000000003</c:v>
                </c:pt>
                <c:pt idx="159">
                  <c:v>2.3600000000000003</c:v>
                </c:pt>
                <c:pt idx="160">
                  <c:v>2.4000000000000004</c:v>
                </c:pt>
                <c:pt idx="161">
                  <c:v>2.4400000000000004</c:v>
                </c:pt>
                <c:pt idx="162">
                  <c:v>2.4800000000000004</c:v>
                </c:pt>
                <c:pt idx="163">
                  <c:v>2.5200000000000005</c:v>
                </c:pt>
                <c:pt idx="164">
                  <c:v>2.5600000000000005</c:v>
                </c:pt>
                <c:pt idx="165">
                  <c:v>2.6000000000000005</c:v>
                </c:pt>
                <c:pt idx="166">
                  <c:v>2.6400000000000006</c:v>
                </c:pt>
                <c:pt idx="167">
                  <c:v>2.6799999999999997</c:v>
                </c:pt>
                <c:pt idx="168">
                  <c:v>2.7199999999999998</c:v>
                </c:pt>
                <c:pt idx="169">
                  <c:v>2.76</c:v>
                </c:pt>
                <c:pt idx="170">
                  <c:v>2.8</c:v>
                </c:pt>
                <c:pt idx="171">
                  <c:v>2.84</c:v>
                </c:pt>
                <c:pt idx="172">
                  <c:v>2.88</c:v>
                </c:pt>
                <c:pt idx="173">
                  <c:v>2.92</c:v>
                </c:pt>
                <c:pt idx="174">
                  <c:v>2.96</c:v>
                </c:pt>
                <c:pt idx="175">
                  <c:v>3</c:v>
                </c:pt>
                <c:pt idx="176">
                  <c:v>3.04</c:v>
                </c:pt>
                <c:pt idx="177">
                  <c:v>3.08</c:v>
                </c:pt>
                <c:pt idx="178">
                  <c:v>3.12</c:v>
                </c:pt>
                <c:pt idx="179">
                  <c:v>3.16</c:v>
                </c:pt>
                <c:pt idx="180">
                  <c:v>3.2</c:v>
                </c:pt>
                <c:pt idx="181">
                  <c:v>3.24</c:v>
                </c:pt>
                <c:pt idx="182">
                  <c:v>3.2800000000000002</c:v>
                </c:pt>
                <c:pt idx="183">
                  <c:v>3.3200000000000003</c:v>
                </c:pt>
                <c:pt idx="184">
                  <c:v>3.3600000000000003</c:v>
                </c:pt>
                <c:pt idx="185">
                  <c:v>3.4000000000000004</c:v>
                </c:pt>
                <c:pt idx="186">
                  <c:v>3.4400000000000004</c:v>
                </c:pt>
                <c:pt idx="187">
                  <c:v>3.4800000000000004</c:v>
                </c:pt>
                <c:pt idx="188">
                  <c:v>3.5200000000000005</c:v>
                </c:pt>
                <c:pt idx="189">
                  <c:v>3.5600000000000005</c:v>
                </c:pt>
                <c:pt idx="190">
                  <c:v>3.6000000000000005</c:v>
                </c:pt>
                <c:pt idx="191">
                  <c:v>3.6400000000000006</c:v>
                </c:pt>
                <c:pt idx="192">
                  <c:v>3.6799999999999997</c:v>
                </c:pt>
                <c:pt idx="193">
                  <c:v>3.7199999999999998</c:v>
                </c:pt>
                <c:pt idx="194">
                  <c:v>3.76</c:v>
                </c:pt>
                <c:pt idx="195">
                  <c:v>3.8</c:v>
                </c:pt>
                <c:pt idx="196">
                  <c:v>3.84</c:v>
                </c:pt>
                <c:pt idx="197">
                  <c:v>3.88</c:v>
                </c:pt>
                <c:pt idx="198">
                  <c:v>3.92</c:v>
                </c:pt>
                <c:pt idx="199">
                  <c:v>3.96</c:v>
                </c:pt>
                <c:pt idx="200">
                  <c:v>4</c:v>
                </c:pt>
              </c:numCache>
            </c:numRef>
          </c:cat>
          <c:val>
            <c:numRef>
              <c:f>Normal!$L$2:$L$202</c:f>
              <c:numCache>
                <c:formatCode>General</c:formatCode>
                <c:ptCount val="201"/>
                <c:pt idx="0">
                  <c:v>1.3383022576488537E-4</c:v>
                </c:pt>
                <c:pt idx="1">
                  <c:v>1.5692563406553226E-4</c:v>
                </c:pt>
                <c:pt idx="2">
                  <c:v>1.8371249800245711E-4</c:v>
                </c:pt>
                <c:pt idx="3">
                  <c:v>2.1472798150036704E-4</c:v>
                </c:pt>
                <c:pt idx="4">
                  <c:v>2.5057844489086075E-4</c:v>
                </c:pt>
                <c:pt idx="5">
                  <c:v>2.9194692579146027E-4</c:v>
                </c:pt>
                <c:pt idx="6">
                  <c:v>3.3960121248365478E-4</c:v>
                </c:pt>
                <c:pt idx="7">
                  <c:v>3.9440252496915693E-4</c:v>
                </c:pt>
                <c:pt idx="8">
                  <c:v>4.5731481405985675E-4</c:v>
                </c:pt>
                <c:pt idx="9">
                  <c:v>5.2941468309493475E-4</c:v>
                </c:pt>
                <c:pt idx="10">
                  <c:v>6.119019301137719E-4</c:v>
                </c:pt>
                <c:pt idx="11">
                  <c:v>7.061107004880362E-4</c:v>
                </c:pt>
                <c:pt idx="12">
                  <c:v>8.1352123108180841E-4</c:v>
                </c:pt>
                <c:pt idx="13">
                  <c:v>9.3577215692747977E-4</c:v>
                </c:pt>
                <c:pt idx="14">
                  <c:v>1.0746733401537356E-3</c:v>
                </c:pt>
                <c:pt idx="15">
                  <c:v>1.2322191684730199E-3</c:v>
                </c:pt>
                <c:pt idx="16">
                  <c:v>1.4106022569413848E-3</c:v>
                </c:pt>
                <c:pt idx="17">
                  <c:v>1.6122274719771244E-3</c:v>
                </c:pt>
                <c:pt idx="18">
                  <c:v>1.8397261808242775E-3</c:v>
                </c:pt>
                <c:pt idx="19">
                  <c:v>2.0959706128579419E-3</c:v>
                </c:pt>
                <c:pt idx="20">
                  <c:v>2.3840882014648404E-3</c:v>
                </c:pt>
                <c:pt idx="21">
                  <c:v>2.7074757568406999E-3</c:v>
                </c:pt>
                <c:pt idx="22">
                  <c:v>3.0698133011047403E-3</c:v>
                </c:pt>
                <c:pt idx="23">
                  <c:v>3.4750773778549375E-3</c:v>
                </c:pt>
                <c:pt idx="24">
                  <c:v>3.9275536289247789E-3</c:v>
                </c:pt>
                <c:pt idx="25">
                  <c:v>4.4318484119380075E-3</c:v>
                </c:pt>
                <c:pt idx="26">
                  <c:v>4.9928992136123763E-3</c:v>
                </c:pt>
                <c:pt idx="27">
                  <c:v>5.615983595990969E-3</c:v>
                </c:pt>
                <c:pt idx="28">
                  <c:v>6.3067263962659275E-3</c:v>
                </c:pt>
                <c:pt idx="29">
                  <c:v>7.0711048860194487E-3</c:v>
                </c:pt>
                <c:pt idx="30">
                  <c:v>7.9154515829799686E-3</c:v>
                </c:pt>
                <c:pt idx="31">
                  <c:v>8.8464543982372315E-3</c:v>
                </c:pt>
                <c:pt idx="32">
                  <c:v>9.8711537947511439E-3</c:v>
                </c:pt>
                <c:pt idx="33">
                  <c:v>1.0996936629405587E-2</c:v>
                </c:pt>
                <c:pt idx="34">
                  <c:v>1.2231526351277987E-2</c:v>
                </c:pt>
                <c:pt idx="35">
                  <c:v>1.3582969233685634E-2</c:v>
                </c:pt>
                <c:pt idx="36">
                  <c:v>1.5059616327377449E-2</c:v>
                </c:pt>
                <c:pt idx="37">
                  <c:v>1.6670100837381057E-2</c:v>
                </c:pt>
                <c:pt idx="38">
                  <c:v>1.8423310646862048E-2</c:v>
                </c:pt>
                <c:pt idx="39">
                  <c:v>2.0328355738225837E-2</c:v>
                </c:pt>
                <c:pt idx="40">
                  <c:v>2.2394530294842899E-2</c:v>
                </c:pt>
                <c:pt idx="41">
                  <c:v>2.4631269306382507E-2</c:v>
                </c:pt>
                <c:pt idx="42">
                  <c:v>2.7048099546881761E-2</c:v>
                </c:pt>
                <c:pt idx="43">
                  <c:v>2.965458484734125E-2</c:v>
                </c:pt>
                <c:pt idx="44">
                  <c:v>3.2460265643697445E-2</c:v>
                </c:pt>
                <c:pt idx="45">
                  <c:v>3.5474592846231424E-2</c:v>
                </c:pt>
                <c:pt idx="46">
                  <c:v>3.8706856147455608E-2</c:v>
                </c:pt>
                <c:pt idx="47">
                  <c:v>4.2166106961770311E-2</c:v>
                </c:pt>
                <c:pt idx="48">
                  <c:v>4.5861076271054887E-2</c:v>
                </c:pt>
                <c:pt idx="49">
                  <c:v>4.9800087735070775E-2</c:v>
                </c:pt>
                <c:pt idx="50">
                  <c:v>5.3990966513188063E-2</c:v>
                </c:pt>
                <c:pt idx="51">
                  <c:v>5.8440944333451469E-2</c:v>
                </c:pt>
                <c:pt idx="52">
                  <c:v>6.3156561435198655E-2</c:v>
                </c:pt>
                <c:pt idx="53">
                  <c:v>6.8143566101044578E-2</c:v>
                </c:pt>
                <c:pt idx="54">
                  <c:v>7.3406812581656919E-2</c:v>
                </c:pt>
                <c:pt idx="55">
                  <c:v>7.8950158300894177E-2</c:v>
                </c:pt>
                <c:pt idx="56">
                  <c:v>8.4776361308022255E-2</c:v>
                </c:pt>
                <c:pt idx="57">
                  <c:v>9.0886979016282898E-2</c:v>
                </c:pt>
                <c:pt idx="58">
                  <c:v>9.7282269331467469E-2</c:v>
                </c:pt>
                <c:pt idx="59">
                  <c:v>0.10396109532876419</c:v>
                </c:pt>
                <c:pt idx="60">
                  <c:v>0.11092083467945554</c:v>
                </c:pt>
                <c:pt idx="61">
                  <c:v>0.11815729505958227</c:v>
                </c:pt>
                <c:pt idx="62">
                  <c:v>0.12566463678908815</c:v>
                </c:pt>
                <c:pt idx="63">
                  <c:v>0.13343530395100231</c:v>
                </c:pt>
                <c:pt idx="64">
                  <c:v>0.14145996522483878</c:v>
                </c:pt>
                <c:pt idx="65">
                  <c:v>0.14972746563574488</c:v>
                </c:pt>
                <c:pt idx="66">
                  <c:v>0.15822479037038306</c:v>
                </c:pt>
                <c:pt idx="67">
                  <c:v>0.16693704174171387</c:v>
                </c:pt>
                <c:pt idx="68">
                  <c:v>0.17584743029766242</c:v>
                </c:pt>
                <c:pt idx="69">
                  <c:v>0.18493728096330536</c:v>
                </c:pt>
                <c:pt idx="70">
                  <c:v>0.19418605498321304</c:v>
                </c:pt>
                <c:pt idx="71">
                  <c:v>0.20357138829075938</c:v>
                </c:pt>
                <c:pt idx="72">
                  <c:v>0.21306914677571784</c:v>
                </c:pt>
                <c:pt idx="73">
                  <c:v>0.22265349875176113</c:v>
                </c:pt>
                <c:pt idx="74">
                  <c:v>0.2322970047433662</c:v>
                </c:pt>
                <c:pt idx="75">
                  <c:v>0.24197072451914337</c:v>
                </c:pt>
                <c:pt idx="76">
                  <c:v>0.25164434109811712</c:v>
                </c:pt>
                <c:pt idx="77">
                  <c:v>0.26128630124955315</c:v>
                </c:pt>
                <c:pt idx="78">
                  <c:v>0.27086397179833804</c:v>
                </c:pt>
                <c:pt idx="79">
                  <c:v>0.28034381083962062</c:v>
                </c:pt>
                <c:pt idx="80">
                  <c:v>0.28969155276148278</c:v>
                </c:pt>
                <c:pt idx="81">
                  <c:v>0.29887240577595287</c:v>
                </c:pt>
                <c:pt idx="82">
                  <c:v>0.30785126046985301</c:v>
                </c:pt>
                <c:pt idx="83">
                  <c:v>0.31659290771089288</c:v>
                </c:pt>
                <c:pt idx="84">
                  <c:v>0.32506226408408212</c:v>
                </c:pt>
                <c:pt idx="85">
                  <c:v>0.33322460289179967</c:v>
                </c:pt>
                <c:pt idx="86">
                  <c:v>0.34104578863035256</c:v>
                </c:pt>
                <c:pt idx="87">
                  <c:v>0.34849251275897447</c:v>
                </c:pt>
                <c:pt idx="88">
                  <c:v>0.35553252850599709</c:v>
                </c:pt>
                <c:pt idx="89">
                  <c:v>0.36213488241309222</c:v>
                </c:pt>
                <c:pt idx="90">
                  <c:v>0.36827014030332339</c:v>
                </c:pt>
                <c:pt idx="91">
                  <c:v>0.37391060537312842</c:v>
                </c:pt>
                <c:pt idx="92">
                  <c:v>0.37903052615270172</c:v>
                </c:pt>
                <c:pt idx="93">
                  <c:v>0.38360629215347858</c:v>
                </c:pt>
                <c:pt idx="94">
                  <c:v>0.38761661512501416</c:v>
                </c:pt>
                <c:pt idx="95">
                  <c:v>0.39104269397545594</c:v>
                </c:pt>
                <c:pt idx="96">
                  <c:v>0.39386836156854083</c:v>
                </c:pt>
                <c:pt idx="97">
                  <c:v>0.3960802117936561</c:v>
                </c:pt>
                <c:pt idx="98">
                  <c:v>0.39766770551160885</c:v>
                </c:pt>
                <c:pt idx="99">
                  <c:v>0.39862325420460504</c:v>
                </c:pt>
                <c:pt idx="100">
                  <c:v>0.3989422804014327</c:v>
                </c:pt>
                <c:pt idx="101">
                  <c:v>0.39862325420460504</c:v>
                </c:pt>
                <c:pt idx="102">
                  <c:v>0.39766770551160885</c:v>
                </c:pt>
                <c:pt idx="103">
                  <c:v>0.3960802117936561</c:v>
                </c:pt>
                <c:pt idx="104">
                  <c:v>0.39386836156854083</c:v>
                </c:pt>
                <c:pt idx="105">
                  <c:v>0.39104269397545588</c:v>
                </c:pt>
                <c:pt idx="106">
                  <c:v>0.38761661512501411</c:v>
                </c:pt>
                <c:pt idx="107">
                  <c:v>0.38360629215347852</c:v>
                </c:pt>
                <c:pt idx="108">
                  <c:v>0.37903052615270166</c:v>
                </c:pt>
                <c:pt idx="109">
                  <c:v>0.37391060537312837</c:v>
                </c:pt>
                <c:pt idx="110">
                  <c:v>0.36827014030332328</c:v>
                </c:pt>
                <c:pt idx="111">
                  <c:v>0.36213488241309216</c:v>
                </c:pt>
                <c:pt idx="112">
                  <c:v>0.35553252850599704</c:v>
                </c:pt>
                <c:pt idx="113">
                  <c:v>0.34849251275897447</c:v>
                </c:pt>
                <c:pt idx="114">
                  <c:v>0.34104578863035245</c:v>
                </c:pt>
                <c:pt idx="115">
                  <c:v>0.33322460289179956</c:v>
                </c:pt>
                <c:pt idx="116">
                  <c:v>0.32506226408408218</c:v>
                </c:pt>
                <c:pt idx="117">
                  <c:v>0.31659290771089288</c:v>
                </c:pt>
                <c:pt idx="118">
                  <c:v>0.30785126046985301</c:v>
                </c:pt>
                <c:pt idx="119">
                  <c:v>0.29887240577595287</c:v>
                </c:pt>
                <c:pt idx="120">
                  <c:v>0.28969155276148278</c:v>
                </c:pt>
                <c:pt idx="121">
                  <c:v>0.28034381083962062</c:v>
                </c:pt>
                <c:pt idx="122">
                  <c:v>0.27086397179833804</c:v>
                </c:pt>
                <c:pt idx="123">
                  <c:v>0.26128630124955315</c:v>
                </c:pt>
                <c:pt idx="124">
                  <c:v>0.25164434109811712</c:v>
                </c:pt>
                <c:pt idx="125">
                  <c:v>0.24197072451914337</c:v>
                </c:pt>
                <c:pt idx="126">
                  <c:v>0.2322970047433662</c:v>
                </c:pt>
                <c:pt idx="127">
                  <c:v>0.22265349875176113</c:v>
                </c:pt>
                <c:pt idx="128">
                  <c:v>0.21306914677571784</c:v>
                </c:pt>
                <c:pt idx="129">
                  <c:v>0.20357138829075938</c:v>
                </c:pt>
                <c:pt idx="130">
                  <c:v>0.19418605498321292</c:v>
                </c:pt>
                <c:pt idx="131">
                  <c:v>0.18493728096330525</c:v>
                </c:pt>
                <c:pt idx="132">
                  <c:v>0.17584743029766231</c:v>
                </c:pt>
                <c:pt idx="133">
                  <c:v>0.16693704174171375</c:v>
                </c:pt>
                <c:pt idx="134">
                  <c:v>0.15822479037038298</c:v>
                </c:pt>
                <c:pt idx="135">
                  <c:v>0.14972746563574479</c:v>
                </c:pt>
                <c:pt idx="136">
                  <c:v>0.1414599652248387</c:v>
                </c:pt>
                <c:pt idx="137">
                  <c:v>0.1334353039510022</c:v>
                </c:pt>
                <c:pt idx="138">
                  <c:v>0.12566463678908804</c:v>
                </c:pt>
                <c:pt idx="139">
                  <c:v>0.11815729505958221</c:v>
                </c:pt>
                <c:pt idx="140">
                  <c:v>0.11092083467945546</c:v>
                </c:pt>
                <c:pt idx="141">
                  <c:v>0.10396109532876426</c:v>
                </c:pt>
                <c:pt idx="142">
                  <c:v>9.7282269331467539E-2</c:v>
                </c:pt>
                <c:pt idx="143">
                  <c:v>9.0886979016282898E-2</c:v>
                </c:pt>
                <c:pt idx="144">
                  <c:v>8.4776361308022255E-2</c:v>
                </c:pt>
                <c:pt idx="145">
                  <c:v>7.8950158300894177E-2</c:v>
                </c:pt>
                <c:pt idx="146">
                  <c:v>7.3406812581656919E-2</c:v>
                </c:pt>
                <c:pt idx="147">
                  <c:v>6.8143566101044578E-2</c:v>
                </c:pt>
                <c:pt idx="148">
                  <c:v>6.3156561435198655E-2</c:v>
                </c:pt>
                <c:pt idx="149">
                  <c:v>5.8440944333451469E-2</c:v>
                </c:pt>
                <c:pt idx="150">
                  <c:v>5.3990966513188063E-2</c:v>
                </c:pt>
                <c:pt idx="151">
                  <c:v>4.9800087735070775E-2</c:v>
                </c:pt>
                <c:pt idx="152">
                  <c:v>4.5861076271054887E-2</c:v>
                </c:pt>
                <c:pt idx="153">
                  <c:v>4.2166106961770311E-2</c:v>
                </c:pt>
                <c:pt idx="154">
                  <c:v>3.8706856147455608E-2</c:v>
                </c:pt>
                <c:pt idx="155">
                  <c:v>3.5474592846231424E-2</c:v>
                </c:pt>
                <c:pt idx="156">
                  <c:v>3.2460265643697445E-2</c:v>
                </c:pt>
                <c:pt idx="157">
                  <c:v>2.965458484734125E-2</c:v>
                </c:pt>
                <c:pt idx="158">
                  <c:v>2.7048099546881761E-2</c:v>
                </c:pt>
                <c:pt idx="159">
                  <c:v>2.4631269306382486E-2</c:v>
                </c:pt>
                <c:pt idx="160">
                  <c:v>2.2394530294842882E-2</c:v>
                </c:pt>
                <c:pt idx="161">
                  <c:v>2.032835573822582E-2</c:v>
                </c:pt>
                <c:pt idx="162">
                  <c:v>1.8423310646862031E-2</c:v>
                </c:pt>
                <c:pt idx="163">
                  <c:v>1.6670100837381043E-2</c:v>
                </c:pt>
                <c:pt idx="164">
                  <c:v>1.505961632737743E-2</c:v>
                </c:pt>
                <c:pt idx="165">
                  <c:v>1.3582969233685602E-2</c:v>
                </c:pt>
                <c:pt idx="166">
                  <c:v>1.2231526351277954E-2</c:v>
                </c:pt>
                <c:pt idx="167">
                  <c:v>1.0996936629405587E-2</c:v>
                </c:pt>
                <c:pt idx="168">
                  <c:v>9.8711537947511439E-3</c:v>
                </c:pt>
                <c:pt idx="169">
                  <c:v>8.8464543982372315E-3</c:v>
                </c:pt>
                <c:pt idx="170">
                  <c:v>7.9154515829799686E-3</c:v>
                </c:pt>
                <c:pt idx="171">
                  <c:v>7.0711048860194487E-3</c:v>
                </c:pt>
                <c:pt idx="172">
                  <c:v>6.3067263962659275E-3</c:v>
                </c:pt>
                <c:pt idx="173">
                  <c:v>5.615983595990969E-3</c:v>
                </c:pt>
                <c:pt idx="174">
                  <c:v>4.9928992136123763E-3</c:v>
                </c:pt>
                <c:pt idx="175">
                  <c:v>4.4318484119380075E-3</c:v>
                </c:pt>
                <c:pt idx="176">
                  <c:v>3.9275536289247789E-3</c:v>
                </c:pt>
                <c:pt idx="177">
                  <c:v>3.4750773778549375E-3</c:v>
                </c:pt>
                <c:pt idx="178">
                  <c:v>3.0698133011047403E-3</c:v>
                </c:pt>
                <c:pt idx="179">
                  <c:v>2.7074757568406999E-3</c:v>
                </c:pt>
                <c:pt idx="180">
                  <c:v>2.3840882014648404E-3</c:v>
                </c:pt>
                <c:pt idx="181">
                  <c:v>2.0959706128579419E-3</c:v>
                </c:pt>
                <c:pt idx="182">
                  <c:v>1.8397261808242775E-3</c:v>
                </c:pt>
                <c:pt idx="183">
                  <c:v>1.6122274719771231E-3</c:v>
                </c:pt>
                <c:pt idx="184">
                  <c:v>1.4106022569413824E-3</c:v>
                </c:pt>
                <c:pt idx="185">
                  <c:v>1.2322191684730175E-3</c:v>
                </c:pt>
                <c:pt idx="186">
                  <c:v>1.0746733401537337E-3</c:v>
                </c:pt>
                <c:pt idx="187">
                  <c:v>9.3577215692747804E-4</c:v>
                </c:pt>
                <c:pt idx="188">
                  <c:v>8.1352123108180689E-4</c:v>
                </c:pt>
                <c:pt idx="189">
                  <c:v>7.0611070048803501E-4</c:v>
                </c:pt>
                <c:pt idx="190">
                  <c:v>6.1190193011377092E-4</c:v>
                </c:pt>
                <c:pt idx="191">
                  <c:v>5.2941468309493378E-4</c:v>
                </c:pt>
                <c:pt idx="192">
                  <c:v>4.5731481405985762E-4</c:v>
                </c:pt>
                <c:pt idx="193">
                  <c:v>3.9440252496915693E-4</c:v>
                </c:pt>
                <c:pt idx="194">
                  <c:v>3.3960121248365478E-4</c:v>
                </c:pt>
                <c:pt idx="195">
                  <c:v>2.9194692579146027E-4</c:v>
                </c:pt>
                <c:pt idx="196">
                  <c:v>2.5057844489086075E-4</c:v>
                </c:pt>
                <c:pt idx="197">
                  <c:v>2.1472798150036704E-4</c:v>
                </c:pt>
                <c:pt idx="198">
                  <c:v>1.8371249800245711E-4</c:v>
                </c:pt>
                <c:pt idx="199">
                  <c:v>1.5692563406553226E-4</c:v>
                </c:pt>
                <c:pt idx="200">
                  <c:v>1.3383022576488537E-4</c:v>
                </c:pt>
              </c:numCache>
            </c:numRef>
          </c:val>
          <c:smooth val="1"/>
        </c:ser>
        <c:ser>
          <c:idx val="4"/>
          <c:order val="3"/>
          <c:spPr>
            <a:ln w="28575">
              <a:noFill/>
            </a:ln>
          </c:spPr>
          <c:marker>
            <c:symbol val="plus"/>
            <c:size val="5"/>
            <c:spPr>
              <a:noFill/>
              <a:ln>
                <a:solidFill>
                  <a:srgbClr val="000000"/>
                </a:solidFill>
                <a:prstDash val="solid"/>
              </a:ln>
            </c:spPr>
          </c:marker>
          <c:dLbls>
            <c:dLbl>
              <c:idx val="35"/>
              <c:layout/>
              <c:tx>
                <c:rich>
                  <a:bodyPr/>
                  <a:lstStyle/>
                  <a:p>
                    <a:r>
                      <a:rPr lang="en-US"/>
                      <a:t>-2.58</a:t>
                    </a:r>
                  </a:p>
                </c:rich>
              </c:tx>
              <c:dLblPos val="b"/>
              <c:showLegendKey val="0"/>
              <c:showVal val="0"/>
              <c:showCatName val="1"/>
              <c:showSerName val="0"/>
              <c:showPercent val="0"/>
              <c:showBubbleSize val="0"/>
            </c:dLbl>
            <c:dLbl>
              <c:idx val="42"/>
              <c:layout/>
              <c:tx>
                <c:rich>
                  <a:bodyPr/>
                  <a:lstStyle/>
                  <a:p>
                    <a:r>
                      <a:rPr lang="en-US"/>
                      <a:t>-2.33</a:t>
                    </a:r>
                  </a:p>
                </c:rich>
              </c:tx>
              <c:dLblPos val="b"/>
              <c:showLegendKey val="0"/>
              <c:showVal val="0"/>
              <c:showCatName val="1"/>
              <c:showSerName val="0"/>
              <c:showPercent val="0"/>
              <c:showBubbleSize val="0"/>
            </c:dLbl>
            <c:dLbl>
              <c:idx val="59"/>
              <c:layout/>
              <c:tx>
                <c:rich>
                  <a:bodyPr/>
                  <a:lstStyle/>
                  <a:p>
                    <a:r>
                      <a:rPr lang="en-US"/>
                      <a:t>-1.645</a:t>
                    </a:r>
                  </a:p>
                </c:rich>
              </c:tx>
              <c:dLblPos val="b"/>
              <c:showLegendKey val="0"/>
              <c:showVal val="0"/>
              <c:showCatName val="1"/>
              <c:showSerName val="0"/>
              <c:showPercent val="0"/>
              <c:showBubbleSize val="0"/>
            </c:dLbl>
            <c:dLbl>
              <c:idx val="141"/>
              <c:layout/>
              <c:tx>
                <c:rich>
                  <a:bodyPr/>
                  <a:lstStyle/>
                  <a:p>
                    <a:r>
                      <a:rPr lang="en-US"/>
                      <a:t>1.645</a:t>
                    </a:r>
                  </a:p>
                </c:rich>
              </c:tx>
              <c:dLblPos val="b"/>
              <c:showLegendKey val="0"/>
              <c:showVal val="0"/>
              <c:showCatName val="1"/>
              <c:showSerName val="0"/>
              <c:showPercent val="0"/>
              <c:showBubbleSize val="0"/>
            </c:dLbl>
            <c:dLbl>
              <c:idx val="158"/>
              <c:layout/>
              <c:tx>
                <c:rich>
                  <a:bodyPr/>
                  <a:lstStyle/>
                  <a:p>
                    <a:r>
                      <a:rPr lang="en-US"/>
                      <a:t>2.33</a:t>
                    </a:r>
                  </a:p>
                </c:rich>
              </c:tx>
              <c:dLblPos val="b"/>
              <c:showLegendKey val="0"/>
              <c:showVal val="0"/>
              <c:showCatName val="1"/>
              <c:showSerName val="0"/>
              <c:showPercent val="0"/>
              <c:showBubbleSize val="0"/>
            </c:dLbl>
            <c:dLbl>
              <c:idx val="164"/>
              <c:layout/>
              <c:tx>
                <c:rich>
                  <a:bodyPr/>
                  <a:lstStyle/>
                  <a:p>
                    <a:r>
                      <a:rPr lang="en-US"/>
                      <a:t>2.58</a:t>
                    </a:r>
                  </a:p>
                </c:rich>
              </c:tx>
              <c:dLblPos val="b"/>
              <c:showLegendKey val="0"/>
              <c:showVal val="0"/>
              <c:showCatName val="1"/>
              <c:showSerName val="0"/>
              <c:showPercent val="0"/>
              <c:showBubbleSize val="0"/>
            </c:dLbl>
            <c:txPr>
              <a:bodyPr rot="0" vert="horz"/>
              <a:lstStyle/>
              <a:p>
                <a:pPr algn="ctr">
                  <a:defRPr sz="1100" b="1"/>
                </a:pPr>
                <a:endParaRPr lang="en-US"/>
              </a:p>
            </c:txPr>
            <c:dLblPos val="b"/>
            <c:showLegendKey val="0"/>
            <c:showVal val="0"/>
            <c:showCatName val="1"/>
            <c:showSerName val="0"/>
            <c:showPercent val="0"/>
            <c:showBubbleSize val="0"/>
            <c:showLeaderLines val="0"/>
          </c:dLbls>
          <c:cat>
            <c:strRef>
              <c:f>Normal!$O$2:$O$202</c:f>
              <c:strCache>
                <c:ptCount val="201"/>
                <c:pt idx="0">
                  <c:v>-4</c:v>
                </c:pt>
                <c:pt idx="35">
                  <c:v>-2.58</c:v>
                </c:pt>
                <c:pt idx="100">
                  <c:v>0</c:v>
                </c:pt>
                <c:pt idx="164">
                  <c:v>2.58</c:v>
                </c:pt>
                <c:pt idx="200">
                  <c:v>4</c:v>
                </c:pt>
              </c:strCache>
            </c:strRef>
          </c:cat>
          <c:val>
            <c:numRef>
              <c:f>Normal!$P$2:$P$202</c:f>
              <c:numCache>
                <c:formatCode>General</c:formatCode>
                <c:ptCount val="201"/>
                <c:pt idx="0">
                  <c:v>0</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0</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0</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#N/A</c:v>
                </c:pt>
                <c:pt idx="143">
                  <c:v>#N/A</c:v>
                </c:pt>
                <c:pt idx="144">
                  <c:v>#N/A</c:v>
                </c:pt>
                <c:pt idx="145">
                  <c:v>#N/A</c:v>
                </c:pt>
                <c:pt idx="146">
                  <c:v>#N/A</c:v>
                </c:pt>
                <c:pt idx="147">
                  <c:v>#N/A</c:v>
                </c:pt>
                <c:pt idx="148">
                  <c:v>#N/A</c:v>
                </c:pt>
                <c:pt idx="149">
                  <c:v>#N/A</c:v>
                </c:pt>
                <c:pt idx="150">
                  <c:v>#N/A</c:v>
                </c:pt>
                <c:pt idx="151">
                  <c:v>#N/A</c:v>
                </c:pt>
                <c:pt idx="152">
                  <c:v>#N/A</c:v>
                </c:pt>
                <c:pt idx="153">
                  <c:v>#N/A</c:v>
                </c:pt>
                <c:pt idx="154">
                  <c:v>#N/A</c:v>
                </c:pt>
                <c:pt idx="155">
                  <c:v>#N/A</c:v>
                </c:pt>
                <c:pt idx="156">
                  <c:v>#N/A</c:v>
                </c:pt>
                <c:pt idx="157">
                  <c:v>#N/A</c:v>
                </c:pt>
                <c:pt idx="158">
                  <c:v>#N/A</c:v>
                </c:pt>
                <c:pt idx="159">
                  <c:v>#N/A</c:v>
                </c:pt>
                <c:pt idx="160">
                  <c:v>#N/A</c:v>
                </c:pt>
                <c:pt idx="161">
                  <c:v>#N/A</c:v>
                </c:pt>
                <c:pt idx="162">
                  <c:v>#N/A</c:v>
                </c:pt>
                <c:pt idx="163">
                  <c:v>#N/A</c:v>
                </c:pt>
                <c:pt idx="164">
                  <c:v>0</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0</c:v>
                </c:pt>
              </c:numCache>
            </c:numRef>
          </c:val>
          <c:smooth val="0"/>
        </c:ser>
        <c:dLbls>
          <c:showLegendKey val="0"/>
          <c:showVal val="0"/>
          <c:showCatName val="0"/>
          <c:showSerName val="0"/>
          <c:showPercent val="0"/>
          <c:showBubbleSize val="0"/>
        </c:dLbls>
        <c:marker val="1"/>
        <c:smooth val="0"/>
        <c:axId val="98090368"/>
        <c:axId val="98100352"/>
      </c:lineChart>
      <c:catAx>
        <c:axId val="98090368"/>
        <c:scaling>
          <c:orientation val="minMax"/>
        </c:scaling>
        <c:delete val="0"/>
        <c:axPos val="b"/>
        <c:numFmt formatCode="General" sourceLinked="1"/>
        <c:majorTickMark val="none"/>
        <c:minorTickMark val="none"/>
        <c:tickLblPos val="none"/>
        <c:spPr>
          <a:ln w="3175">
            <a:solidFill>
              <a:srgbClr val="000000"/>
            </a:solidFill>
            <a:prstDash val="solid"/>
          </a:ln>
        </c:spPr>
        <c:txPr>
          <a:bodyPr rot="0" vert="horz"/>
          <a:lstStyle/>
          <a:p>
            <a:pPr>
              <a:defRPr sz="800" b="0" i="0" u="none" strike="noStrike" baseline="0">
                <a:solidFill>
                  <a:srgbClr val="000000"/>
                </a:solidFill>
                <a:latin typeface="Arial"/>
                <a:ea typeface="Arial"/>
                <a:cs typeface="Arial"/>
              </a:defRPr>
            </a:pPr>
            <a:endParaRPr lang="en-US"/>
          </a:p>
        </c:txPr>
        <c:crossAx val="98100352"/>
        <c:crosses val="autoZero"/>
        <c:auto val="0"/>
        <c:lblAlgn val="ctr"/>
        <c:lblOffset val="100"/>
        <c:tickLblSkip val="20"/>
        <c:tickMarkSkip val="20"/>
        <c:noMultiLvlLbl val="0"/>
      </c:catAx>
      <c:valAx>
        <c:axId val="98100352"/>
        <c:scaling>
          <c:orientation val="minMax"/>
          <c:min val="0"/>
        </c:scaling>
        <c:delete val="0"/>
        <c:axPos val="l"/>
        <c:numFmt formatCode="General" sourceLinked="1"/>
        <c:majorTickMark val="out"/>
        <c:minorTickMark val="none"/>
        <c:tickLblPos val="nextTo"/>
        <c:spPr>
          <a:ln w="3175">
            <a:solidFill>
              <a:srgbClr val="000000"/>
            </a:solidFill>
            <a:prstDash val="solid"/>
          </a:ln>
        </c:spPr>
        <c:txPr>
          <a:bodyPr rot="0" vert="horz"/>
          <a:lstStyle/>
          <a:p>
            <a:pPr>
              <a:defRPr sz="800" b="0" i="0" u="none" strike="noStrike" baseline="0">
                <a:solidFill>
                  <a:srgbClr val="000000"/>
                </a:solidFill>
                <a:latin typeface="Arial"/>
                <a:ea typeface="Arial"/>
                <a:cs typeface="Arial"/>
              </a:defRPr>
            </a:pPr>
            <a:endParaRPr lang="en-US"/>
          </a:p>
        </c:txPr>
        <c:crossAx val="98090368"/>
        <c:crosses val="autoZero"/>
        <c:crossBetween val="between"/>
      </c:valAx>
      <c:spPr>
        <a:noFill/>
        <a:ln w="25400">
          <a:noFill/>
        </a:ln>
      </c:spPr>
    </c:plotArea>
    <c:plotVisOnly val="1"/>
    <c:dispBlanksAs val="gap"/>
    <c:showDLblsOverMax val="0"/>
  </c:chart>
  <c:spPr>
    <a:solidFill>
      <a:srgbClr val="FFFFFF"/>
    </a:solidFill>
    <a:ln w="9525">
      <a:noFill/>
    </a:ln>
  </c:spPr>
  <c:txPr>
    <a:bodyPr/>
    <a:lstStyle/>
    <a:p>
      <a:pPr>
        <a:defRPr sz="1000" b="0" i="0" u="none" strike="noStrike" baseline="0">
          <a:solidFill>
            <a:srgbClr val="000000"/>
          </a:solidFill>
          <a:latin typeface="Arial"/>
          <a:ea typeface="Arial"/>
          <a:cs typeface="Arial"/>
        </a:defRPr>
      </a:pPr>
      <a:endParaRPr lang="en-US"/>
    </a:p>
  </c:txPr>
  <c:externalData r:id="rId1">
    <c:autoUpdate val="0"/>
  </c:externalData>
  <c:userShapes r:id="rId2"/>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strRef>
          <c:f>Normal!$J$11</c:f>
          <c:strCache>
            <c:ptCount val="1"/>
          </c:strCache>
        </c:strRef>
      </c:tx>
      <c:layout>
        <c:manualLayout>
          <c:xMode val="edge"/>
          <c:yMode val="edge"/>
          <c:x val="0.3770053475935829"/>
          <c:y val="4.2553191489361701E-2"/>
        </c:manualLayout>
      </c:layout>
      <c:overlay val="0"/>
      <c:spPr>
        <a:noFill/>
        <a:ln w="25400">
          <a:noFill/>
        </a:ln>
      </c:spPr>
      <c:txPr>
        <a:bodyPr/>
        <a:lstStyle/>
        <a:p>
          <a:pPr>
            <a:defRPr sz="800" b="0" i="0" u="none" strike="noStrike" baseline="0">
              <a:solidFill>
                <a:srgbClr val="800080"/>
              </a:solidFill>
              <a:latin typeface="Arial"/>
              <a:ea typeface="Arial"/>
              <a:cs typeface="Arial"/>
            </a:defRPr>
          </a:pPr>
          <a:endParaRPr lang="en-US"/>
        </a:p>
      </c:txPr>
    </c:title>
    <c:autoTitleDeleted val="0"/>
    <c:plotArea>
      <c:layout>
        <c:manualLayout>
          <c:layoutTarget val="inner"/>
          <c:xMode val="edge"/>
          <c:yMode val="edge"/>
          <c:x val="0.12923351158645277"/>
          <c:y val="0.15319193611436868"/>
          <c:w val="0.78253119429590012"/>
          <c:h val="0.61276723064999716"/>
        </c:manualLayout>
      </c:layout>
      <c:barChart>
        <c:barDir val="col"/>
        <c:grouping val="clustered"/>
        <c:varyColors val="0"/>
        <c:ser>
          <c:idx val="1"/>
          <c:order val="0"/>
          <c:spPr>
            <a:solidFill>
              <a:srgbClr val="800080"/>
            </a:solidFill>
            <a:ln w="25400">
              <a:noFill/>
            </a:ln>
          </c:spPr>
          <c:invertIfNegative val="0"/>
          <c:cat>
            <c:strRef>
              <c:f>Normal!$O$2:$O$202</c:f>
              <c:strCache>
                <c:ptCount val="201"/>
                <c:pt idx="0">
                  <c:v>-4</c:v>
                </c:pt>
                <c:pt idx="51">
                  <c:v>-1.96</c:v>
                </c:pt>
                <c:pt idx="100">
                  <c:v>0</c:v>
                </c:pt>
                <c:pt idx="149">
                  <c:v>1.96</c:v>
                </c:pt>
                <c:pt idx="200">
                  <c:v>4</c:v>
                </c:pt>
              </c:strCache>
            </c:strRef>
          </c:cat>
          <c:val>
            <c:numRef>
              <c:f>Normal!$M$2:$M$202</c:f>
              <c:numCache>
                <c:formatCode>General</c:formatCode>
                <c:ptCount val="201"/>
                <c:pt idx="0">
                  <c:v>1.3383022576488537E-4</c:v>
                </c:pt>
                <c:pt idx="1">
                  <c:v>1.5692563406553226E-4</c:v>
                </c:pt>
                <c:pt idx="2">
                  <c:v>1.8371249800245711E-4</c:v>
                </c:pt>
                <c:pt idx="3">
                  <c:v>2.1472798150036704E-4</c:v>
                </c:pt>
                <c:pt idx="4">
                  <c:v>2.5057844489086075E-4</c:v>
                </c:pt>
                <c:pt idx="5">
                  <c:v>2.9194692579146027E-4</c:v>
                </c:pt>
                <c:pt idx="6">
                  <c:v>3.3960121248365478E-4</c:v>
                </c:pt>
                <c:pt idx="7">
                  <c:v>3.9440252496915693E-4</c:v>
                </c:pt>
                <c:pt idx="8">
                  <c:v>4.5731481405985675E-4</c:v>
                </c:pt>
                <c:pt idx="9">
                  <c:v>5.2941468309493475E-4</c:v>
                </c:pt>
                <c:pt idx="10">
                  <c:v>6.119019301137719E-4</c:v>
                </c:pt>
                <c:pt idx="11">
                  <c:v>7.061107004880362E-4</c:v>
                </c:pt>
                <c:pt idx="12">
                  <c:v>8.1352123108180841E-4</c:v>
                </c:pt>
                <c:pt idx="13">
                  <c:v>9.3577215692747977E-4</c:v>
                </c:pt>
                <c:pt idx="14">
                  <c:v>1.0746733401537356E-3</c:v>
                </c:pt>
                <c:pt idx="15">
                  <c:v>1.2322191684730199E-3</c:v>
                </c:pt>
                <c:pt idx="16">
                  <c:v>1.4106022569413848E-3</c:v>
                </c:pt>
                <c:pt idx="17">
                  <c:v>1.6122274719771244E-3</c:v>
                </c:pt>
                <c:pt idx="18">
                  <c:v>1.8397261808242775E-3</c:v>
                </c:pt>
                <c:pt idx="19">
                  <c:v>2.0959706128579419E-3</c:v>
                </c:pt>
                <c:pt idx="20">
                  <c:v>2.3840882014648404E-3</c:v>
                </c:pt>
                <c:pt idx="21">
                  <c:v>2.7074757568406999E-3</c:v>
                </c:pt>
                <c:pt idx="22">
                  <c:v>3.0698133011047403E-3</c:v>
                </c:pt>
                <c:pt idx="23">
                  <c:v>3.4750773778549375E-3</c:v>
                </c:pt>
                <c:pt idx="24">
                  <c:v>3.9275536289247789E-3</c:v>
                </c:pt>
                <c:pt idx="25">
                  <c:v>4.4318484119380075E-3</c:v>
                </c:pt>
                <c:pt idx="26">
                  <c:v>4.9928992136123763E-3</c:v>
                </c:pt>
                <c:pt idx="27">
                  <c:v>5.615983595990969E-3</c:v>
                </c:pt>
                <c:pt idx="28">
                  <c:v>6.3067263962659275E-3</c:v>
                </c:pt>
                <c:pt idx="29">
                  <c:v>7.0711048860194487E-3</c:v>
                </c:pt>
                <c:pt idx="30">
                  <c:v>7.9154515829799686E-3</c:v>
                </c:pt>
                <c:pt idx="31">
                  <c:v>8.8464543982372315E-3</c:v>
                </c:pt>
                <c:pt idx="32">
                  <c:v>9.8711537947511439E-3</c:v>
                </c:pt>
                <c:pt idx="33">
                  <c:v>1.0996936629405587E-2</c:v>
                </c:pt>
                <c:pt idx="34">
                  <c:v>1.2231526351277987E-2</c:v>
                </c:pt>
                <c:pt idx="35">
                  <c:v>1.3582969233685634E-2</c:v>
                </c:pt>
                <c:pt idx="36">
                  <c:v>1.5059616327377449E-2</c:v>
                </c:pt>
                <c:pt idx="37">
                  <c:v>1.6670100837381057E-2</c:v>
                </c:pt>
                <c:pt idx="38">
                  <c:v>1.8423310646862048E-2</c:v>
                </c:pt>
                <c:pt idx="39">
                  <c:v>2.0328355738225837E-2</c:v>
                </c:pt>
                <c:pt idx="40">
                  <c:v>2.2394530294842899E-2</c:v>
                </c:pt>
                <c:pt idx="41">
                  <c:v>2.4631269306382507E-2</c:v>
                </c:pt>
                <c:pt idx="42">
                  <c:v>2.7048099546881761E-2</c:v>
                </c:pt>
                <c:pt idx="43">
                  <c:v>2.965458484734125E-2</c:v>
                </c:pt>
                <c:pt idx="44">
                  <c:v>3.2460265643697445E-2</c:v>
                </c:pt>
                <c:pt idx="45">
                  <c:v>3.5474592846231424E-2</c:v>
                </c:pt>
                <c:pt idx="46">
                  <c:v>3.8706856147455608E-2</c:v>
                </c:pt>
                <c:pt idx="47">
                  <c:v>4.2166106961770311E-2</c:v>
                </c:pt>
                <c:pt idx="48">
                  <c:v>4.5861076271054887E-2</c:v>
                </c:pt>
                <c:pt idx="49">
                  <c:v>4.9800087735070775E-2</c:v>
                </c:pt>
                <c:pt idx="50">
                  <c:v>5.3990966513188063E-2</c:v>
                </c:pt>
                <c:pt idx="51">
                  <c:v>5.8440944333451469E-2</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#N/A</c:v>
                </c:pt>
                <c:pt idx="143">
                  <c:v>#N/A</c:v>
                </c:pt>
                <c:pt idx="144">
                  <c:v>#N/A</c:v>
                </c:pt>
                <c:pt idx="145">
                  <c:v>#N/A</c:v>
                </c:pt>
                <c:pt idx="146">
                  <c:v>#N/A</c:v>
                </c:pt>
                <c:pt idx="147">
                  <c:v>#N/A</c:v>
                </c:pt>
                <c:pt idx="148">
                  <c:v>#N/A</c:v>
                </c:pt>
                <c:pt idx="149">
                  <c:v>#N/A</c:v>
                </c:pt>
                <c:pt idx="150">
                  <c:v>#N/A</c:v>
                </c:pt>
                <c:pt idx="151">
                  <c:v>#N/A</c:v>
                </c:pt>
                <c:pt idx="152">
                  <c:v>#N/A</c:v>
                </c:pt>
                <c:pt idx="153">
                  <c:v>#N/A</c:v>
                </c:pt>
                <c:pt idx="154">
                  <c:v>#N/A</c:v>
                </c:pt>
                <c:pt idx="155">
                  <c:v>#N/A</c:v>
                </c:pt>
                <c:pt idx="156">
                  <c:v>#N/A</c:v>
                </c:pt>
                <c:pt idx="157">
                  <c:v>#N/A</c:v>
                </c:pt>
                <c:pt idx="158">
                  <c:v>#N/A</c:v>
                </c:pt>
                <c:pt idx="159">
                  <c:v>#N/A</c:v>
                </c:pt>
                <c:pt idx="160">
                  <c:v>#N/A</c:v>
                </c:pt>
                <c:pt idx="161">
                  <c:v>#N/A</c:v>
                </c:pt>
                <c:pt idx="162">
                  <c:v>#N/A</c:v>
                </c:pt>
                <c:pt idx="163">
                  <c:v>#N/A</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#N/A</c:v>
                </c:pt>
              </c:numCache>
            </c:numRef>
          </c:val>
        </c:ser>
        <c:ser>
          <c:idx val="2"/>
          <c:order val="1"/>
          <c:spPr>
            <a:solidFill>
              <a:srgbClr val="800080"/>
            </a:solidFill>
            <a:ln w="25400">
              <a:noFill/>
            </a:ln>
          </c:spPr>
          <c:invertIfNegative val="0"/>
          <c:cat>
            <c:numRef>
              <c:f>Normal!$K$2:$K$202</c:f>
              <c:numCache>
                <c:formatCode>General</c:formatCode>
                <c:ptCount val="201"/>
                <c:pt idx="0">
                  <c:v>-4</c:v>
                </c:pt>
                <c:pt idx="1">
                  <c:v>-3.96</c:v>
                </c:pt>
                <c:pt idx="2">
                  <c:v>-3.92</c:v>
                </c:pt>
                <c:pt idx="3">
                  <c:v>-3.88</c:v>
                </c:pt>
                <c:pt idx="4">
                  <c:v>-3.84</c:v>
                </c:pt>
                <c:pt idx="5">
                  <c:v>-3.8</c:v>
                </c:pt>
                <c:pt idx="6">
                  <c:v>-3.76</c:v>
                </c:pt>
                <c:pt idx="7">
                  <c:v>-3.7199999999999998</c:v>
                </c:pt>
                <c:pt idx="8">
                  <c:v>-3.68</c:v>
                </c:pt>
                <c:pt idx="9">
                  <c:v>-3.64</c:v>
                </c:pt>
                <c:pt idx="10">
                  <c:v>-3.6</c:v>
                </c:pt>
                <c:pt idx="11">
                  <c:v>-3.56</c:v>
                </c:pt>
                <c:pt idx="12">
                  <c:v>-3.52</c:v>
                </c:pt>
                <c:pt idx="13">
                  <c:v>-3.48</c:v>
                </c:pt>
                <c:pt idx="14">
                  <c:v>-3.44</c:v>
                </c:pt>
                <c:pt idx="15">
                  <c:v>-3.4</c:v>
                </c:pt>
                <c:pt idx="16">
                  <c:v>-3.36</c:v>
                </c:pt>
                <c:pt idx="17">
                  <c:v>-3.32</c:v>
                </c:pt>
                <c:pt idx="18">
                  <c:v>-3.2800000000000002</c:v>
                </c:pt>
                <c:pt idx="19">
                  <c:v>-3.24</c:v>
                </c:pt>
                <c:pt idx="20">
                  <c:v>-3.2</c:v>
                </c:pt>
                <c:pt idx="21">
                  <c:v>-3.16</c:v>
                </c:pt>
                <c:pt idx="22">
                  <c:v>-3.12</c:v>
                </c:pt>
                <c:pt idx="23">
                  <c:v>-3.08</c:v>
                </c:pt>
                <c:pt idx="24">
                  <c:v>-3.04</c:v>
                </c:pt>
                <c:pt idx="25">
                  <c:v>-3</c:v>
                </c:pt>
                <c:pt idx="26">
                  <c:v>-2.96</c:v>
                </c:pt>
                <c:pt idx="27">
                  <c:v>-2.92</c:v>
                </c:pt>
                <c:pt idx="28">
                  <c:v>-2.88</c:v>
                </c:pt>
                <c:pt idx="29">
                  <c:v>-2.84</c:v>
                </c:pt>
                <c:pt idx="30">
                  <c:v>-2.8</c:v>
                </c:pt>
                <c:pt idx="31">
                  <c:v>-2.76</c:v>
                </c:pt>
                <c:pt idx="32">
                  <c:v>-2.7199999999999998</c:v>
                </c:pt>
                <c:pt idx="33">
                  <c:v>-2.6799999999999997</c:v>
                </c:pt>
                <c:pt idx="34">
                  <c:v>-2.6399999999999997</c:v>
                </c:pt>
                <c:pt idx="35">
                  <c:v>-2.5999999999999996</c:v>
                </c:pt>
                <c:pt idx="36">
                  <c:v>-2.56</c:v>
                </c:pt>
                <c:pt idx="37">
                  <c:v>-2.52</c:v>
                </c:pt>
                <c:pt idx="38">
                  <c:v>-2.48</c:v>
                </c:pt>
                <c:pt idx="39">
                  <c:v>-2.44</c:v>
                </c:pt>
                <c:pt idx="40">
                  <c:v>-2.4</c:v>
                </c:pt>
                <c:pt idx="41">
                  <c:v>-2.36</c:v>
                </c:pt>
                <c:pt idx="42">
                  <c:v>-2.3200000000000003</c:v>
                </c:pt>
                <c:pt idx="43">
                  <c:v>-2.2800000000000002</c:v>
                </c:pt>
                <c:pt idx="44">
                  <c:v>-2.2400000000000002</c:v>
                </c:pt>
                <c:pt idx="45">
                  <c:v>-2.2000000000000002</c:v>
                </c:pt>
                <c:pt idx="46">
                  <c:v>-2.16</c:v>
                </c:pt>
                <c:pt idx="47">
                  <c:v>-2.12</c:v>
                </c:pt>
                <c:pt idx="48">
                  <c:v>-2.08</c:v>
                </c:pt>
                <c:pt idx="49">
                  <c:v>-2.04</c:v>
                </c:pt>
                <c:pt idx="50">
                  <c:v>-2</c:v>
                </c:pt>
                <c:pt idx="51">
                  <c:v>-1.96</c:v>
                </c:pt>
                <c:pt idx="52">
                  <c:v>-1.92</c:v>
                </c:pt>
                <c:pt idx="53">
                  <c:v>-1.88</c:v>
                </c:pt>
                <c:pt idx="54">
                  <c:v>-1.8399999999999999</c:v>
                </c:pt>
                <c:pt idx="55">
                  <c:v>-1.7999999999999998</c:v>
                </c:pt>
                <c:pt idx="56">
                  <c:v>-1.7599999999999998</c:v>
                </c:pt>
                <c:pt idx="57">
                  <c:v>-1.7199999999999998</c:v>
                </c:pt>
                <c:pt idx="58">
                  <c:v>-1.6800000000000002</c:v>
                </c:pt>
                <c:pt idx="59">
                  <c:v>-1.6400000000000001</c:v>
                </c:pt>
                <c:pt idx="60">
                  <c:v>-1.6</c:v>
                </c:pt>
                <c:pt idx="61">
                  <c:v>-1.56</c:v>
                </c:pt>
                <c:pt idx="62">
                  <c:v>-1.52</c:v>
                </c:pt>
                <c:pt idx="63">
                  <c:v>-1.48</c:v>
                </c:pt>
                <c:pt idx="64">
                  <c:v>-1.44</c:v>
                </c:pt>
                <c:pt idx="65">
                  <c:v>-1.4</c:v>
                </c:pt>
                <c:pt idx="66">
                  <c:v>-1.3599999999999999</c:v>
                </c:pt>
                <c:pt idx="67">
                  <c:v>-1.3199999999999998</c:v>
                </c:pt>
                <c:pt idx="68">
                  <c:v>-1.2799999999999998</c:v>
                </c:pt>
                <c:pt idx="69">
                  <c:v>-1.2399999999999998</c:v>
                </c:pt>
                <c:pt idx="70">
                  <c:v>-1.1999999999999997</c:v>
                </c:pt>
                <c:pt idx="71">
                  <c:v>-1.1600000000000001</c:v>
                </c:pt>
                <c:pt idx="72">
                  <c:v>-1.1200000000000001</c:v>
                </c:pt>
                <c:pt idx="73">
                  <c:v>-1.08</c:v>
                </c:pt>
                <c:pt idx="74">
                  <c:v>-1.04</c:v>
                </c:pt>
                <c:pt idx="75">
                  <c:v>-1</c:v>
                </c:pt>
                <c:pt idx="76">
                  <c:v>-0.96</c:v>
                </c:pt>
                <c:pt idx="77">
                  <c:v>-0.91999999999999993</c:v>
                </c:pt>
                <c:pt idx="78">
                  <c:v>-0.87999999999999989</c:v>
                </c:pt>
                <c:pt idx="79">
                  <c:v>-0.83999999999999986</c:v>
                </c:pt>
                <c:pt idx="80">
                  <c:v>-0.79999999999999982</c:v>
                </c:pt>
                <c:pt idx="81">
                  <c:v>-0.75999999999999979</c:v>
                </c:pt>
                <c:pt idx="82">
                  <c:v>-0.71999999999999975</c:v>
                </c:pt>
                <c:pt idx="83">
                  <c:v>-0.67999999999999972</c:v>
                </c:pt>
                <c:pt idx="84">
                  <c:v>-0.64000000000000012</c:v>
                </c:pt>
                <c:pt idx="85">
                  <c:v>-0.60000000000000009</c:v>
                </c:pt>
                <c:pt idx="86">
                  <c:v>-0.56000000000000005</c:v>
                </c:pt>
                <c:pt idx="87">
                  <c:v>-0.52</c:v>
                </c:pt>
                <c:pt idx="88">
                  <c:v>-0.48</c:v>
                </c:pt>
                <c:pt idx="89">
                  <c:v>-0.43999999999999995</c:v>
                </c:pt>
                <c:pt idx="90">
                  <c:v>-0.39999999999999991</c:v>
                </c:pt>
                <c:pt idx="91">
                  <c:v>-0.35999999999999988</c:v>
                </c:pt>
                <c:pt idx="92">
                  <c:v>-0.31999999999999984</c:v>
                </c:pt>
                <c:pt idx="93">
                  <c:v>-0.2799999999999998</c:v>
                </c:pt>
                <c:pt idx="94">
                  <c:v>-0.23999999999999977</c:v>
                </c:pt>
                <c:pt idx="95">
                  <c:v>-0.19999999999999973</c:v>
                </c:pt>
                <c:pt idx="96">
                  <c:v>-0.16000000000000014</c:v>
                </c:pt>
                <c:pt idx="97">
                  <c:v>-0.12000000000000011</c:v>
                </c:pt>
                <c:pt idx="98">
                  <c:v>-8.0000000000000071E-2</c:v>
                </c:pt>
                <c:pt idx="99">
                  <c:v>-4.0000000000000036E-2</c:v>
                </c:pt>
                <c:pt idx="100">
                  <c:v>0</c:v>
                </c:pt>
                <c:pt idx="101">
                  <c:v>4.0000000000000036E-2</c:v>
                </c:pt>
                <c:pt idx="102">
                  <c:v>8.0000000000000071E-2</c:v>
                </c:pt>
                <c:pt idx="103">
                  <c:v>0.12000000000000011</c:v>
                </c:pt>
                <c:pt idx="104">
                  <c:v>0.16000000000000014</c:v>
                </c:pt>
                <c:pt idx="105">
                  <c:v>0.20000000000000018</c:v>
                </c:pt>
                <c:pt idx="106">
                  <c:v>0.24000000000000021</c:v>
                </c:pt>
                <c:pt idx="107">
                  <c:v>0.28000000000000025</c:v>
                </c:pt>
                <c:pt idx="108">
                  <c:v>0.32000000000000028</c:v>
                </c:pt>
                <c:pt idx="109">
                  <c:v>0.36000000000000032</c:v>
                </c:pt>
                <c:pt idx="110">
                  <c:v>0.40000000000000036</c:v>
                </c:pt>
                <c:pt idx="111">
                  <c:v>0.44000000000000039</c:v>
                </c:pt>
                <c:pt idx="112">
                  <c:v>0.48000000000000043</c:v>
                </c:pt>
                <c:pt idx="113">
                  <c:v>0.52000000000000046</c:v>
                </c:pt>
                <c:pt idx="114">
                  <c:v>0.5600000000000005</c:v>
                </c:pt>
                <c:pt idx="115">
                  <c:v>0.60000000000000053</c:v>
                </c:pt>
                <c:pt idx="116">
                  <c:v>0.63999999999999968</c:v>
                </c:pt>
                <c:pt idx="117">
                  <c:v>0.67999999999999972</c:v>
                </c:pt>
                <c:pt idx="118">
                  <c:v>0.71999999999999975</c:v>
                </c:pt>
                <c:pt idx="119">
                  <c:v>0.75999999999999979</c:v>
                </c:pt>
                <c:pt idx="120">
                  <c:v>0.79999999999999982</c:v>
                </c:pt>
                <c:pt idx="121">
                  <c:v>0.83999999999999986</c:v>
                </c:pt>
                <c:pt idx="122">
                  <c:v>0.87999999999999989</c:v>
                </c:pt>
                <c:pt idx="123">
                  <c:v>0.91999999999999993</c:v>
                </c:pt>
                <c:pt idx="124">
                  <c:v>0.96</c:v>
                </c:pt>
                <c:pt idx="125">
                  <c:v>1</c:v>
                </c:pt>
                <c:pt idx="126">
                  <c:v>1.04</c:v>
                </c:pt>
                <c:pt idx="127">
                  <c:v>1.08</c:v>
                </c:pt>
                <c:pt idx="128">
                  <c:v>1.1200000000000001</c:v>
                </c:pt>
                <c:pt idx="129">
                  <c:v>1.1600000000000001</c:v>
                </c:pt>
                <c:pt idx="130">
                  <c:v>1.2000000000000002</c:v>
                </c:pt>
                <c:pt idx="131">
                  <c:v>1.2400000000000002</c:v>
                </c:pt>
                <c:pt idx="132">
                  <c:v>1.2800000000000002</c:v>
                </c:pt>
                <c:pt idx="133">
                  <c:v>1.3200000000000003</c:v>
                </c:pt>
                <c:pt idx="134">
                  <c:v>1.3600000000000003</c:v>
                </c:pt>
                <c:pt idx="135">
                  <c:v>1.4000000000000004</c:v>
                </c:pt>
                <c:pt idx="136">
                  <c:v>1.4400000000000004</c:v>
                </c:pt>
                <c:pt idx="137">
                  <c:v>1.4800000000000004</c:v>
                </c:pt>
                <c:pt idx="138">
                  <c:v>1.5200000000000005</c:v>
                </c:pt>
                <c:pt idx="139">
                  <c:v>1.5600000000000005</c:v>
                </c:pt>
                <c:pt idx="140">
                  <c:v>1.6000000000000005</c:v>
                </c:pt>
                <c:pt idx="141">
                  <c:v>1.6399999999999997</c:v>
                </c:pt>
                <c:pt idx="142">
                  <c:v>1.6799999999999997</c:v>
                </c:pt>
                <c:pt idx="143">
                  <c:v>1.7199999999999998</c:v>
                </c:pt>
                <c:pt idx="144">
                  <c:v>1.7599999999999998</c:v>
                </c:pt>
                <c:pt idx="145">
                  <c:v>1.7999999999999998</c:v>
                </c:pt>
                <c:pt idx="146">
                  <c:v>1.8399999999999999</c:v>
                </c:pt>
                <c:pt idx="147">
                  <c:v>1.88</c:v>
                </c:pt>
                <c:pt idx="148">
                  <c:v>1.92</c:v>
                </c:pt>
                <c:pt idx="149">
                  <c:v>1.96</c:v>
                </c:pt>
                <c:pt idx="150">
                  <c:v>2</c:v>
                </c:pt>
                <c:pt idx="151">
                  <c:v>2.04</c:v>
                </c:pt>
                <c:pt idx="152">
                  <c:v>2.08</c:v>
                </c:pt>
                <c:pt idx="153">
                  <c:v>2.12</c:v>
                </c:pt>
                <c:pt idx="154">
                  <c:v>2.16</c:v>
                </c:pt>
                <c:pt idx="155">
                  <c:v>2.2000000000000002</c:v>
                </c:pt>
                <c:pt idx="156">
                  <c:v>2.2400000000000002</c:v>
                </c:pt>
                <c:pt idx="157">
                  <c:v>2.2800000000000002</c:v>
                </c:pt>
                <c:pt idx="158">
                  <c:v>2.3200000000000003</c:v>
                </c:pt>
                <c:pt idx="159">
                  <c:v>2.3600000000000003</c:v>
                </c:pt>
                <c:pt idx="160">
                  <c:v>2.4000000000000004</c:v>
                </c:pt>
                <c:pt idx="161">
                  <c:v>2.4400000000000004</c:v>
                </c:pt>
                <c:pt idx="162">
                  <c:v>2.4800000000000004</c:v>
                </c:pt>
                <c:pt idx="163">
                  <c:v>2.5200000000000005</c:v>
                </c:pt>
                <c:pt idx="164">
                  <c:v>2.5600000000000005</c:v>
                </c:pt>
                <c:pt idx="165">
                  <c:v>2.6000000000000005</c:v>
                </c:pt>
                <c:pt idx="166">
                  <c:v>2.6400000000000006</c:v>
                </c:pt>
                <c:pt idx="167">
                  <c:v>2.6799999999999997</c:v>
                </c:pt>
                <c:pt idx="168">
                  <c:v>2.7199999999999998</c:v>
                </c:pt>
                <c:pt idx="169">
                  <c:v>2.76</c:v>
                </c:pt>
                <c:pt idx="170">
                  <c:v>2.8</c:v>
                </c:pt>
                <c:pt idx="171">
                  <c:v>2.84</c:v>
                </c:pt>
                <c:pt idx="172">
                  <c:v>2.88</c:v>
                </c:pt>
                <c:pt idx="173">
                  <c:v>2.92</c:v>
                </c:pt>
                <c:pt idx="174">
                  <c:v>2.96</c:v>
                </c:pt>
                <c:pt idx="175">
                  <c:v>3</c:v>
                </c:pt>
                <c:pt idx="176">
                  <c:v>3.04</c:v>
                </c:pt>
                <c:pt idx="177">
                  <c:v>3.08</c:v>
                </c:pt>
                <c:pt idx="178">
                  <c:v>3.12</c:v>
                </c:pt>
                <c:pt idx="179">
                  <c:v>3.16</c:v>
                </c:pt>
                <c:pt idx="180">
                  <c:v>3.2</c:v>
                </c:pt>
                <c:pt idx="181">
                  <c:v>3.24</c:v>
                </c:pt>
                <c:pt idx="182">
                  <c:v>3.2800000000000002</c:v>
                </c:pt>
                <c:pt idx="183">
                  <c:v>3.3200000000000003</c:v>
                </c:pt>
                <c:pt idx="184">
                  <c:v>3.3600000000000003</c:v>
                </c:pt>
                <c:pt idx="185">
                  <c:v>3.4000000000000004</c:v>
                </c:pt>
                <c:pt idx="186">
                  <c:v>3.4400000000000004</c:v>
                </c:pt>
                <c:pt idx="187">
                  <c:v>3.4800000000000004</c:v>
                </c:pt>
                <c:pt idx="188">
                  <c:v>3.5200000000000005</c:v>
                </c:pt>
                <c:pt idx="189">
                  <c:v>3.5600000000000005</c:v>
                </c:pt>
                <c:pt idx="190">
                  <c:v>3.6000000000000005</c:v>
                </c:pt>
                <c:pt idx="191">
                  <c:v>3.6400000000000006</c:v>
                </c:pt>
                <c:pt idx="192">
                  <c:v>3.6799999999999997</c:v>
                </c:pt>
                <c:pt idx="193">
                  <c:v>3.7199999999999998</c:v>
                </c:pt>
                <c:pt idx="194">
                  <c:v>3.76</c:v>
                </c:pt>
                <c:pt idx="195">
                  <c:v>3.8</c:v>
                </c:pt>
                <c:pt idx="196">
                  <c:v>3.84</c:v>
                </c:pt>
                <c:pt idx="197">
                  <c:v>3.88</c:v>
                </c:pt>
                <c:pt idx="198">
                  <c:v>3.92</c:v>
                </c:pt>
                <c:pt idx="199">
                  <c:v>3.96</c:v>
                </c:pt>
                <c:pt idx="200">
                  <c:v>4</c:v>
                </c:pt>
              </c:numCache>
            </c:numRef>
          </c:cat>
          <c:val>
            <c:numRef>
              <c:f>Normal!$N$2:$N$202</c:f>
              <c:numCache>
                <c:formatCode>General</c:formatCode>
                <c:ptCount val="201"/>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#N/A</c:v>
                </c:pt>
                <c:pt idx="143">
                  <c:v>#N/A</c:v>
                </c:pt>
                <c:pt idx="144">
                  <c:v>#N/A</c:v>
                </c:pt>
                <c:pt idx="145">
                  <c:v>#N/A</c:v>
                </c:pt>
                <c:pt idx="146">
                  <c:v>#N/A</c:v>
                </c:pt>
                <c:pt idx="147">
                  <c:v>#N/A</c:v>
                </c:pt>
                <c:pt idx="148">
                  <c:v>#N/A</c:v>
                </c:pt>
                <c:pt idx="149">
                  <c:v>5.8440944333451469E-2</c:v>
                </c:pt>
                <c:pt idx="150">
                  <c:v>5.3990966513188063E-2</c:v>
                </c:pt>
                <c:pt idx="151">
                  <c:v>4.9800087735070775E-2</c:v>
                </c:pt>
                <c:pt idx="152">
                  <c:v>4.5861076271054887E-2</c:v>
                </c:pt>
                <c:pt idx="153">
                  <c:v>4.2166106961770311E-2</c:v>
                </c:pt>
                <c:pt idx="154">
                  <c:v>3.8706856147455608E-2</c:v>
                </c:pt>
                <c:pt idx="155">
                  <c:v>3.5474592846231424E-2</c:v>
                </c:pt>
                <c:pt idx="156">
                  <c:v>3.2460265643697445E-2</c:v>
                </c:pt>
                <c:pt idx="157">
                  <c:v>2.965458484734125E-2</c:v>
                </c:pt>
                <c:pt idx="158">
                  <c:v>2.7048099546881761E-2</c:v>
                </c:pt>
                <c:pt idx="159">
                  <c:v>2.4631269306382486E-2</c:v>
                </c:pt>
                <c:pt idx="160">
                  <c:v>2.2394530294842882E-2</c:v>
                </c:pt>
                <c:pt idx="161">
                  <c:v>2.032835573822582E-2</c:v>
                </c:pt>
                <c:pt idx="162">
                  <c:v>1.8423310646862031E-2</c:v>
                </c:pt>
                <c:pt idx="163">
                  <c:v>1.6670100837381043E-2</c:v>
                </c:pt>
                <c:pt idx="164">
                  <c:v>1.505961632737743E-2</c:v>
                </c:pt>
                <c:pt idx="165">
                  <c:v>1.3582969233685602E-2</c:v>
                </c:pt>
                <c:pt idx="166">
                  <c:v>1.2231526351277954E-2</c:v>
                </c:pt>
                <c:pt idx="167">
                  <c:v>1.0996936629405587E-2</c:v>
                </c:pt>
                <c:pt idx="168">
                  <c:v>9.8711537947511439E-3</c:v>
                </c:pt>
                <c:pt idx="169">
                  <c:v>8.8464543982372315E-3</c:v>
                </c:pt>
                <c:pt idx="170">
                  <c:v>7.9154515829799686E-3</c:v>
                </c:pt>
                <c:pt idx="171">
                  <c:v>7.0711048860194487E-3</c:v>
                </c:pt>
                <c:pt idx="172">
                  <c:v>6.3067263962659275E-3</c:v>
                </c:pt>
                <c:pt idx="173">
                  <c:v>5.615983595990969E-3</c:v>
                </c:pt>
                <c:pt idx="174">
                  <c:v>4.9928992136123763E-3</c:v>
                </c:pt>
                <c:pt idx="175">
                  <c:v>4.4318484119380075E-3</c:v>
                </c:pt>
                <c:pt idx="176">
                  <c:v>3.9275536289247789E-3</c:v>
                </c:pt>
                <c:pt idx="177">
                  <c:v>3.4750773778549375E-3</c:v>
                </c:pt>
                <c:pt idx="178">
                  <c:v>3.0698133011047403E-3</c:v>
                </c:pt>
                <c:pt idx="179">
                  <c:v>2.7074757568406999E-3</c:v>
                </c:pt>
                <c:pt idx="180">
                  <c:v>2.3840882014648404E-3</c:v>
                </c:pt>
                <c:pt idx="181">
                  <c:v>2.0959706128579419E-3</c:v>
                </c:pt>
                <c:pt idx="182">
                  <c:v>1.8397261808242775E-3</c:v>
                </c:pt>
                <c:pt idx="183">
                  <c:v>1.6122274719771231E-3</c:v>
                </c:pt>
                <c:pt idx="184">
                  <c:v>1.4106022569413824E-3</c:v>
                </c:pt>
                <c:pt idx="185">
                  <c:v>1.2322191684730175E-3</c:v>
                </c:pt>
                <c:pt idx="186">
                  <c:v>1.0746733401537337E-3</c:v>
                </c:pt>
                <c:pt idx="187">
                  <c:v>9.3577215692747804E-4</c:v>
                </c:pt>
                <c:pt idx="188">
                  <c:v>8.1352123108180689E-4</c:v>
                </c:pt>
                <c:pt idx="189">
                  <c:v>7.0611070048803501E-4</c:v>
                </c:pt>
                <c:pt idx="190">
                  <c:v>6.1190193011377092E-4</c:v>
                </c:pt>
                <c:pt idx="191">
                  <c:v>5.2941468309493378E-4</c:v>
                </c:pt>
                <c:pt idx="192">
                  <c:v>4.5731481405985762E-4</c:v>
                </c:pt>
                <c:pt idx="193">
                  <c:v>3.9440252496915693E-4</c:v>
                </c:pt>
                <c:pt idx="194">
                  <c:v>3.3960121248365478E-4</c:v>
                </c:pt>
                <c:pt idx="195">
                  <c:v>2.9194692579146027E-4</c:v>
                </c:pt>
                <c:pt idx="196">
                  <c:v>2.5057844489086075E-4</c:v>
                </c:pt>
                <c:pt idx="197">
                  <c:v>2.1472798150036704E-4</c:v>
                </c:pt>
                <c:pt idx="198">
                  <c:v>1.8371249800245711E-4</c:v>
                </c:pt>
                <c:pt idx="199">
                  <c:v>1.5692563406553226E-4</c:v>
                </c:pt>
                <c:pt idx="200">
                  <c:v>1.3383022576488537E-4</c:v>
                </c:pt>
              </c:numCache>
            </c:numRef>
          </c:val>
        </c:ser>
        <c:dLbls>
          <c:showLegendKey val="0"/>
          <c:showVal val="0"/>
          <c:showCatName val="0"/>
          <c:showSerName val="0"/>
          <c:showPercent val="0"/>
          <c:showBubbleSize val="0"/>
        </c:dLbls>
        <c:gapWidth val="0"/>
        <c:overlap val="100"/>
        <c:axId val="96303360"/>
        <c:axId val="96325632"/>
      </c:barChart>
      <c:lineChart>
        <c:grouping val="standard"/>
        <c:varyColors val="0"/>
        <c:ser>
          <c:idx val="0"/>
          <c:order val="2"/>
          <c:spPr>
            <a:ln w="25400">
              <a:solidFill>
                <a:srgbClr val="000080"/>
              </a:solidFill>
              <a:prstDash val="solid"/>
            </a:ln>
          </c:spPr>
          <c:marker>
            <c:symbol val="none"/>
          </c:marker>
          <c:cat>
            <c:numRef>
              <c:f>Normal!$K$2:$K$202</c:f>
              <c:numCache>
                <c:formatCode>General</c:formatCode>
                <c:ptCount val="201"/>
                <c:pt idx="0">
                  <c:v>-4</c:v>
                </c:pt>
                <c:pt idx="1">
                  <c:v>-3.96</c:v>
                </c:pt>
                <c:pt idx="2">
                  <c:v>-3.92</c:v>
                </c:pt>
                <c:pt idx="3">
                  <c:v>-3.88</c:v>
                </c:pt>
                <c:pt idx="4">
                  <c:v>-3.84</c:v>
                </c:pt>
                <c:pt idx="5">
                  <c:v>-3.8</c:v>
                </c:pt>
                <c:pt idx="6">
                  <c:v>-3.76</c:v>
                </c:pt>
                <c:pt idx="7">
                  <c:v>-3.7199999999999998</c:v>
                </c:pt>
                <c:pt idx="8">
                  <c:v>-3.68</c:v>
                </c:pt>
                <c:pt idx="9">
                  <c:v>-3.64</c:v>
                </c:pt>
                <c:pt idx="10">
                  <c:v>-3.6</c:v>
                </c:pt>
                <c:pt idx="11">
                  <c:v>-3.56</c:v>
                </c:pt>
                <c:pt idx="12">
                  <c:v>-3.52</c:v>
                </c:pt>
                <c:pt idx="13">
                  <c:v>-3.48</c:v>
                </c:pt>
                <c:pt idx="14">
                  <c:v>-3.44</c:v>
                </c:pt>
                <c:pt idx="15">
                  <c:v>-3.4</c:v>
                </c:pt>
                <c:pt idx="16">
                  <c:v>-3.36</c:v>
                </c:pt>
                <c:pt idx="17">
                  <c:v>-3.32</c:v>
                </c:pt>
                <c:pt idx="18">
                  <c:v>-3.2800000000000002</c:v>
                </c:pt>
                <c:pt idx="19">
                  <c:v>-3.24</c:v>
                </c:pt>
                <c:pt idx="20">
                  <c:v>-3.2</c:v>
                </c:pt>
                <c:pt idx="21">
                  <c:v>-3.16</c:v>
                </c:pt>
                <c:pt idx="22">
                  <c:v>-3.12</c:v>
                </c:pt>
                <c:pt idx="23">
                  <c:v>-3.08</c:v>
                </c:pt>
                <c:pt idx="24">
                  <c:v>-3.04</c:v>
                </c:pt>
                <c:pt idx="25">
                  <c:v>-3</c:v>
                </c:pt>
                <c:pt idx="26">
                  <c:v>-2.96</c:v>
                </c:pt>
                <c:pt idx="27">
                  <c:v>-2.92</c:v>
                </c:pt>
                <c:pt idx="28">
                  <c:v>-2.88</c:v>
                </c:pt>
                <c:pt idx="29">
                  <c:v>-2.84</c:v>
                </c:pt>
                <c:pt idx="30">
                  <c:v>-2.8</c:v>
                </c:pt>
                <c:pt idx="31">
                  <c:v>-2.76</c:v>
                </c:pt>
                <c:pt idx="32">
                  <c:v>-2.7199999999999998</c:v>
                </c:pt>
                <c:pt idx="33">
                  <c:v>-2.6799999999999997</c:v>
                </c:pt>
                <c:pt idx="34">
                  <c:v>-2.6399999999999997</c:v>
                </c:pt>
                <c:pt idx="35">
                  <c:v>-2.5999999999999996</c:v>
                </c:pt>
                <c:pt idx="36">
                  <c:v>-2.56</c:v>
                </c:pt>
                <c:pt idx="37">
                  <c:v>-2.52</c:v>
                </c:pt>
                <c:pt idx="38">
                  <c:v>-2.48</c:v>
                </c:pt>
                <c:pt idx="39">
                  <c:v>-2.44</c:v>
                </c:pt>
                <c:pt idx="40">
                  <c:v>-2.4</c:v>
                </c:pt>
                <c:pt idx="41">
                  <c:v>-2.36</c:v>
                </c:pt>
                <c:pt idx="42">
                  <c:v>-2.3200000000000003</c:v>
                </c:pt>
                <c:pt idx="43">
                  <c:v>-2.2800000000000002</c:v>
                </c:pt>
                <c:pt idx="44">
                  <c:v>-2.2400000000000002</c:v>
                </c:pt>
                <c:pt idx="45">
                  <c:v>-2.2000000000000002</c:v>
                </c:pt>
                <c:pt idx="46">
                  <c:v>-2.16</c:v>
                </c:pt>
                <c:pt idx="47">
                  <c:v>-2.12</c:v>
                </c:pt>
                <c:pt idx="48">
                  <c:v>-2.08</c:v>
                </c:pt>
                <c:pt idx="49">
                  <c:v>-2.04</c:v>
                </c:pt>
                <c:pt idx="50">
                  <c:v>-2</c:v>
                </c:pt>
                <c:pt idx="51">
                  <c:v>-1.96</c:v>
                </c:pt>
                <c:pt idx="52">
                  <c:v>-1.92</c:v>
                </c:pt>
                <c:pt idx="53">
                  <c:v>-1.88</c:v>
                </c:pt>
                <c:pt idx="54">
                  <c:v>-1.8399999999999999</c:v>
                </c:pt>
                <c:pt idx="55">
                  <c:v>-1.7999999999999998</c:v>
                </c:pt>
                <c:pt idx="56">
                  <c:v>-1.7599999999999998</c:v>
                </c:pt>
                <c:pt idx="57">
                  <c:v>-1.7199999999999998</c:v>
                </c:pt>
                <c:pt idx="58">
                  <c:v>-1.6800000000000002</c:v>
                </c:pt>
                <c:pt idx="59">
                  <c:v>-1.6400000000000001</c:v>
                </c:pt>
                <c:pt idx="60">
                  <c:v>-1.6</c:v>
                </c:pt>
                <c:pt idx="61">
                  <c:v>-1.56</c:v>
                </c:pt>
                <c:pt idx="62">
                  <c:v>-1.52</c:v>
                </c:pt>
                <c:pt idx="63">
                  <c:v>-1.48</c:v>
                </c:pt>
                <c:pt idx="64">
                  <c:v>-1.44</c:v>
                </c:pt>
                <c:pt idx="65">
                  <c:v>-1.4</c:v>
                </c:pt>
                <c:pt idx="66">
                  <c:v>-1.3599999999999999</c:v>
                </c:pt>
                <c:pt idx="67">
                  <c:v>-1.3199999999999998</c:v>
                </c:pt>
                <c:pt idx="68">
                  <c:v>-1.2799999999999998</c:v>
                </c:pt>
                <c:pt idx="69">
                  <c:v>-1.2399999999999998</c:v>
                </c:pt>
                <c:pt idx="70">
                  <c:v>-1.1999999999999997</c:v>
                </c:pt>
                <c:pt idx="71">
                  <c:v>-1.1600000000000001</c:v>
                </c:pt>
                <c:pt idx="72">
                  <c:v>-1.1200000000000001</c:v>
                </c:pt>
                <c:pt idx="73">
                  <c:v>-1.08</c:v>
                </c:pt>
                <c:pt idx="74">
                  <c:v>-1.04</c:v>
                </c:pt>
                <c:pt idx="75">
                  <c:v>-1</c:v>
                </c:pt>
                <c:pt idx="76">
                  <c:v>-0.96</c:v>
                </c:pt>
                <c:pt idx="77">
                  <c:v>-0.91999999999999993</c:v>
                </c:pt>
                <c:pt idx="78">
                  <c:v>-0.87999999999999989</c:v>
                </c:pt>
                <c:pt idx="79">
                  <c:v>-0.83999999999999986</c:v>
                </c:pt>
                <c:pt idx="80">
                  <c:v>-0.79999999999999982</c:v>
                </c:pt>
                <c:pt idx="81">
                  <c:v>-0.75999999999999979</c:v>
                </c:pt>
                <c:pt idx="82">
                  <c:v>-0.71999999999999975</c:v>
                </c:pt>
                <c:pt idx="83">
                  <c:v>-0.67999999999999972</c:v>
                </c:pt>
                <c:pt idx="84">
                  <c:v>-0.64000000000000012</c:v>
                </c:pt>
                <c:pt idx="85">
                  <c:v>-0.60000000000000009</c:v>
                </c:pt>
                <c:pt idx="86">
                  <c:v>-0.56000000000000005</c:v>
                </c:pt>
                <c:pt idx="87">
                  <c:v>-0.52</c:v>
                </c:pt>
                <c:pt idx="88">
                  <c:v>-0.48</c:v>
                </c:pt>
                <c:pt idx="89">
                  <c:v>-0.43999999999999995</c:v>
                </c:pt>
                <c:pt idx="90">
                  <c:v>-0.39999999999999991</c:v>
                </c:pt>
                <c:pt idx="91">
                  <c:v>-0.35999999999999988</c:v>
                </c:pt>
                <c:pt idx="92">
                  <c:v>-0.31999999999999984</c:v>
                </c:pt>
                <c:pt idx="93">
                  <c:v>-0.2799999999999998</c:v>
                </c:pt>
                <c:pt idx="94">
                  <c:v>-0.23999999999999977</c:v>
                </c:pt>
                <c:pt idx="95">
                  <c:v>-0.19999999999999973</c:v>
                </c:pt>
                <c:pt idx="96">
                  <c:v>-0.16000000000000014</c:v>
                </c:pt>
                <c:pt idx="97">
                  <c:v>-0.12000000000000011</c:v>
                </c:pt>
                <c:pt idx="98">
                  <c:v>-8.0000000000000071E-2</c:v>
                </c:pt>
                <c:pt idx="99">
                  <c:v>-4.0000000000000036E-2</c:v>
                </c:pt>
                <c:pt idx="100">
                  <c:v>0</c:v>
                </c:pt>
                <c:pt idx="101">
                  <c:v>4.0000000000000036E-2</c:v>
                </c:pt>
                <c:pt idx="102">
                  <c:v>8.0000000000000071E-2</c:v>
                </c:pt>
                <c:pt idx="103">
                  <c:v>0.12000000000000011</c:v>
                </c:pt>
                <c:pt idx="104">
                  <c:v>0.16000000000000014</c:v>
                </c:pt>
                <c:pt idx="105">
                  <c:v>0.20000000000000018</c:v>
                </c:pt>
                <c:pt idx="106">
                  <c:v>0.24000000000000021</c:v>
                </c:pt>
                <c:pt idx="107">
                  <c:v>0.28000000000000025</c:v>
                </c:pt>
                <c:pt idx="108">
                  <c:v>0.32000000000000028</c:v>
                </c:pt>
                <c:pt idx="109">
                  <c:v>0.36000000000000032</c:v>
                </c:pt>
                <c:pt idx="110">
                  <c:v>0.40000000000000036</c:v>
                </c:pt>
                <c:pt idx="111">
                  <c:v>0.44000000000000039</c:v>
                </c:pt>
                <c:pt idx="112">
                  <c:v>0.48000000000000043</c:v>
                </c:pt>
                <c:pt idx="113">
                  <c:v>0.52000000000000046</c:v>
                </c:pt>
                <c:pt idx="114">
                  <c:v>0.5600000000000005</c:v>
                </c:pt>
                <c:pt idx="115">
                  <c:v>0.60000000000000053</c:v>
                </c:pt>
                <c:pt idx="116">
                  <c:v>0.63999999999999968</c:v>
                </c:pt>
                <c:pt idx="117">
                  <c:v>0.67999999999999972</c:v>
                </c:pt>
                <c:pt idx="118">
                  <c:v>0.71999999999999975</c:v>
                </c:pt>
                <c:pt idx="119">
                  <c:v>0.75999999999999979</c:v>
                </c:pt>
                <c:pt idx="120">
                  <c:v>0.79999999999999982</c:v>
                </c:pt>
                <c:pt idx="121">
                  <c:v>0.83999999999999986</c:v>
                </c:pt>
                <c:pt idx="122">
                  <c:v>0.87999999999999989</c:v>
                </c:pt>
                <c:pt idx="123">
                  <c:v>0.91999999999999993</c:v>
                </c:pt>
                <c:pt idx="124">
                  <c:v>0.96</c:v>
                </c:pt>
                <c:pt idx="125">
                  <c:v>1</c:v>
                </c:pt>
                <c:pt idx="126">
                  <c:v>1.04</c:v>
                </c:pt>
                <c:pt idx="127">
                  <c:v>1.08</c:v>
                </c:pt>
                <c:pt idx="128">
                  <c:v>1.1200000000000001</c:v>
                </c:pt>
                <c:pt idx="129">
                  <c:v>1.1600000000000001</c:v>
                </c:pt>
                <c:pt idx="130">
                  <c:v>1.2000000000000002</c:v>
                </c:pt>
                <c:pt idx="131">
                  <c:v>1.2400000000000002</c:v>
                </c:pt>
                <c:pt idx="132">
                  <c:v>1.2800000000000002</c:v>
                </c:pt>
                <c:pt idx="133">
                  <c:v>1.3200000000000003</c:v>
                </c:pt>
                <c:pt idx="134">
                  <c:v>1.3600000000000003</c:v>
                </c:pt>
                <c:pt idx="135">
                  <c:v>1.4000000000000004</c:v>
                </c:pt>
                <c:pt idx="136">
                  <c:v>1.4400000000000004</c:v>
                </c:pt>
                <c:pt idx="137">
                  <c:v>1.4800000000000004</c:v>
                </c:pt>
                <c:pt idx="138">
                  <c:v>1.5200000000000005</c:v>
                </c:pt>
                <c:pt idx="139">
                  <c:v>1.5600000000000005</c:v>
                </c:pt>
                <c:pt idx="140">
                  <c:v>1.6000000000000005</c:v>
                </c:pt>
                <c:pt idx="141">
                  <c:v>1.6399999999999997</c:v>
                </c:pt>
                <c:pt idx="142">
                  <c:v>1.6799999999999997</c:v>
                </c:pt>
                <c:pt idx="143">
                  <c:v>1.7199999999999998</c:v>
                </c:pt>
                <c:pt idx="144">
                  <c:v>1.7599999999999998</c:v>
                </c:pt>
                <c:pt idx="145">
                  <c:v>1.7999999999999998</c:v>
                </c:pt>
                <c:pt idx="146">
                  <c:v>1.8399999999999999</c:v>
                </c:pt>
                <c:pt idx="147">
                  <c:v>1.88</c:v>
                </c:pt>
                <c:pt idx="148">
                  <c:v>1.92</c:v>
                </c:pt>
                <c:pt idx="149">
                  <c:v>1.96</c:v>
                </c:pt>
                <c:pt idx="150">
                  <c:v>2</c:v>
                </c:pt>
                <c:pt idx="151">
                  <c:v>2.04</c:v>
                </c:pt>
                <c:pt idx="152">
                  <c:v>2.08</c:v>
                </c:pt>
                <c:pt idx="153">
                  <c:v>2.12</c:v>
                </c:pt>
                <c:pt idx="154">
                  <c:v>2.16</c:v>
                </c:pt>
                <c:pt idx="155">
                  <c:v>2.2000000000000002</c:v>
                </c:pt>
                <c:pt idx="156">
                  <c:v>2.2400000000000002</c:v>
                </c:pt>
                <c:pt idx="157">
                  <c:v>2.2800000000000002</c:v>
                </c:pt>
                <c:pt idx="158">
                  <c:v>2.3200000000000003</c:v>
                </c:pt>
                <c:pt idx="159">
                  <c:v>2.3600000000000003</c:v>
                </c:pt>
                <c:pt idx="160">
                  <c:v>2.4000000000000004</c:v>
                </c:pt>
                <c:pt idx="161">
                  <c:v>2.4400000000000004</c:v>
                </c:pt>
                <c:pt idx="162">
                  <c:v>2.4800000000000004</c:v>
                </c:pt>
                <c:pt idx="163">
                  <c:v>2.5200000000000005</c:v>
                </c:pt>
                <c:pt idx="164">
                  <c:v>2.5600000000000005</c:v>
                </c:pt>
                <c:pt idx="165">
                  <c:v>2.6000000000000005</c:v>
                </c:pt>
                <c:pt idx="166">
                  <c:v>2.6400000000000006</c:v>
                </c:pt>
                <c:pt idx="167">
                  <c:v>2.6799999999999997</c:v>
                </c:pt>
                <c:pt idx="168">
                  <c:v>2.7199999999999998</c:v>
                </c:pt>
                <c:pt idx="169">
                  <c:v>2.76</c:v>
                </c:pt>
                <c:pt idx="170">
                  <c:v>2.8</c:v>
                </c:pt>
                <c:pt idx="171">
                  <c:v>2.84</c:v>
                </c:pt>
                <c:pt idx="172">
                  <c:v>2.88</c:v>
                </c:pt>
                <c:pt idx="173">
                  <c:v>2.92</c:v>
                </c:pt>
                <c:pt idx="174">
                  <c:v>2.96</c:v>
                </c:pt>
                <c:pt idx="175">
                  <c:v>3</c:v>
                </c:pt>
                <c:pt idx="176">
                  <c:v>3.04</c:v>
                </c:pt>
                <c:pt idx="177">
                  <c:v>3.08</c:v>
                </c:pt>
                <c:pt idx="178">
                  <c:v>3.12</c:v>
                </c:pt>
                <c:pt idx="179">
                  <c:v>3.16</c:v>
                </c:pt>
                <c:pt idx="180">
                  <c:v>3.2</c:v>
                </c:pt>
                <c:pt idx="181">
                  <c:v>3.24</c:v>
                </c:pt>
                <c:pt idx="182">
                  <c:v>3.2800000000000002</c:v>
                </c:pt>
                <c:pt idx="183">
                  <c:v>3.3200000000000003</c:v>
                </c:pt>
                <c:pt idx="184">
                  <c:v>3.3600000000000003</c:v>
                </c:pt>
                <c:pt idx="185">
                  <c:v>3.4000000000000004</c:v>
                </c:pt>
                <c:pt idx="186">
                  <c:v>3.4400000000000004</c:v>
                </c:pt>
                <c:pt idx="187">
                  <c:v>3.4800000000000004</c:v>
                </c:pt>
                <c:pt idx="188">
                  <c:v>3.5200000000000005</c:v>
                </c:pt>
                <c:pt idx="189">
                  <c:v>3.5600000000000005</c:v>
                </c:pt>
                <c:pt idx="190">
                  <c:v>3.6000000000000005</c:v>
                </c:pt>
                <c:pt idx="191">
                  <c:v>3.6400000000000006</c:v>
                </c:pt>
                <c:pt idx="192">
                  <c:v>3.6799999999999997</c:v>
                </c:pt>
                <c:pt idx="193">
                  <c:v>3.7199999999999998</c:v>
                </c:pt>
                <c:pt idx="194">
                  <c:v>3.76</c:v>
                </c:pt>
                <c:pt idx="195">
                  <c:v>3.8</c:v>
                </c:pt>
                <c:pt idx="196">
                  <c:v>3.84</c:v>
                </c:pt>
                <c:pt idx="197">
                  <c:v>3.88</c:v>
                </c:pt>
                <c:pt idx="198">
                  <c:v>3.92</c:v>
                </c:pt>
                <c:pt idx="199">
                  <c:v>3.96</c:v>
                </c:pt>
                <c:pt idx="200">
                  <c:v>4</c:v>
                </c:pt>
              </c:numCache>
            </c:numRef>
          </c:cat>
          <c:val>
            <c:numRef>
              <c:f>Normal!$L$2:$L$202</c:f>
              <c:numCache>
                <c:formatCode>General</c:formatCode>
                <c:ptCount val="201"/>
                <c:pt idx="0">
                  <c:v>1.3383022576488537E-4</c:v>
                </c:pt>
                <c:pt idx="1">
                  <c:v>1.5692563406553226E-4</c:v>
                </c:pt>
                <c:pt idx="2">
                  <c:v>1.8371249800245711E-4</c:v>
                </c:pt>
                <c:pt idx="3">
                  <c:v>2.1472798150036704E-4</c:v>
                </c:pt>
                <c:pt idx="4">
                  <c:v>2.5057844489086075E-4</c:v>
                </c:pt>
                <c:pt idx="5">
                  <c:v>2.9194692579146027E-4</c:v>
                </c:pt>
                <c:pt idx="6">
                  <c:v>3.3960121248365478E-4</c:v>
                </c:pt>
                <c:pt idx="7">
                  <c:v>3.9440252496915693E-4</c:v>
                </c:pt>
                <c:pt idx="8">
                  <c:v>4.5731481405985675E-4</c:v>
                </c:pt>
                <c:pt idx="9">
                  <c:v>5.2941468309493475E-4</c:v>
                </c:pt>
                <c:pt idx="10">
                  <c:v>6.119019301137719E-4</c:v>
                </c:pt>
                <c:pt idx="11">
                  <c:v>7.061107004880362E-4</c:v>
                </c:pt>
                <c:pt idx="12">
                  <c:v>8.1352123108180841E-4</c:v>
                </c:pt>
                <c:pt idx="13">
                  <c:v>9.3577215692747977E-4</c:v>
                </c:pt>
                <c:pt idx="14">
                  <c:v>1.0746733401537356E-3</c:v>
                </c:pt>
                <c:pt idx="15">
                  <c:v>1.2322191684730199E-3</c:v>
                </c:pt>
                <c:pt idx="16">
                  <c:v>1.4106022569413848E-3</c:v>
                </c:pt>
                <c:pt idx="17">
                  <c:v>1.6122274719771244E-3</c:v>
                </c:pt>
                <c:pt idx="18">
                  <c:v>1.8397261808242775E-3</c:v>
                </c:pt>
                <c:pt idx="19">
                  <c:v>2.0959706128579419E-3</c:v>
                </c:pt>
                <c:pt idx="20">
                  <c:v>2.3840882014648404E-3</c:v>
                </c:pt>
                <c:pt idx="21">
                  <c:v>2.7074757568406999E-3</c:v>
                </c:pt>
                <c:pt idx="22">
                  <c:v>3.0698133011047403E-3</c:v>
                </c:pt>
                <c:pt idx="23">
                  <c:v>3.4750773778549375E-3</c:v>
                </c:pt>
                <c:pt idx="24">
                  <c:v>3.9275536289247789E-3</c:v>
                </c:pt>
                <c:pt idx="25">
                  <c:v>4.4318484119380075E-3</c:v>
                </c:pt>
                <c:pt idx="26">
                  <c:v>4.9928992136123763E-3</c:v>
                </c:pt>
                <c:pt idx="27">
                  <c:v>5.615983595990969E-3</c:v>
                </c:pt>
                <c:pt idx="28">
                  <c:v>6.3067263962659275E-3</c:v>
                </c:pt>
                <c:pt idx="29">
                  <c:v>7.0711048860194487E-3</c:v>
                </c:pt>
                <c:pt idx="30">
                  <c:v>7.9154515829799686E-3</c:v>
                </c:pt>
                <c:pt idx="31">
                  <c:v>8.8464543982372315E-3</c:v>
                </c:pt>
                <c:pt idx="32">
                  <c:v>9.8711537947511439E-3</c:v>
                </c:pt>
                <c:pt idx="33">
                  <c:v>1.0996936629405587E-2</c:v>
                </c:pt>
                <c:pt idx="34">
                  <c:v>1.2231526351277987E-2</c:v>
                </c:pt>
                <c:pt idx="35">
                  <c:v>1.3582969233685634E-2</c:v>
                </c:pt>
                <c:pt idx="36">
                  <c:v>1.5059616327377449E-2</c:v>
                </c:pt>
                <c:pt idx="37">
                  <c:v>1.6670100837381057E-2</c:v>
                </c:pt>
                <c:pt idx="38">
                  <c:v>1.8423310646862048E-2</c:v>
                </c:pt>
                <c:pt idx="39">
                  <c:v>2.0328355738225837E-2</c:v>
                </c:pt>
                <c:pt idx="40">
                  <c:v>2.2394530294842899E-2</c:v>
                </c:pt>
                <c:pt idx="41">
                  <c:v>2.4631269306382507E-2</c:v>
                </c:pt>
                <c:pt idx="42">
                  <c:v>2.7048099546881761E-2</c:v>
                </c:pt>
                <c:pt idx="43">
                  <c:v>2.965458484734125E-2</c:v>
                </c:pt>
                <c:pt idx="44">
                  <c:v>3.2460265643697445E-2</c:v>
                </c:pt>
                <c:pt idx="45">
                  <c:v>3.5474592846231424E-2</c:v>
                </c:pt>
                <c:pt idx="46">
                  <c:v>3.8706856147455608E-2</c:v>
                </c:pt>
                <c:pt idx="47">
                  <c:v>4.2166106961770311E-2</c:v>
                </c:pt>
                <c:pt idx="48">
                  <c:v>4.5861076271054887E-2</c:v>
                </c:pt>
                <c:pt idx="49">
                  <c:v>4.9800087735070775E-2</c:v>
                </c:pt>
                <c:pt idx="50">
                  <c:v>5.3990966513188063E-2</c:v>
                </c:pt>
                <c:pt idx="51">
                  <c:v>5.8440944333451469E-2</c:v>
                </c:pt>
                <c:pt idx="52">
                  <c:v>6.3156561435198655E-2</c:v>
                </c:pt>
                <c:pt idx="53">
                  <c:v>6.8143566101044578E-2</c:v>
                </c:pt>
                <c:pt idx="54">
                  <c:v>7.3406812581656919E-2</c:v>
                </c:pt>
                <c:pt idx="55">
                  <c:v>7.8950158300894177E-2</c:v>
                </c:pt>
                <c:pt idx="56">
                  <c:v>8.4776361308022255E-2</c:v>
                </c:pt>
                <c:pt idx="57">
                  <c:v>9.0886979016282898E-2</c:v>
                </c:pt>
                <c:pt idx="58">
                  <c:v>9.7282269331467469E-2</c:v>
                </c:pt>
                <c:pt idx="59">
                  <c:v>0.10396109532876419</c:v>
                </c:pt>
                <c:pt idx="60">
                  <c:v>0.11092083467945554</c:v>
                </c:pt>
                <c:pt idx="61">
                  <c:v>0.11815729505958227</c:v>
                </c:pt>
                <c:pt idx="62">
                  <c:v>0.12566463678908815</c:v>
                </c:pt>
                <c:pt idx="63">
                  <c:v>0.13343530395100231</c:v>
                </c:pt>
                <c:pt idx="64">
                  <c:v>0.14145996522483878</c:v>
                </c:pt>
                <c:pt idx="65">
                  <c:v>0.14972746563574488</c:v>
                </c:pt>
                <c:pt idx="66">
                  <c:v>0.15822479037038306</c:v>
                </c:pt>
                <c:pt idx="67">
                  <c:v>0.16693704174171387</c:v>
                </c:pt>
                <c:pt idx="68">
                  <c:v>0.17584743029766242</c:v>
                </c:pt>
                <c:pt idx="69">
                  <c:v>0.18493728096330536</c:v>
                </c:pt>
                <c:pt idx="70">
                  <c:v>0.19418605498321304</c:v>
                </c:pt>
                <c:pt idx="71">
                  <c:v>0.20357138829075938</c:v>
                </c:pt>
                <c:pt idx="72">
                  <c:v>0.21306914677571784</c:v>
                </c:pt>
                <c:pt idx="73">
                  <c:v>0.22265349875176113</c:v>
                </c:pt>
                <c:pt idx="74">
                  <c:v>0.2322970047433662</c:v>
                </c:pt>
                <c:pt idx="75">
                  <c:v>0.24197072451914337</c:v>
                </c:pt>
                <c:pt idx="76">
                  <c:v>0.25164434109811712</c:v>
                </c:pt>
                <c:pt idx="77">
                  <c:v>0.26128630124955315</c:v>
                </c:pt>
                <c:pt idx="78">
                  <c:v>0.27086397179833804</c:v>
                </c:pt>
                <c:pt idx="79">
                  <c:v>0.28034381083962062</c:v>
                </c:pt>
                <c:pt idx="80">
                  <c:v>0.28969155276148278</c:v>
                </c:pt>
                <c:pt idx="81">
                  <c:v>0.29887240577595287</c:v>
                </c:pt>
                <c:pt idx="82">
                  <c:v>0.30785126046985301</c:v>
                </c:pt>
                <c:pt idx="83">
                  <c:v>0.31659290771089288</c:v>
                </c:pt>
                <c:pt idx="84">
                  <c:v>0.32506226408408212</c:v>
                </c:pt>
                <c:pt idx="85">
                  <c:v>0.33322460289179967</c:v>
                </c:pt>
                <c:pt idx="86">
                  <c:v>0.34104578863035256</c:v>
                </c:pt>
                <c:pt idx="87">
                  <c:v>0.34849251275897447</c:v>
                </c:pt>
                <c:pt idx="88">
                  <c:v>0.35553252850599709</c:v>
                </c:pt>
                <c:pt idx="89">
                  <c:v>0.36213488241309222</c:v>
                </c:pt>
                <c:pt idx="90">
                  <c:v>0.36827014030332339</c:v>
                </c:pt>
                <c:pt idx="91">
                  <c:v>0.37391060537312842</c:v>
                </c:pt>
                <c:pt idx="92">
                  <c:v>0.37903052615270172</c:v>
                </c:pt>
                <c:pt idx="93">
                  <c:v>0.38360629215347858</c:v>
                </c:pt>
                <c:pt idx="94">
                  <c:v>0.38761661512501416</c:v>
                </c:pt>
                <c:pt idx="95">
                  <c:v>0.39104269397545594</c:v>
                </c:pt>
                <c:pt idx="96">
                  <c:v>0.39386836156854083</c:v>
                </c:pt>
                <c:pt idx="97">
                  <c:v>0.3960802117936561</c:v>
                </c:pt>
                <c:pt idx="98">
                  <c:v>0.39766770551160885</c:v>
                </c:pt>
                <c:pt idx="99">
                  <c:v>0.39862325420460504</c:v>
                </c:pt>
                <c:pt idx="100">
                  <c:v>0.3989422804014327</c:v>
                </c:pt>
                <c:pt idx="101">
                  <c:v>0.39862325420460504</c:v>
                </c:pt>
                <c:pt idx="102">
                  <c:v>0.39766770551160885</c:v>
                </c:pt>
                <c:pt idx="103">
                  <c:v>0.3960802117936561</c:v>
                </c:pt>
                <c:pt idx="104">
                  <c:v>0.39386836156854083</c:v>
                </c:pt>
                <c:pt idx="105">
                  <c:v>0.39104269397545588</c:v>
                </c:pt>
                <c:pt idx="106">
                  <c:v>0.38761661512501411</c:v>
                </c:pt>
                <c:pt idx="107">
                  <c:v>0.38360629215347852</c:v>
                </c:pt>
                <c:pt idx="108">
                  <c:v>0.37903052615270166</c:v>
                </c:pt>
                <c:pt idx="109">
                  <c:v>0.37391060537312837</c:v>
                </c:pt>
                <c:pt idx="110">
                  <c:v>0.36827014030332328</c:v>
                </c:pt>
                <c:pt idx="111">
                  <c:v>0.36213488241309216</c:v>
                </c:pt>
                <c:pt idx="112">
                  <c:v>0.35553252850599704</c:v>
                </c:pt>
                <c:pt idx="113">
                  <c:v>0.34849251275897447</c:v>
                </c:pt>
                <c:pt idx="114">
                  <c:v>0.34104578863035245</c:v>
                </c:pt>
                <c:pt idx="115">
                  <c:v>0.33322460289179956</c:v>
                </c:pt>
                <c:pt idx="116">
                  <c:v>0.32506226408408218</c:v>
                </c:pt>
                <c:pt idx="117">
                  <c:v>0.31659290771089288</c:v>
                </c:pt>
                <c:pt idx="118">
                  <c:v>0.30785126046985301</c:v>
                </c:pt>
                <c:pt idx="119">
                  <c:v>0.29887240577595287</c:v>
                </c:pt>
                <c:pt idx="120">
                  <c:v>0.28969155276148278</c:v>
                </c:pt>
                <c:pt idx="121">
                  <c:v>0.28034381083962062</c:v>
                </c:pt>
                <c:pt idx="122">
                  <c:v>0.27086397179833804</c:v>
                </c:pt>
                <c:pt idx="123">
                  <c:v>0.26128630124955315</c:v>
                </c:pt>
                <c:pt idx="124">
                  <c:v>0.25164434109811712</c:v>
                </c:pt>
                <c:pt idx="125">
                  <c:v>0.24197072451914337</c:v>
                </c:pt>
                <c:pt idx="126">
                  <c:v>0.2322970047433662</c:v>
                </c:pt>
                <c:pt idx="127">
                  <c:v>0.22265349875176113</c:v>
                </c:pt>
                <c:pt idx="128">
                  <c:v>0.21306914677571784</c:v>
                </c:pt>
                <c:pt idx="129">
                  <c:v>0.20357138829075938</c:v>
                </c:pt>
                <c:pt idx="130">
                  <c:v>0.19418605498321292</c:v>
                </c:pt>
                <c:pt idx="131">
                  <c:v>0.18493728096330525</c:v>
                </c:pt>
                <c:pt idx="132">
                  <c:v>0.17584743029766231</c:v>
                </c:pt>
                <c:pt idx="133">
                  <c:v>0.16693704174171375</c:v>
                </c:pt>
                <c:pt idx="134">
                  <c:v>0.15822479037038298</c:v>
                </c:pt>
                <c:pt idx="135">
                  <c:v>0.14972746563574479</c:v>
                </c:pt>
                <c:pt idx="136">
                  <c:v>0.1414599652248387</c:v>
                </c:pt>
                <c:pt idx="137">
                  <c:v>0.1334353039510022</c:v>
                </c:pt>
                <c:pt idx="138">
                  <c:v>0.12566463678908804</c:v>
                </c:pt>
                <c:pt idx="139">
                  <c:v>0.11815729505958221</c:v>
                </c:pt>
                <c:pt idx="140">
                  <c:v>0.11092083467945546</c:v>
                </c:pt>
                <c:pt idx="141">
                  <c:v>0.10396109532876426</c:v>
                </c:pt>
                <c:pt idx="142">
                  <c:v>9.7282269331467539E-2</c:v>
                </c:pt>
                <c:pt idx="143">
                  <c:v>9.0886979016282898E-2</c:v>
                </c:pt>
                <c:pt idx="144">
                  <c:v>8.4776361308022255E-2</c:v>
                </c:pt>
                <c:pt idx="145">
                  <c:v>7.8950158300894177E-2</c:v>
                </c:pt>
                <c:pt idx="146">
                  <c:v>7.3406812581656919E-2</c:v>
                </c:pt>
                <c:pt idx="147">
                  <c:v>6.8143566101044578E-2</c:v>
                </c:pt>
                <c:pt idx="148">
                  <c:v>6.3156561435198655E-2</c:v>
                </c:pt>
                <c:pt idx="149">
                  <c:v>5.8440944333451469E-2</c:v>
                </c:pt>
                <c:pt idx="150">
                  <c:v>5.3990966513188063E-2</c:v>
                </c:pt>
                <c:pt idx="151">
                  <c:v>4.9800087735070775E-2</c:v>
                </c:pt>
                <c:pt idx="152">
                  <c:v>4.5861076271054887E-2</c:v>
                </c:pt>
                <c:pt idx="153">
                  <c:v>4.2166106961770311E-2</c:v>
                </c:pt>
                <c:pt idx="154">
                  <c:v>3.8706856147455608E-2</c:v>
                </c:pt>
                <c:pt idx="155">
                  <c:v>3.5474592846231424E-2</c:v>
                </c:pt>
                <c:pt idx="156">
                  <c:v>3.2460265643697445E-2</c:v>
                </c:pt>
                <c:pt idx="157">
                  <c:v>2.965458484734125E-2</c:v>
                </c:pt>
                <c:pt idx="158">
                  <c:v>2.7048099546881761E-2</c:v>
                </c:pt>
                <c:pt idx="159">
                  <c:v>2.4631269306382486E-2</c:v>
                </c:pt>
                <c:pt idx="160">
                  <c:v>2.2394530294842882E-2</c:v>
                </c:pt>
                <c:pt idx="161">
                  <c:v>2.032835573822582E-2</c:v>
                </c:pt>
                <c:pt idx="162">
                  <c:v>1.8423310646862031E-2</c:v>
                </c:pt>
                <c:pt idx="163">
                  <c:v>1.6670100837381043E-2</c:v>
                </c:pt>
                <c:pt idx="164">
                  <c:v>1.505961632737743E-2</c:v>
                </c:pt>
                <c:pt idx="165">
                  <c:v>1.3582969233685602E-2</c:v>
                </c:pt>
                <c:pt idx="166">
                  <c:v>1.2231526351277954E-2</c:v>
                </c:pt>
                <c:pt idx="167">
                  <c:v>1.0996936629405587E-2</c:v>
                </c:pt>
                <c:pt idx="168">
                  <c:v>9.8711537947511439E-3</c:v>
                </c:pt>
                <c:pt idx="169">
                  <c:v>8.8464543982372315E-3</c:v>
                </c:pt>
                <c:pt idx="170">
                  <c:v>7.9154515829799686E-3</c:v>
                </c:pt>
                <c:pt idx="171">
                  <c:v>7.0711048860194487E-3</c:v>
                </c:pt>
                <c:pt idx="172">
                  <c:v>6.3067263962659275E-3</c:v>
                </c:pt>
                <c:pt idx="173">
                  <c:v>5.615983595990969E-3</c:v>
                </c:pt>
                <c:pt idx="174">
                  <c:v>4.9928992136123763E-3</c:v>
                </c:pt>
                <c:pt idx="175">
                  <c:v>4.4318484119380075E-3</c:v>
                </c:pt>
                <c:pt idx="176">
                  <c:v>3.9275536289247789E-3</c:v>
                </c:pt>
                <c:pt idx="177">
                  <c:v>3.4750773778549375E-3</c:v>
                </c:pt>
                <c:pt idx="178">
                  <c:v>3.0698133011047403E-3</c:v>
                </c:pt>
                <c:pt idx="179">
                  <c:v>2.7074757568406999E-3</c:v>
                </c:pt>
                <c:pt idx="180">
                  <c:v>2.3840882014648404E-3</c:v>
                </c:pt>
                <c:pt idx="181">
                  <c:v>2.0959706128579419E-3</c:v>
                </c:pt>
                <c:pt idx="182">
                  <c:v>1.8397261808242775E-3</c:v>
                </c:pt>
                <c:pt idx="183">
                  <c:v>1.6122274719771231E-3</c:v>
                </c:pt>
                <c:pt idx="184">
                  <c:v>1.4106022569413824E-3</c:v>
                </c:pt>
                <c:pt idx="185">
                  <c:v>1.2322191684730175E-3</c:v>
                </c:pt>
                <c:pt idx="186">
                  <c:v>1.0746733401537337E-3</c:v>
                </c:pt>
                <c:pt idx="187">
                  <c:v>9.3577215692747804E-4</c:v>
                </c:pt>
                <c:pt idx="188">
                  <c:v>8.1352123108180689E-4</c:v>
                </c:pt>
                <c:pt idx="189">
                  <c:v>7.0611070048803501E-4</c:v>
                </c:pt>
                <c:pt idx="190">
                  <c:v>6.1190193011377092E-4</c:v>
                </c:pt>
                <c:pt idx="191">
                  <c:v>5.2941468309493378E-4</c:v>
                </c:pt>
                <c:pt idx="192">
                  <c:v>4.5731481405985762E-4</c:v>
                </c:pt>
                <c:pt idx="193">
                  <c:v>3.9440252496915693E-4</c:v>
                </c:pt>
                <c:pt idx="194">
                  <c:v>3.3960121248365478E-4</c:v>
                </c:pt>
                <c:pt idx="195">
                  <c:v>2.9194692579146027E-4</c:v>
                </c:pt>
                <c:pt idx="196">
                  <c:v>2.5057844489086075E-4</c:v>
                </c:pt>
                <c:pt idx="197">
                  <c:v>2.1472798150036704E-4</c:v>
                </c:pt>
                <c:pt idx="198">
                  <c:v>1.8371249800245711E-4</c:v>
                </c:pt>
                <c:pt idx="199">
                  <c:v>1.5692563406553226E-4</c:v>
                </c:pt>
                <c:pt idx="200">
                  <c:v>1.3383022576488537E-4</c:v>
                </c:pt>
              </c:numCache>
            </c:numRef>
          </c:val>
          <c:smooth val="1"/>
        </c:ser>
        <c:ser>
          <c:idx val="4"/>
          <c:order val="3"/>
          <c:spPr>
            <a:ln w="28575">
              <a:noFill/>
            </a:ln>
          </c:spPr>
          <c:marker>
            <c:symbol val="plus"/>
            <c:size val="5"/>
            <c:spPr>
              <a:noFill/>
              <a:ln>
                <a:solidFill>
                  <a:srgbClr val="000000"/>
                </a:solidFill>
                <a:prstDash val="solid"/>
              </a:ln>
            </c:spPr>
          </c:marker>
          <c:dLbls>
            <c:dLbl>
              <c:idx val="42"/>
              <c:layout/>
              <c:tx>
                <c:rich>
                  <a:bodyPr/>
                  <a:lstStyle/>
                  <a:p>
                    <a:r>
                      <a:rPr lang="en-US"/>
                      <a:t>-2.33</a:t>
                    </a:r>
                  </a:p>
                </c:rich>
              </c:tx>
              <c:dLblPos val="b"/>
              <c:showLegendKey val="0"/>
              <c:showVal val="0"/>
              <c:showCatName val="1"/>
              <c:showSerName val="0"/>
              <c:showPercent val="0"/>
              <c:showBubbleSize val="0"/>
            </c:dLbl>
            <c:dLbl>
              <c:idx val="59"/>
              <c:layout/>
              <c:tx>
                <c:rich>
                  <a:bodyPr/>
                  <a:lstStyle/>
                  <a:p>
                    <a:r>
                      <a:rPr lang="en-US"/>
                      <a:t>-1.645</a:t>
                    </a:r>
                  </a:p>
                </c:rich>
              </c:tx>
              <c:dLblPos val="b"/>
              <c:showLegendKey val="0"/>
              <c:showVal val="0"/>
              <c:showCatName val="1"/>
              <c:showSerName val="0"/>
              <c:showPercent val="0"/>
              <c:showBubbleSize val="0"/>
            </c:dLbl>
            <c:dLbl>
              <c:idx val="141"/>
              <c:layout/>
              <c:tx>
                <c:rich>
                  <a:bodyPr/>
                  <a:lstStyle/>
                  <a:p>
                    <a:r>
                      <a:rPr lang="en-US"/>
                      <a:t>1.645</a:t>
                    </a:r>
                  </a:p>
                </c:rich>
              </c:tx>
              <c:dLblPos val="b"/>
              <c:showLegendKey val="0"/>
              <c:showVal val="0"/>
              <c:showCatName val="1"/>
              <c:showSerName val="0"/>
              <c:showPercent val="0"/>
              <c:showBubbleSize val="0"/>
            </c:dLbl>
            <c:dLbl>
              <c:idx val="158"/>
              <c:layout/>
              <c:tx>
                <c:rich>
                  <a:bodyPr/>
                  <a:lstStyle/>
                  <a:p>
                    <a:r>
                      <a:rPr lang="en-US"/>
                      <a:t>2.33</a:t>
                    </a:r>
                  </a:p>
                </c:rich>
              </c:tx>
              <c:dLblPos val="b"/>
              <c:showLegendKey val="0"/>
              <c:showVal val="0"/>
              <c:showCatName val="1"/>
              <c:showSerName val="0"/>
              <c:showPercent val="0"/>
              <c:showBubbleSize val="0"/>
            </c:dLbl>
            <c:txPr>
              <a:bodyPr rot="0" vert="horz"/>
              <a:lstStyle/>
              <a:p>
                <a:pPr algn="ctr">
                  <a:defRPr sz="1100" b="1"/>
                </a:pPr>
                <a:endParaRPr lang="en-US"/>
              </a:p>
            </c:txPr>
            <c:dLblPos val="b"/>
            <c:showLegendKey val="0"/>
            <c:showVal val="0"/>
            <c:showCatName val="1"/>
            <c:showSerName val="0"/>
            <c:showPercent val="0"/>
            <c:showBubbleSize val="0"/>
            <c:showLeaderLines val="0"/>
          </c:dLbls>
          <c:cat>
            <c:strRef>
              <c:f>Normal!$O$2:$O$202</c:f>
              <c:strCache>
                <c:ptCount val="201"/>
                <c:pt idx="0">
                  <c:v>-4</c:v>
                </c:pt>
                <c:pt idx="51">
                  <c:v>-1.96</c:v>
                </c:pt>
                <c:pt idx="100">
                  <c:v>0</c:v>
                </c:pt>
                <c:pt idx="149">
                  <c:v>1.96</c:v>
                </c:pt>
                <c:pt idx="200">
                  <c:v>4</c:v>
                </c:pt>
              </c:strCache>
            </c:strRef>
          </c:cat>
          <c:val>
            <c:numRef>
              <c:f>Normal!$P$2:$P$202</c:f>
              <c:numCache>
                <c:formatCode>General</c:formatCode>
                <c:ptCount val="201"/>
                <c:pt idx="0">
                  <c:v>0</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0</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0</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#N/A</c:v>
                </c:pt>
                <c:pt idx="143">
                  <c:v>#N/A</c:v>
                </c:pt>
                <c:pt idx="144">
                  <c:v>#N/A</c:v>
                </c:pt>
                <c:pt idx="145">
                  <c:v>#N/A</c:v>
                </c:pt>
                <c:pt idx="146">
                  <c:v>#N/A</c:v>
                </c:pt>
                <c:pt idx="147">
                  <c:v>#N/A</c:v>
                </c:pt>
                <c:pt idx="148">
                  <c:v>#N/A</c:v>
                </c:pt>
                <c:pt idx="149">
                  <c:v>0</c:v>
                </c:pt>
                <c:pt idx="150">
                  <c:v>#N/A</c:v>
                </c:pt>
                <c:pt idx="151">
                  <c:v>#N/A</c:v>
                </c:pt>
                <c:pt idx="152">
                  <c:v>#N/A</c:v>
                </c:pt>
                <c:pt idx="153">
                  <c:v>#N/A</c:v>
                </c:pt>
                <c:pt idx="154">
                  <c:v>#N/A</c:v>
                </c:pt>
                <c:pt idx="155">
                  <c:v>#N/A</c:v>
                </c:pt>
                <c:pt idx="156">
                  <c:v>#N/A</c:v>
                </c:pt>
                <c:pt idx="157">
                  <c:v>#N/A</c:v>
                </c:pt>
                <c:pt idx="158">
                  <c:v>#N/A</c:v>
                </c:pt>
                <c:pt idx="159">
                  <c:v>#N/A</c:v>
                </c:pt>
                <c:pt idx="160">
                  <c:v>#N/A</c:v>
                </c:pt>
                <c:pt idx="161">
                  <c:v>#N/A</c:v>
                </c:pt>
                <c:pt idx="162">
                  <c:v>#N/A</c:v>
                </c:pt>
                <c:pt idx="163">
                  <c:v>#N/A</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0</c:v>
                </c:pt>
              </c:numCache>
            </c:numRef>
          </c:val>
          <c:smooth val="0"/>
        </c:ser>
        <c:dLbls>
          <c:showLegendKey val="0"/>
          <c:showVal val="0"/>
          <c:showCatName val="0"/>
          <c:showSerName val="0"/>
          <c:showPercent val="0"/>
          <c:showBubbleSize val="0"/>
        </c:dLbls>
        <c:marker val="1"/>
        <c:smooth val="0"/>
        <c:axId val="96303360"/>
        <c:axId val="96325632"/>
      </c:lineChart>
      <c:catAx>
        <c:axId val="96303360"/>
        <c:scaling>
          <c:orientation val="minMax"/>
        </c:scaling>
        <c:delete val="0"/>
        <c:axPos val="b"/>
        <c:numFmt formatCode="General" sourceLinked="1"/>
        <c:majorTickMark val="none"/>
        <c:minorTickMark val="none"/>
        <c:tickLblPos val="none"/>
        <c:spPr>
          <a:ln w="3175">
            <a:solidFill>
              <a:srgbClr val="000000"/>
            </a:solidFill>
            <a:prstDash val="solid"/>
          </a:ln>
        </c:spPr>
        <c:txPr>
          <a:bodyPr rot="0" vert="horz"/>
          <a:lstStyle/>
          <a:p>
            <a:pPr>
              <a:defRPr sz="800" b="0" i="0" u="none" strike="noStrike" baseline="0">
                <a:solidFill>
                  <a:srgbClr val="000000"/>
                </a:solidFill>
                <a:latin typeface="Arial"/>
                <a:ea typeface="Arial"/>
                <a:cs typeface="Arial"/>
              </a:defRPr>
            </a:pPr>
            <a:endParaRPr lang="en-US"/>
          </a:p>
        </c:txPr>
        <c:crossAx val="96325632"/>
        <c:crosses val="autoZero"/>
        <c:auto val="0"/>
        <c:lblAlgn val="ctr"/>
        <c:lblOffset val="100"/>
        <c:tickLblSkip val="20"/>
        <c:tickMarkSkip val="20"/>
        <c:noMultiLvlLbl val="0"/>
      </c:catAx>
      <c:valAx>
        <c:axId val="96325632"/>
        <c:scaling>
          <c:orientation val="minMax"/>
          <c:min val="0"/>
        </c:scaling>
        <c:delete val="0"/>
        <c:axPos val="l"/>
        <c:numFmt formatCode="General" sourceLinked="1"/>
        <c:majorTickMark val="out"/>
        <c:minorTickMark val="none"/>
        <c:tickLblPos val="nextTo"/>
        <c:spPr>
          <a:ln w="3175">
            <a:solidFill>
              <a:srgbClr val="000000"/>
            </a:solidFill>
            <a:prstDash val="solid"/>
          </a:ln>
        </c:spPr>
        <c:txPr>
          <a:bodyPr rot="0" vert="horz"/>
          <a:lstStyle/>
          <a:p>
            <a:pPr>
              <a:defRPr sz="800" b="0" i="0" u="none" strike="noStrike" baseline="0">
                <a:solidFill>
                  <a:srgbClr val="000000"/>
                </a:solidFill>
                <a:latin typeface="Arial"/>
                <a:ea typeface="Arial"/>
                <a:cs typeface="Arial"/>
              </a:defRPr>
            </a:pPr>
            <a:endParaRPr lang="en-US"/>
          </a:p>
        </c:txPr>
        <c:crossAx val="96303360"/>
        <c:crosses val="autoZero"/>
        <c:crossBetween val="between"/>
      </c:valAx>
      <c:spPr>
        <a:noFill/>
        <a:ln w="25400">
          <a:noFill/>
        </a:ln>
      </c:spPr>
    </c:plotArea>
    <c:plotVisOnly val="1"/>
    <c:dispBlanksAs val="gap"/>
    <c:showDLblsOverMax val="0"/>
  </c:chart>
  <c:spPr>
    <a:solidFill>
      <a:srgbClr val="FFFFFF"/>
    </a:solidFill>
    <a:ln w="9525">
      <a:noFill/>
    </a:ln>
  </c:spPr>
  <c:txPr>
    <a:bodyPr/>
    <a:lstStyle/>
    <a:p>
      <a:pPr>
        <a:defRPr sz="1000" b="0" i="0" u="none" strike="noStrike" baseline="0">
          <a:solidFill>
            <a:srgbClr val="000000"/>
          </a:solidFill>
          <a:latin typeface="Arial"/>
          <a:ea typeface="Arial"/>
          <a:cs typeface="Arial"/>
        </a:defRPr>
      </a:pPr>
      <a:endParaRPr lang="en-US"/>
    </a:p>
  </c:txPr>
  <c:externalData r:id="rId1">
    <c:autoUpdate val="0"/>
  </c:externalData>
  <c:userShapes r:id="rId2"/>
</c:chartSpace>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 Id="rId4"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 Id="rId4" Type="http://schemas.openxmlformats.org/officeDocument/2006/relationships/image" Target="../media/image17.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5.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21.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s>
</file>

<file path=ppt/drawings/drawing1.xml><?xml version="1.0" encoding="utf-8"?>
<c:userShapes xmlns:c="http://schemas.openxmlformats.org/drawingml/2006/chart">
  <cdr:relSizeAnchor xmlns:cdr="http://schemas.openxmlformats.org/drawingml/2006/chartDrawing">
    <cdr:from>
      <cdr:x>0.94408</cdr:x>
      <cdr:y>0.73739</cdr:y>
    </cdr:from>
    <cdr:to>
      <cdr:x>0.97864</cdr:x>
      <cdr:y>0.83049</cdr:y>
    </cdr:to>
    <cdr:sp macro="" textlink="">
      <cdr:nvSpPr>
        <cdr:cNvPr id="14338" name="Text 2"/>
        <cdr:cNvSpPr txBox="1">
          <a:spLocks xmlns:a="http://schemas.openxmlformats.org/drawingml/2006/main" noChangeArrowheads="1"/>
        </cdr:cNvSpPr>
      </cdr:nvSpPr>
      <cdr:spPr bwMode="auto">
        <a:xfrm xmlns:a="http://schemas.openxmlformats.org/drawingml/2006/main">
          <a:off x="3363145" y="1650556"/>
          <a:ext cx="123112" cy="208390"/>
        </a:xfrm>
        <a:prstGeom xmlns:a="http://schemas.openxmlformats.org/drawingml/2006/main" prst="rect">
          <a:avLst/>
        </a:prstGeom>
        <a:noFill xmlns:a="http://schemas.openxmlformats.org/drawingml/2006/main"/>
        <a:ln xmlns:a="http://schemas.openxmlformats.org/drawingml/2006/main" w="1">
          <a:noFill/>
          <a:miter lim="800000"/>
          <a:headEnd/>
          <a:tailEnd/>
        </a:ln>
      </cdr:spPr>
      <cdr:txBody>
        <a:bodyPr xmlns:a="http://schemas.openxmlformats.org/drawingml/2006/main" wrap="none" lIns="18288" tIns="22860" rIns="18288" bIns="22860" anchor="ctr" upright="1">
          <a:spAutoFit/>
        </a:bodyPr>
        <a:lstStyle xmlns:a="http://schemas.openxmlformats.org/drawingml/2006/main"/>
        <a:p xmlns:a="http://schemas.openxmlformats.org/drawingml/2006/main">
          <a:pPr algn="ctr" rtl="0">
            <a:defRPr sz="1000"/>
          </a:pPr>
          <a:r>
            <a:rPr lang="en-AU" sz="1100" b="1" i="0" u="none" strike="noStrike" baseline="0">
              <a:solidFill>
                <a:srgbClr val="000000"/>
              </a:solidFill>
              <a:latin typeface="Arial"/>
              <a:cs typeface="Arial"/>
            </a:rPr>
            <a:t>Z</a:t>
          </a:r>
        </a:p>
      </cdr:txBody>
    </cdr:sp>
  </cdr:relSizeAnchor>
  <cdr:relSizeAnchor xmlns:cdr="http://schemas.openxmlformats.org/drawingml/2006/chartDrawing">
    <cdr:from>
      <cdr:x>0.69251</cdr:x>
      <cdr:y>0.30638</cdr:y>
    </cdr:from>
    <cdr:to>
      <cdr:x>0.9893</cdr:x>
      <cdr:y>0.60851</cdr:y>
    </cdr:to>
    <cdr:sp macro="" textlink="">
      <cdr:nvSpPr>
        <cdr:cNvPr id="2" name="TextBox 1"/>
        <cdr:cNvSpPr txBox="1"/>
      </cdr:nvSpPr>
      <cdr:spPr>
        <a:xfrm xmlns:a="http://schemas.openxmlformats.org/drawingml/2006/main">
          <a:off x="2466974" y="685800"/>
          <a:ext cx="1057275" cy="676275"/>
        </a:xfrm>
        <a:prstGeom xmlns:a="http://schemas.openxmlformats.org/drawingml/2006/main" prst="rect">
          <a:avLst/>
        </a:prstGeom>
        <a:ln xmlns:a="http://schemas.openxmlformats.org/drawingml/2006/main" w="12700">
          <a:solidFill>
            <a:schemeClr val="tx1"/>
          </a:solidFill>
        </a:ln>
      </cdr:spPr>
      <cdr:txBody>
        <a:bodyPr xmlns:a="http://schemas.openxmlformats.org/drawingml/2006/main" vertOverflow="clip" wrap="square" rtlCol="0"/>
        <a:lstStyle xmlns:a="http://schemas.openxmlformats.org/drawingml/2006/main"/>
        <a:p xmlns:a="http://schemas.openxmlformats.org/drawingml/2006/main">
          <a:pPr algn="ctr"/>
          <a:endParaRPr lang="en-US" sz="1100" dirty="0"/>
        </a:p>
        <a:p xmlns:a="http://schemas.openxmlformats.org/drawingml/2006/main">
          <a:pPr algn="ctr"/>
          <a:r>
            <a:rPr lang="en-US" sz="1100" dirty="0"/>
            <a:t>RR: z &gt; </a:t>
          </a:r>
          <a:r>
            <a:rPr lang="en-US" sz="1100" dirty="0" smtClean="0"/>
            <a:t>1.645</a:t>
          </a:r>
          <a:endParaRPr lang="en-US" sz="1100" dirty="0"/>
        </a:p>
        <a:p xmlns:a="http://schemas.openxmlformats.org/drawingml/2006/main">
          <a:pPr algn="ctr"/>
          <a:r>
            <a:rPr lang="en-US" sz="1100" dirty="0"/>
            <a:t>area = </a:t>
          </a:r>
          <a:r>
            <a:rPr lang="en-US" sz="1100" dirty="0">
              <a:sym typeface="Mathematica1"/>
            </a:rPr>
            <a:t>=.</a:t>
          </a:r>
          <a:r>
            <a:rPr lang="en-US" sz="1100" dirty="0" smtClean="0">
              <a:sym typeface="Mathematica1"/>
            </a:rPr>
            <a:t>05</a:t>
          </a:r>
          <a:endParaRPr lang="en-US" sz="1100" dirty="0"/>
        </a:p>
      </cdr:txBody>
    </cdr:sp>
  </cdr:relSizeAnchor>
  <cdr:relSizeAnchor xmlns:cdr="http://schemas.openxmlformats.org/drawingml/2006/chartDrawing">
    <cdr:from>
      <cdr:x>0.79679</cdr:x>
      <cdr:y>0.60851</cdr:y>
    </cdr:from>
    <cdr:to>
      <cdr:x>0.84091</cdr:x>
      <cdr:y>0.72766</cdr:y>
    </cdr:to>
    <cdr:cxnSp macro="">
      <cdr:nvCxnSpPr>
        <cdr:cNvPr id="4" name="Straight Arrow Connector 3"/>
        <cdr:cNvCxnSpPr>
          <a:stCxn xmlns:a="http://schemas.openxmlformats.org/drawingml/2006/main" id="2" idx="2"/>
        </cdr:cNvCxnSpPr>
      </cdr:nvCxnSpPr>
      <cdr:spPr bwMode="auto">
        <a:xfrm xmlns:a="http://schemas.openxmlformats.org/drawingml/2006/main" flipH="1">
          <a:off x="2838450" y="1362075"/>
          <a:ext cx="157162" cy="266700"/>
        </a:xfrm>
        <a:prstGeom xmlns:a="http://schemas.openxmlformats.org/drawingml/2006/main" prst="straightConnector1">
          <a:avLst/>
        </a:prstGeom>
        <a:solidFill xmlns:a="http://schemas.openxmlformats.org/drawingml/2006/main">
          <a:srgbClr val="FFFFFF"/>
        </a:solidFill>
        <a:ln xmlns:a="http://schemas.openxmlformats.org/drawingml/2006/main" w="9525" cap="flat" cmpd="sng" algn="ctr">
          <a:solidFill>
            <a:srgbClr val="000000"/>
          </a:solidFill>
          <a:prstDash val="solid"/>
          <a:round/>
          <a:headEnd type="none" w="med" len="med"/>
          <a:tailEnd type="arrow"/>
        </a:ln>
        <a:effectLst xmlns:a="http://schemas.openxmlformats.org/drawingml/2006/main"/>
      </cdr:spPr>
    </cdr:cxnSp>
  </cdr:relSizeAnchor>
</c:userShapes>
</file>

<file path=ppt/drawings/drawing2.xml><?xml version="1.0" encoding="utf-8"?>
<c:userShapes xmlns:c="http://schemas.openxmlformats.org/drawingml/2006/chart">
  <cdr:relSizeAnchor xmlns:cdr="http://schemas.openxmlformats.org/drawingml/2006/chartDrawing">
    <cdr:from>
      <cdr:x>0.94408</cdr:x>
      <cdr:y>0.73739</cdr:y>
    </cdr:from>
    <cdr:to>
      <cdr:x>0.97864</cdr:x>
      <cdr:y>0.83049</cdr:y>
    </cdr:to>
    <cdr:sp macro="" textlink="">
      <cdr:nvSpPr>
        <cdr:cNvPr id="14338" name="Text 2"/>
        <cdr:cNvSpPr txBox="1">
          <a:spLocks xmlns:a="http://schemas.openxmlformats.org/drawingml/2006/main" noChangeArrowheads="1"/>
        </cdr:cNvSpPr>
      </cdr:nvSpPr>
      <cdr:spPr bwMode="auto">
        <a:xfrm xmlns:a="http://schemas.openxmlformats.org/drawingml/2006/main">
          <a:off x="3363145" y="1650556"/>
          <a:ext cx="123112" cy="208390"/>
        </a:xfrm>
        <a:prstGeom xmlns:a="http://schemas.openxmlformats.org/drawingml/2006/main" prst="rect">
          <a:avLst/>
        </a:prstGeom>
        <a:noFill xmlns:a="http://schemas.openxmlformats.org/drawingml/2006/main"/>
        <a:ln xmlns:a="http://schemas.openxmlformats.org/drawingml/2006/main" w="1">
          <a:noFill/>
          <a:miter lim="800000"/>
          <a:headEnd/>
          <a:tailEnd/>
        </a:ln>
      </cdr:spPr>
      <cdr:txBody>
        <a:bodyPr xmlns:a="http://schemas.openxmlformats.org/drawingml/2006/main" wrap="none" lIns="18288" tIns="22860" rIns="18288" bIns="22860" anchor="ctr" upright="1">
          <a:spAutoFit/>
        </a:bodyPr>
        <a:lstStyle xmlns:a="http://schemas.openxmlformats.org/drawingml/2006/main"/>
        <a:p xmlns:a="http://schemas.openxmlformats.org/drawingml/2006/main">
          <a:pPr algn="ctr" rtl="0">
            <a:defRPr sz="1000"/>
          </a:pPr>
          <a:r>
            <a:rPr lang="en-AU" sz="1100" b="1" i="0" u="none" strike="noStrike" baseline="0">
              <a:solidFill>
                <a:srgbClr val="000000"/>
              </a:solidFill>
              <a:latin typeface="Arial"/>
              <a:cs typeface="Arial"/>
            </a:rPr>
            <a:t>Z</a:t>
          </a:r>
        </a:p>
      </cdr:txBody>
    </cdr:sp>
  </cdr:relSizeAnchor>
  <cdr:relSizeAnchor xmlns:cdr="http://schemas.openxmlformats.org/drawingml/2006/chartDrawing">
    <cdr:from>
      <cdr:x>0.69251</cdr:x>
      <cdr:y>0.30638</cdr:y>
    </cdr:from>
    <cdr:to>
      <cdr:x>0.9893</cdr:x>
      <cdr:y>0.60851</cdr:y>
    </cdr:to>
    <cdr:sp macro="" textlink="">
      <cdr:nvSpPr>
        <cdr:cNvPr id="2" name="TextBox 1"/>
        <cdr:cNvSpPr txBox="1"/>
      </cdr:nvSpPr>
      <cdr:spPr>
        <a:xfrm xmlns:a="http://schemas.openxmlformats.org/drawingml/2006/main">
          <a:off x="2466974" y="685800"/>
          <a:ext cx="1057275" cy="676275"/>
        </a:xfrm>
        <a:prstGeom xmlns:a="http://schemas.openxmlformats.org/drawingml/2006/main" prst="rect">
          <a:avLst/>
        </a:prstGeom>
        <a:ln xmlns:a="http://schemas.openxmlformats.org/drawingml/2006/main" w="12700">
          <a:solidFill>
            <a:schemeClr val="tx1"/>
          </a:solidFill>
        </a:ln>
      </cdr:spPr>
      <cdr:txBody>
        <a:bodyPr xmlns:a="http://schemas.openxmlformats.org/drawingml/2006/main" vertOverflow="clip" wrap="square" rtlCol="0"/>
        <a:lstStyle xmlns:a="http://schemas.openxmlformats.org/drawingml/2006/main"/>
        <a:p xmlns:a="http://schemas.openxmlformats.org/drawingml/2006/main">
          <a:pPr algn="ctr"/>
          <a:endParaRPr lang="en-US" sz="1100" dirty="0"/>
        </a:p>
        <a:p xmlns:a="http://schemas.openxmlformats.org/drawingml/2006/main">
          <a:pPr algn="ctr"/>
          <a:r>
            <a:rPr lang="en-US" sz="1100" dirty="0"/>
            <a:t>RR: z &gt; 1.28</a:t>
          </a:r>
        </a:p>
        <a:p xmlns:a="http://schemas.openxmlformats.org/drawingml/2006/main">
          <a:pPr algn="ctr"/>
          <a:r>
            <a:rPr lang="en-US" sz="1100" dirty="0"/>
            <a:t>area = </a:t>
          </a:r>
          <a:r>
            <a:rPr lang="en-US" sz="1100" dirty="0">
              <a:sym typeface="Mathematica1"/>
            </a:rPr>
            <a:t></a:t>
          </a:r>
          <a:r>
            <a:rPr lang="en-US" sz="1100" dirty="0" smtClean="0">
              <a:sym typeface="Mathematica1"/>
            </a:rPr>
            <a:t>=.10</a:t>
          </a:r>
          <a:endParaRPr lang="en-US" sz="1100" dirty="0"/>
        </a:p>
      </cdr:txBody>
    </cdr:sp>
  </cdr:relSizeAnchor>
  <cdr:relSizeAnchor xmlns:cdr="http://schemas.openxmlformats.org/drawingml/2006/chartDrawing">
    <cdr:from>
      <cdr:x>0.79679</cdr:x>
      <cdr:y>0.60851</cdr:y>
    </cdr:from>
    <cdr:to>
      <cdr:x>0.84091</cdr:x>
      <cdr:y>0.72766</cdr:y>
    </cdr:to>
    <cdr:cxnSp macro="">
      <cdr:nvCxnSpPr>
        <cdr:cNvPr id="4" name="Straight Arrow Connector 3"/>
        <cdr:cNvCxnSpPr>
          <a:stCxn xmlns:a="http://schemas.openxmlformats.org/drawingml/2006/main" id="2" idx="2"/>
        </cdr:cNvCxnSpPr>
      </cdr:nvCxnSpPr>
      <cdr:spPr bwMode="auto">
        <a:xfrm xmlns:a="http://schemas.openxmlformats.org/drawingml/2006/main" flipH="1">
          <a:off x="2838450" y="1362075"/>
          <a:ext cx="157162" cy="266700"/>
        </a:xfrm>
        <a:prstGeom xmlns:a="http://schemas.openxmlformats.org/drawingml/2006/main" prst="straightConnector1">
          <a:avLst/>
        </a:prstGeom>
        <a:solidFill xmlns:a="http://schemas.openxmlformats.org/drawingml/2006/main">
          <a:srgbClr val="FFFFFF"/>
        </a:solidFill>
        <a:ln xmlns:a="http://schemas.openxmlformats.org/drawingml/2006/main" w="9525" cap="flat" cmpd="sng" algn="ctr">
          <a:solidFill>
            <a:srgbClr val="000000"/>
          </a:solidFill>
          <a:prstDash val="solid"/>
          <a:round/>
          <a:headEnd type="none" w="med" len="med"/>
          <a:tailEnd type="arrow"/>
        </a:ln>
        <a:effectLst xmlns:a="http://schemas.openxmlformats.org/drawingml/2006/main"/>
      </cdr:spPr>
    </cdr:cxnSp>
  </cdr:relSizeAnchor>
</c:userShapes>
</file>

<file path=ppt/drawings/drawing3.xml><?xml version="1.0" encoding="utf-8"?>
<c:userShapes xmlns:c="http://schemas.openxmlformats.org/drawingml/2006/chart">
  <cdr:relSizeAnchor xmlns:cdr="http://schemas.openxmlformats.org/drawingml/2006/chartDrawing">
    <cdr:from>
      <cdr:x>0.94408</cdr:x>
      <cdr:y>0.73739</cdr:y>
    </cdr:from>
    <cdr:to>
      <cdr:x>0.97864</cdr:x>
      <cdr:y>0.83049</cdr:y>
    </cdr:to>
    <cdr:sp macro="" textlink="">
      <cdr:nvSpPr>
        <cdr:cNvPr id="14338" name="Text 2"/>
        <cdr:cNvSpPr txBox="1">
          <a:spLocks xmlns:a="http://schemas.openxmlformats.org/drawingml/2006/main" noChangeArrowheads="1"/>
        </cdr:cNvSpPr>
      </cdr:nvSpPr>
      <cdr:spPr bwMode="auto">
        <a:xfrm xmlns:a="http://schemas.openxmlformats.org/drawingml/2006/main">
          <a:off x="3363145" y="1650556"/>
          <a:ext cx="123112" cy="208390"/>
        </a:xfrm>
        <a:prstGeom xmlns:a="http://schemas.openxmlformats.org/drawingml/2006/main" prst="rect">
          <a:avLst/>
        </a:prstGeom>
        <a:noFill xmlns:a="http://schemas.openxmlformats.org/drawingml/2006/main"/>
        <a:ln xmlns:a="http://schemas.openxmlformats.org/drawingml/2006/main" w="1">
          <a:noFill/>
          <a:miter lim="800000"/>
          <a:headEnd/>
          <a:tailEnd/>
        </a:ln>
      </cdr:spPr>
      <cdr:txBody>
        <a:bodyPr xmlns:a="http://schemas.openxmlformats.org/drawingml/2006/main" wrap="none" lIns="18288" tIns="22860" rIns="18288" bIns="22860" anchor="ctr" upright="1">
          <a:spAutoFit/>
        </a:bodyPr>
        <a:lstStyle xmlns:a="http://schemas.openxmlformats.org/drawingml/2006/main"/>
        <a:p xmlns:a="http://schemas.openxmlformats.org/drawingml/2006/main">
          <a:pPr algn="ctr" rtl="0">
            <a:defRPr sz="1000"/>
          </a:pPr>
          <a:r>
            <a:rPr lang="en-AU" sz="1100" b="1" i="0" u="none" strike="noStrike" baseline="0">
              <a:solidFill>
                <a:srgbClr val="000000"/>
              </a:solidFill>
              <a:latin typeface="Arial"/>
              <a:cs typeface="Arial"/>
            </a:rPr>
            <a:t>Z</a:t>
          </a:r>
        </a:p>
      </cdr:txBody>
    </cdr:sp>
  </cdr:relSizeAnchor>
  <cdr:relSizeAnchor xmlns:cdr="http://schemas.openxmlformats.org/drawingml/2006/chartDrawing">
    <cdr:from>
      <cdr:x>0.69251</cdr:x>
      <cdr:y>0.30638</cdr:y>
    </cdr:from>
    <cdr:to>
      <cdr:x>0.9893</cdr:x>
      <cdr:y>0.60851</cdr:y>
    </cdr:to>
    <cdr:sp macro="" textlink="">
      <cdr:nvSpPr>
        <cdr:cNvPr id="2" name="TextBox 1"/>
        <cdr:cNvSpPr txBox="1"/>
      </cdr:nvSpPr>
      <cdr:spPr>
        <a:xfrm xmlns:a="http://schemas.openxmlformats.org/drawingml/2006/main">
          <a:off x="2466974" y="685800"/>
          <a:ext cx="1057275" cy="676275"/>
        </a:xfrm>
        <a:prstGeom xmlns:a="http://schemas.openxmlformats.org/drawingml/2006/main" prst="rect">
          <a:avLst/>
        </a:prstGeom>
        <a:ln xmlns:a="http://schemas.openxmlformats.org/drawingml/2006/main" w="12700">
          <a:solidFill>
            <a:schemeClr val="tx1"/>
          </a:solidFill>
        </a:ln>
      </cdr:spPr>
      <cdr:txBody>
        <a:bodyPr xmlns:a="http://schemas.openxmlformats.org/drawingml/2006/main" vertOverflow="clip" wrap="square" rtlCol="0"/>
        <a:lstStyle xmlns:a="http://schemas.openxmlformats.org/drawingml/2006/main"/>
        <a:p xmlns:a="http://schemas.openxmlformats.org/drawingml/2006/main">
          <a:pPr algn="ctr"/>
          <a:endParaRPr lang="en-US" sz="1100"/>
        </a:p>
        <a:p xmlns:a="http://schemas.openxmlformats.org/drawingml/2006/main">
          <a:pPr algn="ctr"/>
          <a:r>
            <a:rPr lang="en-US" sz="1100"/>
            <a:t>RR: z &gt; 2.33</a:t>
          </a:r>
        </a:p>
        <a:p xmlns:a="http://schemas.openxmlformats.org/drawingml/2006/main">
          <a:pPr algn="ctr"/>
          <a:r>
            <a:rPr lang="en-US" sz="1100"/>
            <a:t>area = </a:t>
          </a:r>
          <a:r>
            <a:rPr lang="en-US" sz="1100">
              <a:sym typeface="Mathematica1"/>
            </a:rPr>
            <a:t>=.01</a:t>
          </a:r>
          <a:endParaRPr lang="en-US" sz="1100"/>
        </a:p>
      </cdr:txBody>
    </cdr:sp>
  </cdr:relSizeAnchor>
  <cdr:relSizeAnchor xmlns:cdr="http://schemas.openxmlformats.org/drawingml/2006/chartDrawing">
    <cdr:from>
      <cdr:x>0.79679</cdr:x>
      <cdr:y>0.60851</cdr:y>
    </cdr:from>
    <cdr:to>
      <cdr:x>0.84091</cdr:x>
      <cdr:y>0.72766</cdr:y>
    </cdr:to>
    <cdr:cxnSp macro="">
      <cdr:nvCxnSpPr>
        <cdr:cNvPr id="4" name="Straight Arrow Connector 3"/>
        <cdr:cNvCxnSpPr>
          <a:stCxn xmlns:a="http://schemas.openxmlformats.org/drawingml/2006/main" id="2" idx="2"/>
        </cdr:cNvCxnSpPr>
      </cdr:nvCxnSpPr>
      <cdr:spPr bwMode="auto">
        <a:xfrm xmlns:a="http://schemas.openxmlformats.org/drawingml/2006/main" flipH="1">
          <a:off x="2838450" y="1362075"/>
          <a:ext cx="157162" cy="266700"/>
        </a:xfrm>
        <a:prstGeom xmlns:a="http://schemas.openxmlformats.org/drawingml/2006/main" prst="straightConnector1">
          <a:avLst/>
        </a:prstGeom>
        <a:solidFill xmlns:a="http://schemas.openxmlformats.org/drawingml/2006/main">
          <a:srgbClr val="FFFFFF"/>
        </a:solidFill>
        <a:ln xmlns:a="http://schemas.openxmlformats.org/drawingml/2006/main" w="9525" cap="flat" cmpd="sng" algn="ctr">
          <a:solidFill>
            <a:srgbClr val="000000"/>
          </a:solidFill>
          <a:prstDash val="solid"/>
          <a:round/>
          <a:headEnd type="none" w="med" len="med"/>
          <a:tailEnd type="arrow"/>
        </a:ln>
        <a:effectLst xmlns:a="http://schemas.openxmlformats.org/drawingml/2006/main"/>
      </cdr:spPr>
    </cdr:cxnSp>
  </cdr:relSizeAnchor>
</c:userShapes>
</file>

<file path=ppt/drawings/drawing4.xml><?xml version="1.0" encoding="utf-8"?>
<c:userShapes xmlns:c="http://schemas.openxmlformats.org/drawingml/2006/chart">
  <cdr:relSizeAnchor xmlns:cdr="http://schemas.openxmlformats.org/drawingml/2006/chartDrawing">
    <cdr:from>
      <cdr:x>0.94408</cdr:x>
      <cdr:y>0.73739</cdr:y>
    </cdr:from>
    <cdr:to>
      <cdr:x>0.97864</cdr:x>
      <cdr:y>0.83049</cdr:y>
    </cdr:to>
    <cdr:sp macro="" textlink="">
      <cdr:nvSpPr>
        <cdr:cNvPr id="14338" name="Text 2"/>
        <cdr:cNvSpPr txBox="1">
          <a:spLocks xmlns:a="http://schemas.openxmlformats.org/drawingml/2006/main" noChangeArrowheads="1"/>
        </cdr:cNvSpPr>
      </cdr:nvSpPr>
      <cdr:spPr bwMode="auto">
        <a:xfrm xmlns:a="http://schemas.openxmlformats.org/drawingml/2006/main">
          <a:off x="3363145" y="1650556"/>
          <a:ext cx="123112" cy="208390"/>
        </a:xfrm>
        <a:prstGeom xmlns:a="http://schemas.openxmlformats.org/drawingml/2006/main" prst="rect">
          <a:avLst/>
        </a:prstGeom>
        <a:noFill xmlns:a="http://schemas.openxmlformats.org/drawingml/2006/main"/>
        <a:ln xmlns:a="http://schemas.openxmlformats.org/drawingml/2006/main" w="1">
          <a:noFill/>
          <a:miter lim="800000"/>
          <a:headEnd/>
          <a:tailEnd/>
        </a:ln>
      </cdr:spPr>
      <cdr:txBody>
        <a:bodyPr xmlns:a="http://schemas.openxmlformats.org/drawingml/2006/main" wrap="none" lIns="18288" tIns="22860" rIns="18288" bIns="22860" anchor="ctr" upright="1">
          <a:spAutoFit/>
        </a:bodyPr>
        <a:lstStyle xmlns:a="http://schemas.openxmlformats.org/drawingml/2006/main"/>
        <a:p xmlns:a="http://schemas.openxmlformats.org/drawingml/2006/main">
          <a:pPr algn="ctr" rtl="0">
            <a:defRPr sz="1000"/>
          </a:pPr>
          <a:r>
            <a:rPr lang="en-AU" sz="1100" b="1" i="0" u="none" strike="noStrike" baseline="0">
              <a:solidFill>
                <a:srgbClr val="000000"/>
              </a:solidFill>
              <a:latin typeface="Arial"/>
              <a:cs typeface="Arial"/>
            </a:rPr>
            <a:t>Z</a:t>
          </a:r>
        </a:p>
      </cdr:txBody>
    </cdr:sp>
  </cdr:relSizeAnchor>
  <cdr:relSizeAnchor xmlns:cdr="http://schemas.openxmlformats.org/drawingml/2006/chartDrawing">
    <cdr:from>
      <cdr:x>0.69251</cdr:x>
      <cdr:y>0.30638</cdr:y>
    </cdr:from>
    <cdr:to>
      <cdr:x>0.9893</cdr:x>
      <cdr:y>0.60851</cdr:y>
    </cdr:to>
    <cdr:sp macro="" textlink="">
      <cdr:nvSpPr>
        <cdr:cNvPr id="2" name="TextBox 1"/>
        <cdr:cNvSpPr txBox="1"/>
      </cdr:nvSpPr>
      <cdr:spPr>
        <a:xfrm xmlns:a="http://schemas.openxmlformats.org/drawingml/2006/main">
          <a:off x="2466974" y="685800"/>
          <a:ext cx="1057275" cy="676275"/>
        </a:xfrm>
        <a:prstGeom xmlns:a="http://schemas.openxmlformats.org/drawingml/2006/main" prst="rect">
          <a:avLst/>
        </a:prstGeom>
        <a:ln xmlns:a="http://schemas.openxmlformats.org/drawingml/2006/main" w="12700">
          <a:solidFill>
            <a:schemeClr val="tx1"/>
          </a:solidFill>
        </a:ln>
      </cdr:spPr>
      <cdr:txBody>
        <a:bodyPr xmlns:a="http://schemas.openxmlformats.org/drawingml/2006/main" vertOverflow="clip" wrap="square" rtlCol="0"/>
        <a:lstStyle xmlns:a="http://schemas.openxmlformats.org/drawingml/2006/main"/>
        <a:p xmlns:a="http://schemas.openxmlformats.org/drawingml/2006/main">
          <a:pPr algn="ctr"/>
          <a:endParaRPr lang="en-US" sz="1100" dirty="0"/>
        </a:p>
        <a:p xmlns:a="http://schemas.openxmlformats.org/drawingml/2006/main">
          <a:pPr algn="ctr"/>
          <a:r>
            <a:rPr lang="en-US" sz="1100" dirty="0"/>
            <a:t>RR: z &gt; </a:t>
          </a:r>
          <a:r>
            <a:rPr lang="en-US" sz="1100" dirty="0" smtClean="0"/>
            <a:t>1.645</a:t>
          </a:r>
          <a:endParaRPr lang="en-US" sz="1100" dirty="0"/>
        </a:p>
        <a:p xmlns:a="http://schemas.openxmlformats.org/drawingml/2006/main">
          <a:pPr algn="ctr"/>
          <a:r>
            <a:rPr lang="en-US" sz="1100" dirty="0"/>
            <a:t>area = </a:t>
          </a:r>
          <a:r>
            <a:rPr lang="en-US" sz="1100" dirty="0">
              <a:sym typeface="Mathematica1"/>
            </a:rPr>
            <a:t>=.</a:t>
          </a:r>
          <a:r>
            <a:rPr lang="en-US" sz="1100" dirty="0" smtClean="0">
              <a:sym typeface="Mathematica1"/>
            </a:rPr>
            <a:t>05</a:t>
          </a:r>
          <a:endParaRPr lang="en-US" sz="1100" dirty="0"/>
        </a:p>
      </cdr:txBody>
    </cdr:sp>
  </cdr:relSizeAnchor>
  <cdr:relSizeAnchor xmlns:cdr="http://schemas.openxmlformats.org/drawingml/2006/chartDrawing">
    <cdr:from>
      <cdr:x>0.79679</cdr:x>
      <cdr:y>0.60851</cdr:y>
    </cdr:from>
    <cdr:to>
      <cdr:x>0.84091</cdr:x>
      <cdr:y>0.72766</cdr:y>
    </cdr:to>
    <cdr:cxnSp macro="">
      <cdr:nvCxnSpPr>
        <cdr:cNvPr id="4" name="Straight Arrow Connector 3"/>
        <cdr:cNvCxnSpPr>
          <a:stCxn xmlns:a="http://schemas.openxmlformats.org/drawingml/2006/main" id="2" idx="2"/>
        </cdr:cNvCxnSpPr>
      </cdr:nvCxnSpPr>
      <cdr:spPr bwMode="auto">
        <a:xfrm xmlns:a="http://schemas.openxmlformats.org/drawingml/2006/main" flipH="1">
          <a:off x="2838450" y="1362075"/>
          <a:ext cx="157162" cy="266700"/>
        </a:xfrm>
        <a:prstGeom xmlns:a="http://schemas.openxmlformats.org/drawingml/2006/main" prst="straightConnector1">
          <a:avLst/>
        </a:prstGeom>
        <a:solidFill xmlns:a="http://schemas.openxmlformats.org/drawingml/2006/main">
          <a:srgbClr val="FFFFFF"/>
        </a:solidFill>
        <a:ln xmlns:a="http://schemas.openxmlformats.org/drawingml/2006/main" w="9525" cap="flat" cmpd="sng" algn="ctr">
          <a:solidFill>
            <a:srgbClr val="000000"/>
          </a:solidFill>
          <a:prstDash val="solid"/>
          <a:round/>
          <a:headEnd type="none" w="med" len="med"/>
          <a:tailEnd type="arrow"/>
        </a:ln>
        <a:effectLst xmlns:a="http://schemas.openxmlformats.org/drawingml/2006/main"/>
      </cdr:spPr>
    </cdr:cxnSp>
  </cdr:relSizeAnchor>
</c:userShapes>
</file>

<file path=ppt/drawings/drawing5.xml><?xml version="1.0" encoding="utf-8"?>
<c:userShapes xmlns:c="http://schemas.openxmlformats.org/drawingml/2006/chart">
  <cdr:relSizeAnchor xmlns:cdr="http://schemas.openxmlformats.org/drawingml/2006/chartDrawing">
    <cdr:from>
      <cdr:x>0.94408</cdr:x>
      <cdr:y>0.73739</cdr:y>
    </cdr:from>
    <cdr:to>
      <cdr:x>0.97864</cdr:x>
      <cdr:y>0.83049</cdr:y>
    </cdr:to>
    <cdr:sp macro="" textlink="">
      <cdr:nvSpPr>
        <cdr:cNvPr id="14338" name="Text 2"/>
        <cdr:cNvSpPr txBox="1">
          <a:spLocks xmlns:a="http://schemas.openxmlformats.org/drawingml/2006/main" noChangeArrowheads="1"/>
        </cdr:cNvSpPr>
      </cdr:nvSpPr>
      <cdr:spPr bwMode="auto">
        <a:xfrm xmlns:a="http://schemas.openxmlformats.org/drawingml/2006/main">
          <a:off x="3363145" y="1650556"/>
          <a:ext cx="123112" cy="208390"/>
        </a:xfrm>
        <a:prstGeom xmlns:a="http://schemas.openxmlformats.org/drawingml/2006/main" prst="rect">
          <a:avLst/>
        </a:prstGeom>
        <a:noFill xmlns:a="http://schemas.openxmlformats.org/drawingml/2006/main"/>
        <a:ln xmlns:a="http://schemas.openxmlformats.org/drawingml/2006/main" w="1">
          <a:noFill/>
          <a:miter lim="800000"/>
          <a:headEnd/>
          <a:tailEnd/>
        </a:ln>
      </cdr:spPr>
      <cdr:txBody>
        <a:bodyPr xmlns:a="http://schemas.openxmlformats.org/drawingml/2006/main" wrap="none" lIns="18288" tIns="22860" rIns="18288" bIns="22860" anchor="ctr" upright="1">
          <a:spAutoFit/>
        </a:bodyPr>
        <a:lstStyle xmlns:a="http://schemas.openxmlformats.org/drawingml/2006/main"/>
        <a:p xmlns:a="http://schemas.openxmlformats.org/drawingml/2006/main">
          <a:pPr algn="ctr" rtl="0">
            <a:defRPr sz="1000"/>
          </a:pPr>
          <a:r>
            <a:rPr lang="en-AU" sz="1100" b="1" i="0" u="none" strike="noStrike" baseline="0">
              <a:solidFill>
                <a:srgbClr val="000000"/>
              </a:solidFill>
              <a:latin typeface="Arial"/>
              <a:cs typeface="Arial"/>
            </a:rPr>
            <a:t>Z</a:t>
          </a:r>
        </a:p>
      </cdr:txBody>
    </cdr:sp>
  </cdr:relSizeAnchor>
  <cdr:relSizeAnchor xmlns:cdr="http://schemas.openxmlformats.org/drawingml/2006/chartDrawing">
    <cdr:from>
      <cdr:x>0.83155</cdr:x>
      <cdr:y>0.56596</cdr:y>
    </cdr:from>
    <cdr:to>
      <cdr:x>0.84225</cdr:x>
      <cdr:y>0.75319</cdr:y>
    </cdr:to>
    <cdr:cxnSp macro="">
      <cdr:nvCxnSpPr>
        <cdr:cNvPr id="23" name="Straight Arrow Connector 22"/>
        <cdr:cNvCxnSpPr/>
      </cdr:nvCxnSpPr>
      <cdr:spPr bwMode="auto">
        <a:xfrm xmlns:a="http://schemas.openxmlformats.org/drawingml/2006/main">
          <a:off x="2962275" y="1266825"/>
          <a:ext cx="38100" cy="419100"/>
        </a:xfrm>
        <a:prstGeom xmlns:a="http://schemas.openxmlformats.org/drawingml/2006/main" prst="straightConnector1">
          <a:avLst/>
        </a:prstGeom>
        <a:solidFill xmlns:a="http://schemas.openxmlformats.org/drawingml/2006/main">
          <a:srgbClr val="FFFFFF"/>
        </a:solidFill>
        <a:ln xmlns:a="http://schemas.openxmlformats.org/drawingml/2006/main" w="9525" cap="flat" cmpd="sng" algn="ctr">
          <a:solidFill>
            <a:srgbClr val="000000"/>
          </a:solidFill>
          <a:prstDash val="solid"/>
          <a:round/>
          <a:headEnd type="none" w="med" len="med"/>
          <a:tailEnd type="arrow"/>
        </a:ln>
        <a:effectLst xmlns:a="http://schemas.openxmlformats.org/drawingml/2006/main"/>
      </cdr:spPr>
    </cdr:cxnSp>
  </cdr:relSizeAnchor>
</c:userShapes>
</file>

<file path=ppt/drawings/drawing6.xml><?xml version="1.0" encoding="utf-8"?>
<c:userShapes xmlns:c="http://schemas.openxmlformats.org/drawingml/2006/chart">
  <cdr:relSizeAnchor xmlns:cdr="http://schemas.openxmlformats.org/drawingml/2006/chartDrawing">
    <cdr:from>
      <cdr:x>0.94408</cdr:x>
      <cdr:y>0.73739</cdr:y>
    </cdr:from>
    <cdr:to>
      <cdr:x>0.97864</cdr:x>
      <cdr:y>0.83049</cdr:y>
    </cdr:to>
    <cdr:sp macro="" textlink="">
      <cdr:nvSpPr>
        <cdr:cNvPr id="14338" name="Text 2"/>
        <cdr:cNvSpPr txBox="1">
          <a:spLocks xmlns:a="http://schemas.openxmlformats.org/drawingml/2006/main" noChangeArrowheads="1"/>
        </cdr:cNvSpPr>
      </cdr:nvSpPr>
      <cdr:spPr bwMode="auto">
        <a:xfrm xmlns:a="http://schemas.openxmlformats.org/drawingml/2006/main">
          <a:off x="3363145" y="1650556"/>
          <a:ext cx="123112" cy="208390"/>
        </a:xfrm>
        <a:prstGeom xmlns:a="http://schemas.openxmlformats.org/drawingml/2006/main" prst="rect">
          <a:avLst/>
        </a:prstGeom>
        <a:noFill xmlns:a="http://schemas.openxmlformats.org/drawingml/2006/main"/>
        <a:ln xmlns:a="http://schemas.openxmlformats.org/drawingml/2006/main" w="1">
          <a:noFill/>
          <a:miter lim="800000"/>
          <a:headEnd/>
          <a:tailEnd/>
        </a:ln>
      </cdr:spPr>
      <cdr:txBody>
        <a:bodyPr xmlns:a="http://schemas.openxmlformats.org/drawingml/2006/main" wrap="none" lIns="18288" tIns="22860" rIns="18288" bIns="22860" anchor="ctr" upright="1">
          <a:spAutoFit/>
        </a:bodyPr>
        <a:lstStyle xmlns:a="http://schemas.openxmlformats.org/drawingml/2006/main"/>
        <a:p xmlns:a="http://schemas.openxmlformats.org/drawingml/2006/main">
          <a:pPr algn="ctr" rtl="0">
            <a:defRPr sz="1000"/>
          </a:pPr>
          <a:r>
            <a:rPr lang="en-AU" sz="1100" b="1" i="0" u="none" strike="noStrike" baseline="0">
              <a:solidFill>
                <a:srgbClr val="000000"/>
              </a:solidFill>
              <a:latin typeface="Arial"/>
              <a:cs typeface="Arial"/>
            </a:rPr>
            <a:t>Z</a:t>
          </a:r>
        </a:p>
      </cdr:txBody>
    </cdr:sp>
  </cdr:relSizeAnchor>
  <cdr:relSizeAnchor xmlns:cdr="http://schemas.openxmlformats.org/drawingml/2006/chartDrawing">
    <cdr:from>
      <cdr:x>0.13369</cdr:x>
      <cdr:y>0.14894</cdr:y>
    </cdr:from>
    <cdr:to>
      <cdr:x>0.43048</cdr:x>
      <cdr:y>0.45106</cdr:y>
    </cdr:to>
    <cdr:sp macro="" textlink="">
      <cdr:nvSpPr>
        <cdr:cNvPr id="2" name="TextBox 1"/>
        <cdr:cNvSpPr txBox="1"/>
      </cdr:nvSpPr>
      <cdr:spPr>
        <a:xfrm xmlns:a="http://schemas.openxmlformats.org/drawingml/2006/main">
          <a:off x="476249" y="333375"/>
          <a:ext cx="1057275" cy="676275"/>
        </a:xfrm>
        <a:prstGeom xmlns:a="http://schemas.openxmlformats.org/drawingml/2006/main" prst="rect">
          <a:avLst/>
        </a:prstGeom>
        <a:ln xmlns:a="http://schemas.openxmlformats.org/drawingml/2006/main" w="12700">
          <a:solidFill>
            <a:schemeClr val="tx1"/>
          </a:solidFill>
        </a:ln>
      </cdr:spPr>
      <cdr:txBody>
        <a:bodyPr xmlns:a="http://schemas.openxmlformats.org/drawingml/2006/main" vertOverflow="clip" wrap="square" rtlCol="0"/>
        <a:lstStyle xmlns:a="http://schemas.openxmlformats.org/drawingml/2006/main"/>
        <a:p xmlns:a="http://schemas.openxmlformats.org/drawingml/2006/main">
          <a:pPr algn="ctr"/>
          <a:endParaRPr lang="en-US" sz="1100"/>
        </a:p>
        <a:p xmlns:a="http://schemas.openxmlformats.org/drawingml/2006/main">
          <a:pPr algn="ctr"/>
          <a:r>
            <a:rPr lang="en-US" sz="1100"/>
            <a:t>RR: z &lt; -1.28</a:t>
          </a:r>
        </a:p>
        <a:p xmlns:a="http://schemas.openxmlformats.org/drawingml/2006/main">
          <a:pPr algn="ctr"/>
          <a:r>
            <a:rPr lang="en-US" sz="1100"/>
            <a:t>area = </a:t>
          </a:r>
          <a:r>
            <a:rPr lang="en-US" sz="1100">
              <a:sym typeface="Mathematica1"/>
            </a:rPr>
            <a:t>=.10</a:t>
          </a:r>
          <a:endParaRPr lang="en-US" sz="1100"/>
        </a:p>
      </cdr:txBody>
    </cdr:sp>
  </cdr:relSizeAnchor>
  <cdr:relSizeAnchor xmlns:cdr="http://schemas.openxmlformats.org/drawingml/2006/chartDrawing">
    <cdr:from>
      <cdr:x>0.28209</cdr:x>
      <cdr:y>0.45106</cdr:y>
    </cdr:from>
    <cdr:to>
      <cdr:x>0.32086</cdr:x>
      <cdr:y>0.66383</cdr:y>
    </cdr:to>
    <cdr:cxnSp macro="">
      <cdr:nvCxnSpPr>
        <cdr:cNvPr id="4" name="Straight Arrow Connector 3"/>
        <cdr:cNvCxnSpPr>
          <a:stCxn xmlns:a="http://schemas.openxmlformats.org/drawingml/2006/main" id="2" idx="2"/>
        </cdr:cNvCxnSpPr>
      </cdr:nvCxnSpPr>
      <cdr:spPr bwMode="auto">
        <a:xfrm xmlns:a="http://schemas.openxmlformats.org/drawingml/2006/main">
          <a:off x="1004887" y="1009650"/>
          <a:ext cx="138113" cy="476250"/>
        </a:xfrm>
        <a:prstGeom xmlns:a="http://schemas.openxmlformats.org/drawingml/2006/main" prst="straightConnector1">
          <a:avLst/>
        </a:prstGeom>
        <a:solidFill xmlns:a="http://schemas.openxmlformats.org/drawingml/2006/main">
          <a:srgbClr val="FFFFFF"/>
        </a:solidFill>
        <a:ln xmlns:a="http://schemas.openxmlformats.org/drawingml/2006/main" w="9525" cap="flat" cmpd="sng" algn="ctr">
          <a:solidFill>
            <a:srgbClr val="000000"/>
          </a:solidFill>
          <a:prstDash val="solid"/>
          <a:round/>
          <a:headEnd type="none" w="med" len="med"/>
          <a:tailEnd type="arrow"/>
        </a:ln>
        <a:effectLst xmlns:a="http://schemas.openxmlformats.org/drawingml/2006/main"/>
      </cdr:spPr>
    </cdr:cxnSp>
  </cdr:relSizeAnchor>
</c:userShapes>
</file>

<file path=ppt/drawings/drawing7.xml><?xml version="1.0" encoding="utf-8"?>
<c:userShapes xmlns:c="http://schemas.openxmlformats.org/drawingml/2006/chart">
  <cdr:relSizeAnchor xmlns:cdr="http://schemas.openxmlformats.org/drawingml/2006/chartDrawing">
    <cdr:from>
      <cdr:x>0.94408</cdr:x>
      <cdr:y>0.73739</cdr:y>
    </cdr:from>
    <cdr:to>
      <cdr:x>0.97864</cdr:x>
      <cdr:y>0.83049</cdr:y>
    </cdr:to>
    <cdr:sp macro="" textlink="">
      <cdr:nvSpPr>
        <cdr:cNvPr id="14338" name="Text 2"/>
        <cdr:cNvSpPr txBox="1">
          <a:spLocks xmlns:a="http://schemas.openxmlformats.org/drawingml/2006/main" noChangeArrowheads="1"/>
        </cdr:cNvSpPr>
      </cdr:nvSpPr>
      <cdr:spPr bwMode="auto">
        <a:xfrm xmlns:a="http://schemas.openxmlformats.org/drawingml/2006/main">
          <a:off x="3363145" y="1650556"/>
          <a:ext cx="123112" cy="208390"/>
        </a:xfrm>
        <a:prstGeom xmlns:a="http://schemas.openxmlformats.org/drawingml/2006/main" prst="rect">
          <a:avLst/>
        </a:prstGeom>
        <a:noFill xmlns:a="http://schemas.openxmlformats.org/drawingml/2006/main"/>
        <a:ln xmlns:a="http://schemas.openxmlformats.org/drawingml/2006/main" w="1">
          <a:noFill/>
          <a:miter lim="800000"/>
          <a:headEnd/>
          <a:tailEnd/>
        </a:ln>
      </cdr:spPr>
      <cdr:txBody>
        <a:bodyPr xmlns:a="http://schemas.openxmlformats.org/drawingml/2006/main" wrap="none" lIns="18288" tIns="22860" rIns="18288" bIns="22860" anchor="ctr" upright="1">
          <a:spAutoFit/>
        </a:bodyPr>
        <a:lstStyle xmlns:a="http://schemas.openxmlformats.org/drawingml/2006/main"/>
        <a:p xmlns:a="http://schemas.openxmlformats.org/drawingml/2006/main">
          <a:pPr algn="ctr" rtl="0">
            <a:defRPr sz="1000"/>
          </a:pPr>
          <a:r>
            <a:rPr lang="en-AU" sz="1100" b="1" i="0" u="none" strike="noStrike" baseline="0">
              <a:solidFill>
                <a:srgbClr val="000000"/>
              </a:solidFill>
              <a:latin typeface="Arial"/>
              <a:cs typeface="Arial"/>
            </a:rPr>
            <a:t>Z</a:t>
          </a:r>
        </a:p>
      </cdr:txBody>
    </cdr:sp>
  </cdr:relSizeAnchor>
  <cdr:relSizeAnchor xmlns:cdr="http://schemas.openxmlformats.org/drawingml/2006/chartDrawing">
    <cdr:from>
      <cdr:x>0.13369</cdr:x>
      <cdr:y>0.14894</cdr:y>
    </cdr:from>
    <cdr:to>
      <cdr:x>0.43048</cdr:x>
      <cdr:y>0.45106</cdr:y>
    </cdr:to>
    <cdr:sp macro="" textlink="">
      <cdr:nvSpPr>
        <cdr:cNvPr id="2" name="TextBox 1"/>
        <cdr:cNvSpPr txBox="1"/>
      </cdr:nvSpPr>
      <cdr:spPr>
        <a:xfrm xmlns:a="http://schemas.openxmlformats.org/drawingml/2006/main">
          <a:off x="476249" y="333375"/>
          <a:ext cx="1057275" cy="676275"/>
        </a:xfrm>
        <a:prstGeom xmlns:a="http://schemas.openxmlformats.org/drawingml/2006/main" prst="rect">
          <a:avLst/>
        </a:prstGeom>
        <a:ln xmlns:a="http://schemas.openxmlformats.org/drawingml/2006/main" w="12700">
          <a:solidFill>
            <a:schemeClr val="tx1"/>
          </a:solidFill>
        </a:ln>
      </cdr:spPr>
      <cdr:txBody>
        <a:bodyPr xmlns:a="http://schemas.openxmlformats.org/drawingml/2006/main" vertOverflow="clip" wrap="square" rtlCol="0"/>
        <a:lstStyle xmlns:a="http://schemas.openxmlformats.org/drawingml/2006/main"/>
        <a:p xmlns:a="http://schemas.openxmlformats.org/drawingml/2006/main">
          <a:pPr algn="ctr"/>
          <a:endParaRPr lang="en-US" sz="1100"/>
        </a:p>
        <a:p xmlns:a="http://schemas.openxmlformats.org/drawingml/2006/main">
          <a:pPr algn="ctr"/>
          <a:r>
            <a:rPr lang="en-US" sz="1100"/>
            <a:t>RR: z &lt; -1.645</a:t>
          </a:r>
        </a:p>
        <a:p xmlns:a="http://schemas.openxmlformats.org/drawingml/2006/main">
          <a:pPr algn="ctr"/>
          <a:r>
            <a:rPr lang="en-US" sz="1100"/>
            <a:t>area = </a:t>
          </a:r>
          <a:r>
            <a:rPr lang="en-US" sz="1100">
              <a:sym typeface="Mathematica1"/>
            </a:rPr>
            <a:t>=.05</a:t>
          </a:r>
          <a:endParaRPr lang="en-US" sz="1100"/>
        </a:p>
      </cdr:txBody>
    </cdr:sp>
  </cdr:relSizeAnchor>
  <cdr:relSizeAnchor xmlns:cdr="http://schemas.openxmlformats.org/drawingml/2006/chartDrawing">
    <cdr:from>
      <cdr:x>0.28209</cdr:x>
      <cdr:y>0.45106</cdr:y>
    </cdr:from>
    <cdr:to>
      <cdr:x>0.32086</cdr:x>
      <cdr:y>0.66383</cdr:y>
    </cdr:to>
    <cdr:cxnSp macro="">
      <cdr:nvCxnSpPr>
        <cdr:cNvPr id="4" name="Straight Arrow Connector 3"/>
        <cdr:cNvCxnSpPr>
          <a:stCxn xmlns:a="http://schemas.openxmlformats.org/drawingml/2006/main" id="2" idx="2"/>
        </cdr:cNvCxnSpPr>
      </cdr:nvCxnSpPr>
      <cdr:spPr bwMode="auto">
        <a:xfrm xmlns:a="http://schemas.openxmlformats.org/drawingml/2006/main">
          <a:off x="1004887" y="1009650"/>
          <a:ext cx="138113" cy="476250"/>
        </a:xfrm>
        <a:prstGeom xmlns:a="http://schemas.openxmlformats.org/drawingml/2006/main" prst="straightConnector1">
          <a:avLst/>
        </a:prstGeom>
        <a:solidFill xmlns:a="http://schemas.openxmlformats.org/drawingml/2006/main">
          <a:srgbClr val="FFFFFF"/>
        </a:solidFill>
        <a:ln xmlns:a="http://schemas.openxmlformats.org/drawingml/2006/main" w="9525" cap="flat" cmpd="sng" algn="ctr">
          <a:solidFill>
            <a:srgbClr val="000000"/>
          </a:solidFill>
          <a:prstDash val="solid"/>
          <a:round/>
          <a:headEnd type="none" w="med" len="med"/>
          <a:tailEnd type="arrow"/>
        </a:ln>
        <a:effectLst xmlns:a="http://schemas.openxmlformats.org/drawingml/2006/main"/>
      </cdr:spPr>
    </cdr:cxnSp>
  </cdr:relSizeAnchor>
</c:userShapes>
</file>

<file path=ppt/drawings/drawing8.xml><?xml version="1.0" encoding="utf-8"?>
<c:userShapes xmlns:c="http://schemas.openxmlformats.org/drawingml/2006/chart">
  <cdr:relSizeAnchor xmlns:cdr="http://schemas.openxmlformats.org/drawingml/2006/chartDrawing">
    <cdr:from>
      <cdr:x>0.94408</cdr:x>
      <cdr:y>0.73739</cdr:y>
    </cdr:from>
    <cdr:to>
      <cdr:x>0.97864</cdr:x>
      <cdr:y>0.83049</cdr:y>
    </cdr:to>
    <cdr:sp macro="" textlink="">
      <cdr:nvSpPr>
        <cdr:cNvPr id="14338" name="Text 2"/>
        <cdr:cNvSpPr txBox="1">
          <a:spLocks xmlns:a="http://schemas.openxmlformats.org/drawingml/2006/main" noChangeArrowheads="1"/>
        </cdr:cNvSpPr>
      </cdr:nvSpPr>
      <cdr:spPr bwMode="auto">
        <a:xfrm xmlns:a="http://schemas.openxmlformats.org/drawingml/2006/main">
          <a:off x="3363145" y="1650556"/>
          <a:ext cx="123112" cy="208390"/>
        </a:xfrm>
        <a:prstGeom xmlns:a="http://schemas.openxmlformats.org/drawingml/2006/main" prst="rect">
          <a:avLst/>
        </a:prstGeom>
        <a:noFill xmlns:a="http://schemas.openxmlformats.org/drawingml/2006/main"/>
        <a:ln xmlns:a="http://schemas.openxmlformats.org/drawingml/2006/main" w="1">
          <a:noFill/>
          <a:miter lim="800000"/>
          <a:headEnd/>
          <a:tailEnd/>
        </a:ln>
      </cdr:spPr>
      <cdr:txBody>
        <a:bodyPr xmlns:a="http://schemas.openxmlformats.org/drawingml/2006/main" wrap="none" lIns="18288" tIns="22860" rIns="18288" bIns="22860" anchor="ctr" upright="1">
          <a:spAutoFit/>
        </a:bodyPr>
        <a:lstStyle xmlns:a="http://schemas.openxmlformats.org/drawingml/2006/main"/>
        <a:p xmlns:a="http://schemas.openxmlformats.org/drawingml/2006/main">
          <a:pPr algn="ctr" rtl="0">
            <a:defRPr sz="1000"/>
          </a:pPr>
          <a:r>
            <a:rPr lang="en-AU" sz="1100" b="1" i="0" u="none" strike="noStrike" baseline="0">
              <a:solidFill>
                <a:srgbClr val="000000"/>
              </a:solidFill>
              <a:latin typeface="Arial"/>
              <a:cs typeface="Arial"/>
            </a:rPr>
            <a:t>Z</a:t>
          </a:r>
        </a:p>
      </cdr:txBody>
    </cdr:sp>
  </cdr:relSizeAnchor>
  <cdr:relSizeAnchor xmlns:cdr="http://schemas.openxmlformats.org/drawingml/2006/chartDrawing">
    <cdr:from>
      <cdr:x>0.13369</cdr:x>
      <cdr:y>0.14894</cdr:y>
    </cdr:from>
    <cdr:to>
      <cdr:x>0.43048</cdr:x>
      <cdr:y>0.45106</cdr:y>
    </cdr:to>
    <cdr:sp macro="" textlink="">
      <cdr:nvSpPr>
        <cdr:cNvPr id="2" name="TextBox 1"/>
        <cdr:cNvSpPr txBox="1"/>
      </cdr:nvSpPr>
      <cdr:spPr>
        <a:xfrm xmlns:a="http://schemas.openxmlformats.org/drawingml/2006/main">
          <a:off x="476249" y="333375"/>
          <a:ext cx="1057275" cy="676275"/>
        </a:xfrm>
        <a:prstGeom xmlns:a="http://schemas.openxmlformats.org/drawingml/2006/main" prst="rect">
          <a:avLst/>
        </a:prstGeom>
        <a:ln xmlns:a="http://schemas.openxmlformats.org/drawingml/2006/main" w="12700">
          <a:solidFill>
            <a:schemeClr val="tx1"/>
          </a:solidFill>
        </a:ln>
      </cdr:spPr>
      <cdr:txBody>
        <a:bodyPr xmlns:a="http://schemas.openxmlformats.org/drawingml/2006/main" vertOverflow="clip" wrap="square" rtlCol="0"/>
        <a:lstStyle xmlns:a="http://schemas.openxmlformats.org/drawingml/2006/main"/>
        <a:p xmlns:a="http://schemas.openxmlformats.org/drawingml/2006/main">
          <a:pPr algn="ctr"/>
          <a:endParaRPr lang="en-US" sz="1100"/>
        </a:p>
        <a:p xmlns:a="http://schemas.openxmlformats.org/drawingml/2006/main">
          <a:pPr algn="ctr"/>
          <a:r>
            <a:rPr lang="en-US" sz="1100"/>
            <a:t>RR: z &lt; -2.33</a:t>
          </a:r>
        </a:p>
        <a:p xmlns:a="http://schemas.openxmlformats.org/drawingml/2006/main">
          <a:pPr algn="ctr"/>
          <a:r>
            <a:rPr lang="en-US" sz="1100"/>
            <a:t>area = </a:t>
          </a:r>
          <a:r>
            <a:rPr lang="en-US" sz="1100">
              <a:sym typeface="Mathematica1"/>
            </a:rPr>
            <a:t>=.01</a:t>
          </a:r>
          <a:endParaRPr lang="en-US" sz="1100"/>
        </a:p>
      </cdr:txBody>
    </cdr:sp>
  </cdr:relSizeAnchor>
  <cdr:relSizeAnchor xmlns:cdr="http://schemas.openxmlformats.org/drawingml/2006/chartDrawing">
    <cdr:from>
      <cdr:x>0.24332</cdr:x>
      <cdr:y>0.45106</cdr:y>
    </cdr:from>
    <cdr:to>
      <cdr:x>0.28209</cdr:x>
      <cdr:y>0.73617</cdr:y>
    </cdr:to>
    <cdr:cxnSp macro="">
      <cdr:nvCxnSpPr>
        <cdr:cNvPr id="4" name="Straight Arrow Connector 3"/>
        <cdr:cNvCxnSpPr>
          <a:stCxn xmlns:a="http://schemas.openxmlformats.org/drawingml/2006/main" id="2" idx="2"/>
        </cdr:cNvCxnSpPr>
      </cdr:nvCxnSpPr>
      <cdr:spPr bwMode="auto">
        <a:xfrm xmlns:a="http://schemas.openxmlformats.org/drawingml/2006/main" flipH="1">
          <a:off x="866775" y="1009650"/>
          <a:ext cx="138112" cy="638175"/>
        </a:xfrm>
        <a:prstGeom xmlns:a="http://schemas.openxmlformats.org/drawingml/2006/main" prst="straightConnector1">
          <a:avLst/>
        </a:prstGeom>
        <a:solidFill xmlns:a="http://schemas.openxmlformats.org/drawingml/2006/main">
          <a:srgbClr val="FFFFFF"/>
        </a:solidFill>
        <a:ln xmlns:a="http://schemas.openxmlformats.org/drawingml/2006/main" w="9525" cap="flat" cmpd="sng" algn="ctr">
          <a:solidFill>
            <a:srgbClr val="000000"/>
          </a:solidFill>
          <a:prstDash val="solid"/>
          <a:round/>
          <a:headEnd type="none" w="med" len="med"/>
          <a:tailEnd type="arrow"/>
        </a:ln>
        <a:effectLst xmlns:a="http://schemas.openxmlformats.org/drawingml/2006/main"/>
      </cdr:spPr>
    </cdr:cxnSp>
  </cdr:relSizeAnchor>
</c:userShapes>
</file>

<file path=ppt/drawings/drawing9.xml><?xml version="1.0" encoding="utf-8"?>
<c:userShapes xmlns:c="http://schemas.openxmlformats.org/drawingml/2006/chart">
  <cdr:relSizeAnchor xmlns:cdr="http://schemas.openxmlformats.org/drawingml/2006/chartDrawing">
    <cdr:from>
      <cdr:x>0.94408</cdr:x>
      <cdr:y>0.73739</cdr:y>
    </cdr:from>
    <cdr:to>
      <cdr:x>0.97864</cdr:x>
      <cdr:y>0.83049</cdr:y>
    </cdr:to>
    <cdr:sp macro="" textlink="">
      <cdr:nvSpPr>
        <cdr:cNvPr id="14338" name="Text 2"/>
        <cdr:cNvSpPr txBox="1">
          <a:spLocks xmlns:a="http://schemas.openxmlformats.org/drawingml/2006/main" noChangeArrowheads="1"/>
        </cdr:cNvSpPr>
      </cdr:nvSpPr>
      <cdr:spPr bwMode="auto">
        <a:xfrm xmlns:a="http://schemas.openxmlformats.org/drawingml/2006/main">
          <a:off x="3363145" y="1650556"/>
          <a:ext cx="123112" cy="208390"/>
        </a:xfrm>
        <a:prstGeom xmlns:a="http://schemas.openxmlformats.org/drawingml/2006/main" prst="rect">
          <a:avLst/>
        </a:prstGeom>
        <a:noFill xmlns:a="http://schemas.openxmlformats.org/drawingml/2006/main"/>
        <a:ln xmlns:a="http://schemas.openxmlformats.org/drawingml/2006/main" w="1">
          <a:noFill/>
          <a:miter lim="800000"/>
          <a:headEnd/>
          <a:tailEnd/>
        </a:ln>
      </cdr:spPr>
      <cdr:txBody>
        <a:bodyPr xmlns:a="http://schemas.openxmlformats.org/drawingml/2006/main" wrap="none" lIns="18288" tIns="22860" rIns="18288" bIns="22860" anchor="ctr" upright="1">
          <a:spAutoFit/>
        </a:bodyPr>
        <a:lstStyle xmlns:a="http://schemas.openxmlformats.org/drawingml/2006/main"/>
        <a:p xmlns:a="http://schemas.openxmlformats.org/drawingml/2006/main">
          <a:pPr algn="ctr" rtl="0">
            <a:defRPr sz="1000"/>
          </a:pPr>
          <a:r>
            <a:rPr lang="en-AU" sz="1100" b="1" i="0" u="none" strike="noStrike" baseline="0">
              <a:solidFill>
                <a:srgbClr val="000000"/>
              </a:solidFill>
              <a:latin typeface="Arial"/>
              <a:cs typeface="Arial"/>
            </a:rPr>
            <a:t>Z</a:t>
          </a:r>
        </a:p>
      </cdr:txBody>
    </cdr:sp>
  </cdr:relSizeAnchor>
  <cdr:relSizeAnchor xmlns:cdr="http://schemas.openxmlformats.org/drawingml/2006/chartDrawing">
    <cdr:from>
      <cdr:x>0.26738</cdr:x>
      <cdr:y>0.02128</cdr:y>
    </cdr:from>
    <cdr:to>
      <cdr:x>0.70321</cdr:x>
      <cdr:y>0.25957</cdr:y>
    </cdr:to>
    <cdr:sp macro="" textlink="">
      <cdr:nvSpPr>
        <cdr:cNvPr id="2" name="TextBox 1"/>
        <cdr:cNvSpPr txBox="1"/>
      </cdr:nvSpPr>
      <cdr:spPr>
        <a:xfrm xmlns:a="http://schemas.openxmlformats.org/drawingml/2006/main">
          <a:off x="952500" y="47626"/>
          <a:ext cx="1552575" cy="533400"/>
        </a:xfrm>
        <a:prstGeom xmlns:a="http://schemas.openxmlformats.org/drawingml/2006/main" prst="rect">
          <a:avLst/>
        </a:prstGeom>
        <a:ln xmlns:a="http://schemas.openxmlformats.org/drawingml/2006/main" w="12700">
          <a:solidFill>
            <a:schemeClr val="tx1"/>
          </a:solidFill>
        </a:ln>
      </cdr:spPr>
      <cdr:txBody>
        <a:bodyPr xmlns:a="http://schemas.openxmlformats.org/drawingml/2006/main" vertOverflow="clip" wrap="square" rtlCol="0"/>
        <a:lstStyle xmlns:a="http://schemas.openxmlformats.org/drawingml/2006/main"/>
        <a:p xmlns:a="http://schemas.openxmlformats.org/drawingml/2006/main">
          <a:pPr algn="ctr"/>
          <a:r>
            <a:rPr lang="en-US" sz="1100"/>
            <a:t>RR: z &lt; -1.645, z &gt; 1.645</a:t>
          </a:r>
        </a:p>
        <a:p xmlns:a="http://schemas.openxmlformats.org/drawingml/2006/main">
          <a:pPr algn="ctr"/>
          <a:r>
            <a:rPr lang="en-US" sz="1100"/>
            <a:t>area = </a:t>
          </a:r>
          <a:r>
            <a:rPr lang="en-US" sz="1100">
              <a:sym typeface="Mathematica1"/>
            </a:rPr>
            <a:t>=.05 + .05</a:t>
          </a:r>
          <a:endParaRPr lang="en-US" sz="1100"/>
        </a:p>
      </cdr:txBody>
    </cdr:sp>
  </cdr:relSizeAnchor>
  <cdr:relSizeAnchor xmlns:cdr="http://schemas.openxmlformats.org/drawingml/2006/chartDrawing">
    <cdr:from>
      <cdr:x>0.31551</cdr:x>
      <cdr:y>0.18723</cdr:y>
    </cdr:from>
    <cdr:to>
      <cdr:x>0.50802</cdr:x>
      <cdr:y>0.67234</cdr:y>
    </cdr:to>
    <cdr:cxnSp macro="">
      <cdr:nvCxnSpPr>
        <cdr:cNvPr id="4" name="Straight Arrow Connector 3"/>
        <cdr:cNvCxnSpPr/>
      </cdr:nvCxnSpPr>
      <cdr:spPr bwMode="auto">
        <a:xfrm xmlns:a="http://schemas.openxmlformats.org/drawingml/2006/main" flipH="1">
          <a:off x="1123950" y="419100"/>
          <a:ext cx="685800" cy="1085850"/>
        </a:xfrm>
        <a:prstGeom xmlns:a="http://schemas.openxmlformats.org/drawingml/2006/main" prst="straightConnector1">
          <a:avLst/>
        </a:prstGeom>
        <a:solidFill xmlns:a="http://schemas.openxmlformats.org/drawingml/2006/main">
          <a:srgbClr val="FFFFFF"/>
        </a:solidFill>
        <a:ln xmlns:a="http://schemas.openxmlformats.org/drawingml/2006/main" w="9525" cap="flat" cmpd="sng" algn="ctr">
          <a:solidFill>
            <a:srgbClr val="000000"/>
          </a:solidFill>
          <a:prstDash val="solid"/>
          <a:round/>
          <a:headEnd type="none" w="med" len="med"/>
          <a:tailEnd type="arrow"/>
        </a:ln>
        <a:effectLst xmlns:a="http://schemas.openxmlformats.org/drawingml/2006/main"/>
      </cdr:spPr>
    </cdr:cxnSp>
  </cdr:relSizeAnchor>
  <cdr:relSizeAnchor xmlns:cdr="http://schemas.openxmlformats.org/drawingml/2006/chartDrawing">
    <cdr:from>
      <cdr:x>0.6025</cdr:x>
      <cdr:y>0.18014</cdr:y>
    </cdr:from>
    <cdr:to>
      <cdr:x>0.75668</cdr:x>
      <cdr:y>0.71064</cdr:y>
    </cdr:to>
    <cdr:cxnSp macro="">
      <cdr:nvCxnSpPr>
        <cdr:cNvPr id="19" name="Straight Arrow Connector 18"/>
        <cdr:cNvCxnSpPr/>
      </cdr:nvCxnSpPr>
      <cdr:spPr bwMode="auto">
        <a:xfrm xmlns:a="http://schemas.openxmlformats.org/drawingml/2006/main">
          <a:off x="2146300" y="403225"/>
          <a:ext cx="549275" cy="1187450"/>
        </a:xfrm>
        <a:prstGeom xmlns:a="http://schemas.openxmlformats.org/drawingml/2006/main" prst="straightConnector1">
          <a:avLst/>
        </a:prstGeom>
        <a:solidFill xmlns:a="http://schemas.openxmlformats.org/drawingml/2006/main">
          <a:srgbClr val="FFFFFF"/>
        </a:solidFill>
        <a:ln xmlns:a="http://schemas.openxmlformats.org/drawingml/2006/main" w="9525" cap="flat" cmpd="sng" algn="ctr">
          <a:solidFill>
            <a:srgbClr val="000000"/>
          </a:solidFill>
          <a:prstDash val="solid"/>
          <a:round/>
          <a:headEnd type="none" w="med" len="med"/>
          <a:tailEnd type="arrow"/>
        </a:ln>
        <a:effectLst xmlns:a="http://schemas.openxmlformats.org/drawingml/2006/main"/>
      </cdr:spPr>
    </cdr:cxnSp>
  </cdr:relSizeAnchor>
</c:userShapes>
</file>

<file path=ppt/drawings/drawing10.xml><?xml version="1.0" encoding="utf-8"?>
<c:userShapes xmlns:c="http://schemas.openxmlformats.org/drawingml/2006/chart">
  <cdr:relSizeAnchor xmlns:cdr="http://schemas.openxmlformats.org/drawingml/2006/chartDrawing">
    <cdr:from>
      <cdr:x>0.94408</cdr:x>
      <cdr:y>0.73739</cdr:y>
    </cdr:from>
    <cdr:to>
      <cdr:x>0.97864</cdr:x>
      <cdr:y>0.83049</cdr:y>
    </cdr:to>
    <cdr:sp macro="" textlink="">
      <cdr:nvSpPr>
        <cdr:cNvPr id="14338" name="Text 2"/>
        <cdr:cNvSpPr txBox="1">
          <a:spLocks xmlns:a="http://schemas.openxmlformats.org/drawingml/2006/main" noChangeArrowheads="1"/>
        </cdr:cNvSpPr>
      </cdr:nvSpPr>
      <cdr:spPr bwMode="auto">
        <a:xfrm xmlns:a="http://schemas.openxmlformats.org/drawingml/2006/main">
          <a:off x="3363145" y="1650556"/>
          <a:ext cx="123112" cy="208390"/>
        </a:xfrm>
        <a:prstGeom xmlns:a="http://schemas.openxmlformats.org/drawingml/2006/main" prst="rect">
          <a:avLst/>
        </a:prstGeom>
        <a:noFill xmlns:a="http://schemas.openxmlformats.org/drawingml/2006/main"/>
        <a:ln xmlns:a="http://schemas.openxmlformats.org/drawingml/2006/main" w="1">
          <a:noFill/>
          <a:miter lim="800000"/>
          <a:headEnd/>
          <a:tailEnd/>
        </a:ln>
      </cdr:spPr>
      <cdr:txBody>
        <a:bodyPr xmlns:a="http://schemas.openxmlformats.org/drawingml/2006/main" wrap="none" lIns="18288" tIns="22860" rIns="18288" bIns="22860" anchor="ctr" upright="1">
          <a:spAutoFit/>
        </a:bodyPr>
        <a:lstStyle xmlns:a="http://schemas.openxmlformats.org/drawingml/2006/main"/>
        <a:p xmlns:a="http://schemas.openxmlformats.org/drawingml/2006/main">
          <a:pPr algn="ctr" rtl="0">
            <a:defRPr sz="1000"/>
          </a:pPr>
          <a:r>
            <a:rPr lang="en-AU" sz="1100" b="1" i="0" u="none" strike="noStrike" baseline="0">
              <a:solidFill>
                <a:srgbClr val="000000"/>
              </a:solidFill>
              <a:latin typeface="Arial"/>
              <a:cs typeface="Arial"/>
            </a:rPr>
            <a:t>Z</a:t>
          </a:r>
        </a:p>
      </cdr:txBody>
    </cdr:sp>
  </cdr:relSizeAnchor>
  <cdr:relSizeAnchor xmlns:cdr="http://schemas.openxmlformats.org/drawingml/2006/chartDrawing">
    <cdr:from>
      <cdr:x>0.26738</cdr:x>
      <cdr:y>0.02128</cdr:y>
    </cdr:from>
    <cdr:to>
      <cdr:x>0.70321</cdr:x>
      <cdr:y>0.25957</cdr:y>
    </cdr:to>
    <cdr:sp macro="" textlink="">
      <cdr:nvSpPr>
        <cdr:cNvPr id="2" name="TextBox 1"/>
        <cdr:cNvSpPr txBox="1"/>
      </cdr:nvSpPr>
      <cdr:spPr>
        <a:xfrm xmlns:a="http://schemas.openxmlformats.org/drawingml/2006/main">
          <a:off x="952500" y="47626"/>
          <a:ext cx="1552575" cy="533400"/>
        </a:xfrm>
        <a:prstGeom xmlns:a="http://schemas.openxmlformats.org/drawingml/2006/main" prst="rect">
          <a:avLst/>
        </a:prstGeom>
        <a:ln xmlns:a="http://schemas.openxmlformats.org/drawingml/2006/main" w="12700">
          <a:solidFill>
            <a:schemeClr val="tx1"/>
          </a:solidFill>
        </a:ln>
      </cdr:spPr>
      <cdr:txBody>
        <a:bodyPr xmlns:a="http://schemas.openxmlformats.org/drawingml/2006/main" vertOverflow="clip" wrap="square" rtlCol="0"/>
        <a:lstStyle xmlns:a="http://schemas.openxmlformats.org/drawingml/2006/main"/>
        <a:p xmlns:a="http://schemas.openxmlformats.org/drawingml/2006/main">
          <a:pPr algn="ctr"/>
          <a:r>
            <a:rPr lang="en-US" sz="1100"/>
            <a:t>RR: z &lt; -1.96, z &gt; 1.96</a:t>
          </a:r>
        </a:p>
        <a:p xmlns:a="http://schemas.openxmlformats.org/drawingml/2006/main">
          <a:pPr algn="ctr"/>
          <a:r>
            <a:rPr lang="en-US" sz="1100"/>
            <a:t>area = </a:t>
          </a:r>
          <a:r>
            <a:rPr lang="en-US" sz="1100">
              <a:sym typeface="Mathematica1"/>
            </a:rPr>
            <a:t>=.025 + .025</a:t>
          </a:r>
          <a:endParaRPr lang="en-US" sz="1100"/>
        </a:p>
      </cdr:txBody>
    </cdr:sp>
  </cdr:relSizeAnchor>
  <cdr:relSizeAnchor xmlns:cdr="http://schemas.openxmlformats.org/drawingml/2006/chartDrawing">
    <cdr:from>
      <cdr:x>0.31551</cdr:x>
      <cdr:y>0.18723</cdr:y>
    </cdr:from>
    <cdr:to>
      <cdr:x>0.50802</cdr:x>
      <cdr:y>0.67234</cdr:y>
    </cdr:to>
    <cdr:cxnSp macro="">
      <cdr:nvCxnSpPr>
        <cdr:cNvPr id="4" name="Straight Arrow Connector 3"/>
        <cdr:cNvCxnSpPr/>
      </cdr:nvCxnSpPr>
      <cdr:spPr bwMode="auto">
        <a:xfrm xmlns:a="http://schemas.openxmlformats.org/drawingml/2006/main" flipH="1">
          <a:off x="1123950" y="419100"/>
          <a:ext cx="685800" cy="1085850"/>
        </a:xfrm>
        <a:prstGeom xmlns:a="http://schemas.openxmlformats.org/drawingml/2006/main" prst="straightConnector1">
          <a:avLst/>
        </a:prstGeom>
        <a:solidFill xmlns:a="http://schemas.openxmlformats.org/drawingml/2006/main">
          <a:srgbClr val="FFFFFF"/>
        </a:solidFill>
        <a:ln xmlns:a="http://schemas.openxmlformats.org/drawingml/2006/main" w="9525" cap="flat" cmpd="sng" algn="ctr">
          <a:solidFill>
            <a:srgbClr val="000000"/>
          </a:solidFill>
          <a:prstDash val="solid"/>
          <a:round/>
          <a:headEnd type="none" w="med" len="med"/>
          <a:tailEnd type="arrow"/>
        </a:ln>
        <a:effectLst xmlns:a="http://schemas.openxmlformats.org/drawingml/2006/main"/>
      </cdr:spPr>
    </cdr:cxnSp>
  </cdr:relSizeAnchor>
  <cdr:relSizeAnchor xmlns:cdr="http://schemas.openxmlformats.org/drawingml/2006/chartDrawing">
    <cdr:from>
      <cdr:x>0.6025</cdr:x>
      <cdr:y>0.18014</cdr:y>
    </cdr:from>
    <cdr:to>
      <cdr:x>0.75668</cdr:x>
      <cdr:y>0.71064</cdr:y>
    </cdr:to>
    <cdr:cxnSp macro="">
      <cdr:nvCxnSpPr>
        <cdr:cNvPr id="19" name="Straight Arrow Connector 18"/>
        <cdr:cNvCxnSpPr/>
      </cdr:nvCxnSpPr>
      <cdr:spPr bwMode="auto">
        <a:xfrm xmlns:a="http://schemas.openxmlformats.org/drawingml/2006/main">
          <a:off x="2146300" y="403225"/>
          <a:ext cx="549275" cy="1187450"/>
        </a:xfrm>
        <a:prstGeom xmlns:a="http://schemas.openxmlformats.org/drawingml/2006/main" prst="straightConnector1">
          <a:avLst/>
        </a:prstGeom>
        <a:solidFill xmlns:a="http://schemas.openxmlformats.org/drawingml/2006/main">
          <a:srgbClr val="FFFFFF"/>
        </a:solidFill>
        <a:ln xmlns:a="http://schemas.openxmlformats.org/drawingml/2006/main" w="9525" cap="flat" cmpd="sng" algn="ctr">
          <a:solidFill>
            <a:srgbClr val="000000"/>
          </a:solidFill>
          <a:prstDash val="solid"/>
          <a:round/>
          <a:headEnd type="none" w="med" len="med"/>
          <a:tailEnd type="arrow"/>
        </a:ln>
        <a:effectLst xmlns:a="http://schemas.openxmlformats.org/drawingml/2006/main"/>
      </cdr:spPr>
    </cdr:cxnSp>
  </cdr:relSizeAnchor>
</c:userShapes>
</file>

<file path=ppt/drawings/drawing11.xml><?xml version="1.0" encoding="utf-8"?>
<c:userShapes xmlns:c="http://schemas.openxmlformats.org/drawingml/2006/chart">
  <cdr:relSizeAnchor xmlns:cdr="http://schemas.openxmlformats.org/drawingml/2006/chartDrawing">
    <cdr:from>
      <cdr:x>0.94408</cdr:x>
      <cdr:y>0.73739</cdr:y>
    </cdr:from>
    <cdr:to>
      <cdr:x>0.97864</cdr:x>
      <cdr:y>0.83049</cdr:y>
    </cdr:to>
    <cdr:sp macro="" textlink="">
      <cdr:nvSpPr>
        <cdr:cNvPr id="14338" name="Text 2"/>
        <cdr:cNvSpPr txBox="1">
          <a:spLocks xmlns:a="http://schemas.openxmlformats.org/drawingml/2006/main" noChangeArrowheads="1"/>
        </cdr:cNvSpPr>
      </cdr:nvSpPr>
      <cdr:spPr bwMode="auto">
        <a:xfrm xmlns:a="http://schemas.openxmlformats.org/drawingml/2006/main">
          <a:off x="3363145" y="1650556"/>
          <a:ext cx="123112" cy="208390"/>
        </a:xfrm>
        <a:prstGeom xmlns:a="http://schemas.openxmlformats.org/drawingml/2006/main" prst="rect">
          <a:avLst/>
        </a:prstGeom>
        <a:noFill xmlns:a="http://schemas.openxmlformats.org/drawingml/2006/main"/>
        <a:ln xmlns:a="http://schemas.openxmlformats.org/drawingml/2006/main" w="1">
          <a:noFill/>
          <a:miter lim="800000"/>
          <a:headEnd/>
          <a:tailEnd/>
        </a:ln>
      </cdr:spPr>
      <cdr:txBody>
        <a:bodyPr xmlns:a="http://schemas.openxmlformats.org/drawingml/2006/main" wrap="none" lIns="18288" tIns="22860" rIns="18288" bIns="22860" anchor="ctr" upright="1">
          <a:spAutoFit/>
        </a:bodyPr>
        <a:lstStyle xmlns:a="http://schemas.openxmlformats.org/drawingml/2006/main"/>
        <a:p xmlns:a="http://schemas.openxmlformats.org/drawingml/2006/main">
          <a:pPr algn="ctr" rtl="0">
            <a:defRPr sz="1000"/>
          </a:pPr>
          <a:r>
            <a:rPr lang="en-AU" sz="1100" b="1" i="0" u="none" strike="noStrike" baseline="0">
              <a:solidFill>
                <a:srgbClr val="000000"/>
              </a:solidFill>
              <a:latin typeface="Arial"/>
              <a:cs typeface="Arial"/>
            </a:rPr>
            <a:t>Z</a:t>
          </a:r>
        </a:p>
      </cdr:txBody>
    </cdr:sp>
  </cdr:relSizeAnchor>
  <cdr:relSizeAnchor xmlns:cdr="http://schemas.openxmlformats.org/drawingml/2006/chartDrawing">
    <cdr:from>
      <cdr:x>0.26738</cdr:x>
      <cdr:y>0.02128</cdr:y>
    </cdr:from>
    <cdr:to>
      <cdr:x>0.70321</cdr:x>
      <cdr:y>0.25957</cdr:y>
    </cdr:to>
    <cdr:sp macro="" textlink="">
      <cdr:nvSpPr>
        <cdr:cNvPr id="2" name="TextBox 1"/>
        <cdr:cNvSpPr txBox="1"/>
      </cdr:nvSpPr>
      <cdr:spPr>
        <a:xfrm xmlns:a="http://schemas.openxmlformats.org/drawingml/2006/main">
          <a:off x="952500" y="47626"/>
          <a:ext cx="1552575" cy="533400"/>
        </a:xfrm>
        <a:prstGeom xmlns:a="http://schemas.openxmlformats.org/drawingml/2006/main" prst="rect">
          <a:avLst/>
        </a:prstGeom>
        <a:ln xmlns:a="http://schemas.openxmlformats.org/drawingml/2006/main" w="12700">
          <a:solidFill>
            <a:schemeClr val="tx1"/>
          </a:solidFill>
        </a:ln>
      </cdr:spPr>
      <cdr:txBody>
        <a:bodyPr xmlns:a="http://schemas.openxmlformats.org/drawingml/2006/main" vertOverflow="clip" wrap="square" rtlCol="0"/>
        <a:lstStyle xmlns:a="http://schemas.openxmlformats.org/drawingml/2006/main"/>
        <a:p xmlns:a="http://schemas.openxmlformats.org/drawingml/2006/main">
          <a:pPr algn="ctr"/>
          <a:r>
            <a:rPr lang="en-US" sz="1100"/>
            <a:t>RR: z &lt; -2.58, z &gt; 2.58</a:t>
          </a:r>
        </a:p>
        <a:p xmlns:a="http://schemas.openxmlformats.org/drawingml/2006/main">
          <a:pPr algn="ctr"/>
          <a:r>
            <a:rPr lang="en-US" sz="1100"/>
            <a:t>area = </a:t>
          </a:r>
          <a:r>
            <a:rPr lang="en-US" sz="1100">
              <a:sym typeface="Mathematica1"/>
            </a:rPr>
            <a:t>=.005 + .005</a:t>
          </a:r>
          <a:endParaRPr lang="en-US" sz="1100"/>
        </a:p>
      </cdr:txBody>
    </cdr:sp>
  </cdr:relSizeAnchor>
  <cdr:relSizeAnchor xmlns:cdr="http://schemas.openxmlformats.org/drawingml/2006/chartDrawing">
    <cdr:from>
      <cdr:x>0.23529</cdr:x>
      <cdr:y>0.18723</cdr:y>
    </cdr:from>
    <cdr:to>
      <cdr:x>0.50802</cdr:x>
      <cdr:y>0.73191</cdr:y>
    </cdr:to>
    <cdr:cxnSp macro="">
      <cdr:nvCxnSpPr>
        <cdr:cNvPr id="4" name="Straight Arrow Connector 3"/>
        <cdr:cNvCxnSpPr/>
      </cdr:nvCxnSpPr>
      <cdr:spPr bwMode="auto">
        <a:xfrm xmlns:a="http://schemas.openxmlformats.org/drawingml/2006/main" flipH="1">
          <a:off x="838200" y="419100"/>
          <a:ext cx="971550" cy="1219200"/>
        </a:xfrm>
        <a:prstGeom xmlns:a="http://schemas.openxmlformats.org/drawingml/2006/main" prst="straightConnector1">
          <a:avLst/>
        </a:prstGeom>
        <a:solidFill xmlns:a="http://schemas.openxmlformats.org/drawingml/2006/main">
          <a:srgbClr val="FFFFFF"/>
        </a:solidFill>
        <a:ln xmlns:a="http://schemas.openxmlformats.org/drawingml/2006/main" w="9525" cap="flat" cmpd="sng" algn="ctr">
          <a:solidFill>
            <a:srgbClr val="000000"/>
          </a:solidFill>
          <a:prstDash val="solid"/>
          <a:round/>
          <a:headEnd type="none" w="med" len="med"/>
          <a:tailEnd type="arrow"/>
        </a:ln>
        <a:effectLst xmlns:a="http://schemas.openxmlformats.org/drawingml/2006/main"/>
      </cdr:spPr>
    </cdr:cxnSp>
  </cdr:relSizeAnchor>
  <cdr:relSizeAnchor xmlns:cdr="http://schemas.openxmlformats.org/drawingml/2006/chartDrawing">
    <cdr:from>
      <cdr:x>0.6025</cdr:x>
      <cdr:y>0.18014</cdr:y>
    </cdr:from>
    <cdr:to>
      <cdr:x>0.80481</cdr:x>
      <cdr:y>0.74043</cdr:y>
    </cdr:to>
    <cdr:cxnSp macro="">
      <cdr:nvCxnSpPr>
        <cdr:cNvPr id="19" name="Straight Arrow Connector 18"/>
        <cdr:cNvCxnSpPr/>
      </cdr:nvCxnSpPr>
      <cdr:spPr bwMode="auto">
        <a:xfrm xmlns:a="http://schemas.openxmlformats.org/drawingml/2006/main">
          <a:off x="2146300" y="403225"/>
          <a:ext cx="720725" cy="1254125"/>
        </a:xfrm>
        <a:prstGeom xmlns:a="http://schemas.openxmlformats.org/drawingml/2006/main" prst="straightConnector1">
          <a:avLst/>
        </a:prstGeom>
        <a:solidFill xmlns:a="http://schemas.openxmlformats.org/drawingml/2006/main">
          <a:srgbClr val="FFFFFF"/>
        </a:solidFill>
        <a:ln xmlns:a="http://schemas.openxmlformats.org/drawingml/2006/main" w="9525" cap="flat" cmpd="sng" algn="ctr">
          <a:solidFill>
            <a:srgbClr val="000000"/>
          </a:solidFill>
          <a:prstDash val="solid"/>
          <a:round/>
          <a:headEnd type="none" w="med" len="med"/>
          <a:tailEnd type="arrow"/>
        </a:ln>
        <a:effectLst xmlns:a="http://schemas.openxmlformats.org/drawingml/2006/main"/>
      </cdr:spPr>
    </cdr:cxnSp>
  </cdr:relSizeAnchor>
</c:userShapes>
</file>

<file path=ppt/drawings/drawing12.xml><?xml version="1.0" encoding="utf-8"?>
<c:userShapes xmlns:c="http://schemas.openxmlformats.org/drawingml/2006/chart">
  <cdr:relSizeAnchor xmlns:cdr="http://schemas.openxmlformats.org/drawingml/2006/chartDrawing">
    <cdr:from>
      <cdr:x>0.94408</cdr:x>
      <cdr:y>0.73739</cdr:y>
    </cdr:from>
    <cdr:to>
      <cdr:x>0.97864</cdr:x>
      <cdr:y>0.83049</cdr:y>
    </cdr:to>
    <cdr:sp macro="" textlink="">
      <cdr:nvSpPr>
        <cdr:cNvPr id="14338" name="Text 2"/>
        <cdr:cNvSpPr txBox="1">
          <a:spLocks xmlns:a="http://schemas.openxmlformats.org/drawingml/2006/main" noChangeArrowheads="1"/>
        </cdr:cNvSpPr>
      </cdr:nvSpPr>
      <cdr:spPr bwMode="auto">
        <a:xfrm xmlns:a="http://schemas.openxmlformats.org/drawingml/2006/main">
          <a:off x="3363145" y="1650556"/>
          <a:ext cx="123112" cy="208390"/>
        </a:xfrm>
        <a:prstGeom xmlns:a="http://schemas.openxmlformats.org/drawingml/2006/main" prst="rect">
          <a:avLst/>
        </a:prstGeom>
        <a:noFill xmlns:a="http://schemas.openxmlformats.org/drawingml/2006/main"/>
        <a:ln xmlns:a="http://schemas.openxmlformats.org/drawingml/2006/main" w="1">
          <a:noFill/>
          <a:miter lim="800000"/>
          <a:headEnd/>
          <a:tailEnd/>
        </a:ln>
      </cdr:spPr>
      <cdr:txBody>
        <a:bodyPr xmlns:a="http://schemas.openxmlformats.org/drawingml/2006/main" wrap="none" lIns="18288" tIns="22860" rIns="18288" bIns="22860" anchor="ctr" upright="1">
          <a:spAutoFit/>
        </a:bodyPr>
        <a:lstStyle xmlns:a="http://schemas.openxmlformats.org/drawingml/2006/main"/>
        <a:p xmlns:a="http://schemas.openxmlformats.org/drawingml/2006/main">
          <a:pPr algn="ctr" rtl="0">
            <a:defRPr sz="1000"/>
          </a:pPr>
          <a:r>
            <a:rPr lang="en-AU" sz="1100" b="1" i="0" u="none" strike="noStrike" baseline="0">
              <a:solidFill>
                <a:srgbClr val="000000"/>
              </a:solidFill>
              <a:latin typeface="Arial"/>
              <a:cs typeface="Arial"/>
            </a:rPr>
            <a:t>Z</a:t>
          </a:r>
        </a:p>
      </cdr:txBody>
    </cdr:sp>
  </cdr:relSizeAnchor>
  <cdr:relSizeAnchor xmlns:cdr="http://schemas.openxmlformats.org/drawingml/2006/chartDrawing">
    <cdr:from>
      <cdr:x>0.26738</cdr:x>
      <cdr:y>0.02128</cdr:y>
    </cdr:from>
    <cdr:to>
      <cdr:x>0.70321</cdr:x>
      <cdr:y>0.25957</cdr:y>
    </cdr:to>
    <cdr:sp macro="" textlink="">
      <cdr:nvSpPr>
        <cdr:cNvPr id="2" name="TextBox 1"/>
        <cdr:cNvSpPr txBox="1"/>
      </cdr:nvSpPr>
      <cdr:spPr>
        <a:xfrm xmlns:a="http://schemas.openxmlformats.org/drawingml/2006/main">
          <a:off x="952500" y="47626"/>
          <a:ext cx="1552575" cy="533400"/>
        </a:xfrm>
        <a:prstGeom xmlns:a="http://schemas.openxmlformats.org/drawingml/2006/main" prst="rect">
          <a:avLst/>
        </a:prstGeom>
        <a:ln xmlns:a="http://schemas.openxmlformats.org/drawingml/2006/main" w="12700">
          <a:solidFill>
            <a:schemeClr val="tx1"/>
          </a:solidFill>
        </a:ln>
      </cdr:spPr>
      <cdr:txBody>
        <a:bodyPr xmlns:a="http://schemas.openxmlformats.org/drawingml/2006/main" vertOverflow="clip" wrap="square" rtlCol="0"/>
        <a:lstStyle xmlns:a="http://schemas.openxmlformats.org/drawingml/2006/main"/>
        <a:p xmlns:a="http://schemas.openxmlformats.org/drawingml/2006/main">
          <a:pPr algn="ctr"/>
          <a:r>
            <a:rPr lang="en-US" sz="1100"/>
            <a:t>RR: z &lt; -1.96, z &gt; 1.96</a:t>
          </a:r>
        </a:p>
        <a:p xmlns:a="http://schemas.openxmlformats.org/drawingml/2006/main">
          <a:pPr algn="ctr"/>
          <a:r>
            <a:rPr lang="en-US" sz="1100"/>
            <a:t>area = </a:t>
          </a:r>
          <a:r>
            <a:rPr lang="en-US" sz="1100">
              <a:sym typeface="Mathematica1"/>
            </a:rPr>
            <a:t>=.025 + .025</a:t>
          </a:r>
          <a:endParaRPr lang="en-US" sz="1100"/>
        </a:p>
      </cdr:txBody>
    </cdr:sp>
  </cdr:relSizeAnchor>
  <cdr:relSizeAnchor xmlns:cdr="http://schemas.openxmlformats.org/drawingml/2006/chartDrawing">
    <cdr:from>
      <cdr:x>0.31551</cdr:x>
      <cdr:y>0.18723</cdr:y>
    </cdr:from>
    <cdr:to>
      <cdr:x>0.50802</cdr:x>
      <cdr:y>0.67234</cdr:y>
    </cdr:to>
    <cdr:cxnSp macro="">
      <cdr:nvCxnSpPr>
        <cdr:cNvPr id="4" name="Straight Arrow Connector 3"/>
        <cdr:cNvCxnSpPr/>
      </cdr:nvCxnSpPr>
      <cdr:spPr bwMode="auto">
        <a:xfrm xmlns:a="http://schemas.openxmlformats.org/drawingml/2006/main" flipH="1">
          <a:off x="1123950" y="419100"/>
          <a:ext cx="685800" cy="1085850"/>
        </a:xfrm>
        <a:prstGeom xmlns:a="http://schemas.openxmlformats.org/drawingml/2006/main" prst="straightConnector1">
          <a:avLst/>
        </a:prstGeom>
        <a:solidFill xmlns:a="http://schemas.openxmlformats.org/drawingml/2006/main">
          <a:srgbClr val="FFFFFF"/>
        </a:solidFill>
        <a:ln xmlns:a="http://schemas.openxmlformats.org/drawingml/2006/main" w="9525" cap="flat" cmpd="sng" algn="ctr">
          <a:solidFill>
            <a:srgbClr val="000000"/>
          </a:solidFill>
          <a:prstDash val="solid"/>
          <a:round/>
          <a:headEnd type="none" w="med" len="med"/>
          <a:tailEnd type="arrow"/>
        </a:ln>
        <a:effectLst xmlns:a="http://schemas.openxmlformats.org/drawingml/2006/main"/>
      </cdr:spPr>
    </cdr:cxnSp>
  </cdr:relSizeAnchor>
  <cdr:relSizeAnchor xmlns:cdr="http://schemas.openxmlformats.org/drawingml/2006/chartDrawing">
    <cdr:from>
      <cdr:x>0.6025</cdr:x>
      <cdr:y>0.18014</cdr:y>
    </cdr:from>
    <cdr:to>
      <cdr:x>0.75668</cdr:x>
      <cdr:y>0.71064</cdr:y>
    </cdr:to>
    <cdr:cxnSp macro="">
      <cdr:nvCxnSpPr>
        <cdr:cNvPr id="19" name="Straight Arrow Connector 18"/>
        <cdr:cNvCxnSpPr/>
      </cdr:nvCxnSpPr>
      <cdr:spPr bwMode="auto">
        <a:xfrm xmlns:a="http://schemas.openxmlformats.org/drawingml/2006/main">
          <a:off x="2146300" y="403225"/>
          <a:ext cx="549275" cy="1187450"/>
        </a:xfrm>
        <a:prstGeom xmlns:a="http://schemas.openxmlformats.org/drawingml/2006/main" prst="straightConnector1">
          <a:avLst/>
        </a:prstGeom>
        <a:solidFill xmlns:a="http://schemas.openxmlformats.org/drawingml/2006/main">
          <a:srgbClr val="FFFFFF"/>
        </a:solidFill>
        <a:ln xmlns:a="http://schemas.openxmlformats.org/drawingml/2006/main" w="9525" cap="flat" cmpd="sng" algn="ctr">
          <a:solidFill>
            <a:srgbClr val="000000"/>
          </a:solidFill>
          <a:prstDash val="solid"/>
          <a:round/>
          <a:headEnd type="none" w="med" len="med"/>
          <a:tailEnd type="arrow"/>
        </a:ln>
        <a:effectLst xmlns:a="http://schemas.openxmlformats.org/drawingml/2006/main"/>
      </cdr:spPr>
    </cdr:cxn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3038475"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defTabSz="931863" eaLnBrk="1" hangingPunct="1">
              <a:defRPr sz="1200">
                <a:cs typeface="+mn-cs"/>
              </a:defRPr>
            </a:lvl1pPr>
          </a:lstStyle>
          <a:p>
            <a:pPr>
              <a:defRPr/>
            </a:pPr>
            <a:r>
              <a:rPr lang="en-US"/>
              <a:t>QTM1310/ Sharpe</a:t>
            </a:r>
          </a:p>
        </p:txBody>
      </p:sp>
      <p:sp>
        <p:nvSpPr>
          <p:cNvPr id="9219" name="Rectangle 3"/>
          <p:cNvSpPr>
            <a:spLocks noGrp="1" noChangeArrowheads="1"/>
          </p:cNvSpPr>
          <p:nvPr>
            <p:ph type="dt" sz="quarter" idx="1"/>
          </p:nvPr>
        </p:nvSpPr>
        <p:spPr bwMode="auto">
          <a:xfrm>
            <a:off x="3970338" y="0"/>
            <a:ext cx="3038475"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eaLnBrk="1" hangingPunct="1">
              <a:defRPr sz="1200">
                <a:cs typeface="+mn-cs"/>
              </a:defRPr>
            </a:lvl1pPr>
          </a:lstStyle>
          <a:p>
            <a:pPr>
              <a:defRPr/>
            </a:pPr>
            <a:endParaRPr lang="en-US"/>
          </a:p>
        </p:txBody>
      </p:sp>
      <p:sp>
        <p:nvSpPr>
          <p:cNvPr id="9220" name="Rectangle 4"/>
          <p:cNvSpPr>
            <a:spLocks noGrp="1" noChangeArrowheads="1"/>
          </p:cNvSpPr>
          <p:nvPr>
            <p:ph type="ftr" sz="quarter" idx="2"/>
          </p:nvPr>
        </p:nvSpPr>
        <p:spPr bwMode="auto">
          <a:xfrm>
            <a:off x="0" y="8829675"/>
            <a:ext cx="3038475" cy="4651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defTabSz="931863" eaLnBrk="1" hangingPunct="1">
              <a:defRPr sz="1200">
                <a:cs typeface="+mn-cs"/>
              </a:defRPr>
            </a:lvl1pPr>
          </a:lstStyle>
          <a:p>
            <a:pPr>
              <a:defRPr/>
            </a:pPr>
            <a:endParaRPr lang="en-US"/>
          </a:p>
        </p:txBody>
      </p:sp>
      <p:sp>
        <p:nvSpPr>
          <p:cNvPr id="9221" name="Rectangle 5"/>
          <p:cNvSpPr>
            <a:spLocks noGrp="1" noChangeArrowheads="1"/>
          </p:cNvSpPr>
          <p:nvPr>
            <p:ph type="sldNum" sz="quarter" idx="3"/>
          </p:nvPr>
        </p:nvSpPr>
        <p:spPr bwMode="auto">
          <a:xfrm>
            <a:off x="3970338" y="8829675"/>
            <a:ext cx="3038475" cy="4651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eaLnBrk="1" hangingPunct="1">
              <a:defRPr sz="1200">
                <a:cs typeface="+mn-cs"/>
              </a:defRPr>
            </a:lvl1pPr>
          </a:lstStyle>
          <a:p>
            <a:pPr>
              <a:defRPr/>
            </a:pPr>
            <a:fld id="{8F0FB173-A009-4621-A2FC-38A0C2BA7B6D}" type="slidenum">
              <a:rPr lang="en-US"/>
              <a:pPr>
                <a:defRPr/>
              </a:pPr>
              <a:t>‹#›</a:t>
            </a:fld>
            <a:endParaRPr lang="en-US"/>
          </a:p>
        </p:txBody>
      </p:sp>
    </p:spTree>
    <p:extLst>
      <p:ext uri="{BB962C8B-B14F-4D97-AF65-F5344CB8AC3E}">
        <p14:creationId xmlns:p14="http://schemas.microsoft.com/office/powerpoint/2010/main" val="32694333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3038475"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defTabSz="931863" eaLnBrk="1" hangingPunct="1">
              <a:defRPr sz="1200">
                <a:cs typeface="+mn-cs"/>
              </a:defRPr>
            </a:lvl1pPr>
          </a:lstStyle>
          <a:p>
            <a:pPr>
              <a:defRPr/>
            </a:pPr>
            <a:r>
              <a:rPr lang="en-US"/>
              <a:t>QTM1310/ Sharpe</a:t>
            </a:r>
          </a:p>
        </p:txBody>
      </p:sp>
      <p:sp>
        <p:nvSpPr>
          <p:cNvPr id="7171" name="Rectangle 3"/>
          <p:cNvSpPr>
            <a:spLocks noGrp="1" noChangeArrowheads="1"/>
          </p:cNvSpPr>
          <p:nvPr>
            <p:ph type="dt" idx="1"/>
          </p:nvPr>
        </p:nvSpPr>
        <p:spPr bwMode="auto">
          <a:xfrm>
            <a:off x="3970338" y="0"/>
            <a:ext cx="3038475"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eaLnBrk="1" hangingPunct="1">
              <a:defRPr sz="1200">
                <a:cs typeface="+mn-cs"/>
              </a:defRPr>
            </a:lvl1pPr>
          </a:lstStyle>
          <a:p>
            <a:pPr>
              <a:defRPr/>
            </a:pPr>
            <a:endParaRPr lang="en-US"/>
          </a:p>
        </p:txBody>
      </p:sp>
      <p:sp>
        <p:nvSpPr>
          <p:cNvPr id="38916" name="Rectangle 4"/>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3" name="Rectangle 5"/>
          <p:cNvSpPr>
            <a:spLocks noGrp="1" noChangeArrowheads="1"/>
          </p:cNvSpPr>
          <p:nvPr>
            <p:ph type="body" sz="quarter" idx="3"/>
          </p:nvPr>
        </p:nvSpPr>
        <p:spPr bwMode="auto">
          <a:xfrm>
            <a:off x="701675" y="4416425"/>
            <a:ext cx="5607050" cy="4183063"/>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7174" name="Rectangle 6"/>
          <p:cNvSpPr>
            <a:spLocks noGrp="1" noChangeArrowheads="1"/>
          </p:cNvSpPr>
          <p:nvPr>
            <p:ph type="ftr" sz="quarter" idx="4"/>
          </p:nvPr>
        </p:nvSpPr>
        <p:spPr bwMode="auto">
          <a:xfrm>
            <a:off x="0" y="8829675"/>
            <a:ext cx="3038475" cy="4651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defTabSz="931863" eaLnBrk="1" hangingPunct="1">
              <a:defRPr sz="1200">
                <a:cs typeface="+mn-cs"/>
              </a:defRPr>
            </a:lvl1pPr>
          </a:lstStyle>
          <a:p>
            <a:pPr>
              <a:defRPr/>
            </a:pPr>
            <a:endParaRPr lang="en-US"/>
          </a:p>
        </p:txBody>
      </p:sp>
      <p:sp>
        <p:nvSpPr>
          <p:cNvPr id="7175" name="Rectangle 7"/>
          <p:cNvSpPr>
            <a:spLocks noGrp="1" noChangeArrowheads="1"/>
          </p:cNvSpPr>
          <p:nvPr>
            <p:ph type="sldNum" sz="quarter" idx="5"/>
          </p:nvPr>
        </p:nvSpPr>
        <p:spPr bwMode="auto">
          <a:xfrm>
            <a:off x="3970338" y="8829675"/>
            <a:ext cx="3038475" cy="4651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eaLnBrk="1" hangingPunct="1">
              <a:defRPr sz="1200">
                <a:cs typeface="+mn-cs"/>
              </a:defRPr>
            </a:lvl1pPr>
          </a:lstStyle>
          <a:p>
            <a:pPr>
              <a:defRPr/>
            </a:pPr>
            <a:fld id="{2B40DE66-8930-4635-AD90-B86FED34BFFA}" type="slidenum">
              <a:rPr lang="en-US"/>
              <a:pPr>
                <a:defRPr/>
              </a:pPr>
              <a:t>‹#›</a:t>
            </a:fld>
            <a:endParaRPr lang="en-US"/>
          </a:p>
        </p:txBody>
      </p:sp>
    </p:spTree>
    <p:extLst>
      <p:ext uri="{BB962C8B-B14F-4D97-AF65-F5344CB8AC3E}">
        <p14:creationId xmlns:p14="http://schemas.microsoft.com/office/powerpoint/2010/main" val="4106565898"/>
      </p:ext>
    </p:extLst>
  </p:cSld>
  <p:clrMap bg1="lt1" tx1="dk1" bg2="lt2" tx2="dk2" accent1="accent1" accent2="accent2" accent3="accent3" accent4="accent4" accent5="accent5" accent6="accent6" hlink="hlink" folHlink="folHlink"/>
  <p:hf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Arial" charset="0"/>
                <a:cs typeface="Arial" charset="0"/>
              </a:defRPr>
            </a:lvl1pPr>
            <a:lvl2pPr marL="742950" indent="-285750" defTabSz="931863" eaLnBrk="0" hangingPunct="0">
              <a:defRPr sz="2400">
                <a:solidFill>
                  <a:schemeClr val="tx1"/>
                </a:solidFill>
                <a:latin typeface="Arial" charset="0"/>
                <a:cs typeface="Arial" charset="0"/>
              </a:defRPr>
            </a:lvl2pPr>
            <a:lvl3pPr marL="1143000" indent="-228600" defTabSz="931863" eaLnBrk="0" hangingPunct="0">
              <a:defRPr sz="2400">
                <a:solidFill>
                  <a:schemeClr val="tx1"/>
                </a:solidFill>
                <a:latin typeface="Arial" charset="0"/>
                <a:cs typeface="Arial" charset="0"/>
              </a:defRPr>
            </a:lvl3pPr>
            <a:lvl4pPr marL="1600200" indent="-228600" defTabSz="931863" eaLnBrk="0" hangingPunct="0">
              <a:defRPr sz="2400">
                <a:solidFill>
                  <a:schemeClr val="tx1"/>
                </a:solidFill>
                <a:latin typeface="Arial" charset="0"/>
                <a:cs typeface="Arial" charset="0"/>
              </a:defRPr>
            </a:lvl4pPr>
            <a:lvl5pPr marL="2057400" indent="-228600" defTabSz="931863" eaLnBrk="0" hangingPunct="0">
              <a:defRPr sz="2400">
                <a:solidFill>
                  <a:schemeClr val="tx1"/>
                </a:solidFill>
                <a:latin typeface="Arial" charset="0"/>
                <a:cs typeface="Arial" charset="0"/>
              </a:defRPr>
            </a:lvl5pPr>
            <a:lvl6pPr marL="2514600" indent="-228600" defTabSz="931863" eaLnBrk="0" fontAlgn="base" hangingPunct="0">
              <a:spcBef>
                <a:spcPct val="0"/>
              </a:spcBef>
              <a:spcAft>
                <a:spcPct val="0"/>
              </a:spcAft>
              <a:defRPr sz="2400">
                <a:solidFill>
                  <a:schemeClr val="tx1"/>
                </a:solidFill>
                <a:latin typeface="Arial" charset="0"/>
                <a:cs typeface="Arial" charset="0"/>
              </a:defRPr>
            </a:lvl6pPr>
            <a:lvl7pPr marL="2971800" indent="-228600" defTabSz="931863" eaLnBrk="0" fontAlgn="base" hangingPunct="0">
              <a:spcBef>
                <a:spcPct val="0"/>
              </a:spcBef>
              <a:spcAft>
                <a:spcPct val="0"/>
              </a:spcAft>
              <a:defRPr sz="2400">
                <a:solidFill>
                  <a:schemeClr val="tx1"/>
                </a:solidFill>
                <a:latin typeface="Arial" charset="0"/>
                <a:cs typeface="Arial" charset="0"/>
              </a:defRPr>
            </a:lvl7pPr>
            <a:lvl8pPr marL="3429000" indent="-228600" defTabSz="931863" eaLnBrk="0" fontAlgn="base" hangingPunct="0">
              <a:spcBef>
                <a:spcPct val="0"/>
              </a:spcBef>
              <a:spcAft>
                <a:spcPct val="0"/>
              </a:spcAft>
              <a:defRPr sz="2400">
                <a:solidFill>
                  <a:schemeClr val="tx1"/>
                </a:solidFill>
                <a:latin typeface="Arial" charset="0"/>
                <a:cs typeface="Arial" charset="0"/>
              </a:defRPr>
            </a:lvl8pPr>
            <a:lvl9pPr marL="3886200" indent="-228600" defTabSz="931863" eaLnBrk="0" fontAlgn="base" hangingPunct="0">
              <a:spcBef>
                <a:spcPct val="0"/>
              </a:spcBef>
              <a:spcAft>
                <a:spcPct val="0"/>
              </a:spcAft>
              <a:defRPr sz="2400">
                <a:solidFill>
                  <a:schemeClr val="tx1"/>
                </a:solidFill>
                <a:latin typeface="Arial" charset="0"/>
                <a:cs typeface="Arial" charset="0"/>
              </a:defRPr>
            </a:lvl9pPr>
          </a:lstStyle>
          <a:p>
            <a:pPr eaLnBrk="1" hangingPunct="1"/>
            <a:r>
              <a:rPr lang="en-US" sz="1200" smtClean="0"/>
              <a:t>QTM1310/ Sharpe</a:t>
            </a:r>
          </a:p>
        </p:txBody>
      </p:sp>
      <p:sp>
        <p:nvSpPr>
          <p:cNvPr id="3993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Arial" charset="0"/>
                <a:cs typeface="Arial" charset="0"/>
              </a:defRPr>
            </a:lvl1pPr>
            <a:lvl2pPr marL="742950" indent="-285750" defTabSz="931863" eaLnBrk="0" hangingPunct="0">
              <a:defRPr sz="2400">
                <a:solidFill>
                  <a:schemeClr val="tx1"/>
                </a:solidFill>
                <a:latin typeface="Arial" charset="0"/>
                <a:cs typeface="Arial" charset="0"/>
              </a:defRPr>
            </a:lvl2pPr>
            <a:lvl3pPr marL="1143000" indent="-228600" defTabSz="931863" eaLnBrk="0" hangingPunct="0">
              <a:defRPr sz="2400">
                <a:solidFill>
                  <a:schemeClr val="tx1"/>
                </a:solidFill>
                <a:latin typeface="Arial" charset="0"/>
                <a:cs typeface="Arial" charset="0"/>
              </a:defRPr>
            </a:lvl3pPr>
            <a:lvl4pPr marL="1600200" indent="-228600" defTabSz="931863" eaLnBrk="0" hangingPunct="0">
              <a:defRPr sz="2400">
                <a:solidFill>
                  <a:schemeClr val="tx1"/>
                </a:solidFill>
                <a:latin typeface="Arial" charset="0"/>
                <a:cs typeface="Arial" charset="0"/>
              </a:defRPr>
            </a:lvl4pPr>
            <a:lvl5pPr marL="2057400" indent="-228600" defTabSz="931863" eaLnBrk="0" hangingPunct="0">
              <a:defRPr sz="2400">
                <a:solidFill>
                  <a:schemeClr val="tx1"/>
                </a:solidFill>
                <a:latin typeface="Arial" charset="0"/>
                <a:cs typeface="Arial" charset="0"/>
              </a:defRPr>
            </a:lvl5pPr>
            <a:lvl6pPr marL="2514600" indent="-228600" defTabSz="931863" eaLnBrk="0" fontAlgn="base" hangingPunct="0">
              <a:spcBef>
                <a:spcPct val="0"/>
              </a:spcBef>
              <a:spcAft>
                <a:spcPct val="0"/>
              </a:spcAft>
              <a:defRPr sz="2400">
                <a:solidFill>
                  <a:schemeClr val="tx1"/>
                </a:solidFill>
                <a:latin typeface="Arial" charset="0"/>
                <a:cs typeface="Arial" charset="0"/>
              </a:defRPr>
            </a:lvl6pPr>
            <a:lvl7pPr marL="2971800" indent="-228600" defTabSz="931863" eaLnBrk="0" fontAlgn="base" hangingPunct="0">
              <a:spcBef>
                <a:spcPct val="0"/>
              </a:spcBef>
              <a:spcAft>
                <a:spcPct val="0"/>
              </a:spcAft>
              <a:defRPr sz="2400">
                <a:solidFill>
                  <a:schemeClr val="tx1"/>
                </a:solidFill>
                <a:latin typeface="Arial" charset="0"/>
                <a:cs typeface="Arial" charset="0"/>
              </a:defRPr>
            </a:lvl7pPr>
            <a:lvl8pPr marL="3429000" indent="-228600" defTabSz="931863" eaLnBrk="0" fontAlgn="base" hangingPunct="0">
              <a:spcBef>
                <a:spcPct val="0"/>
              </a:spcBef>
              <a:spcAft>
                <a:spcPct val="0"/>
              </a:spcAft>
              <a:defRPr sz="2400">
                <a:solidFill>
                  <a:schemeClr val="tx1"/>
                </a:solidFill>
                <a:latin typeface="Arial" charset="0"/>
                <a:cs typeface="Arial" charset="0"/>
              </a:defRPr>
            </a:lvl8pPr>
            <a:lvl9pPr marL="3886200" indent="-228600" defTabSz="931863" eaLnBrk="0" fontAlgn="base" hangingPunct="0">
              <a:spcBef>
                <a:spcPct val="0"/>
              </a:spcBef>
              <a:spcAft>
                <a:spcPct val="0"/>
              </a:spcAft>
              <a:defRPr sz="2400">
                <a:solidFill>
                  <a:schemeClr val="tx1"/>
                </a:solidFill>
                <a:latin typeface="Arial" charset="0"/>
                <a:cs typeface="Arial" charset="0"/>
              </a:defRPr>
            </a:lvl9pPr>
          </a:lstStyle>
          <a:p>
            <a:pPr eaLnBrk="1" hangingPunct="1"/>
            <a:fld id="{E7232A81-FDAD-4930-BC91-DCB95028BB97}" type="slidenum">
              <a:rPr lang="en-US" sz="1200" smtClean="0"/>
              <a:pPr eaLnBrk="1" hangingPunct="1"/>
              <a:t>1</a:t>
            </a:fld>
            <a:endParaRPr lang="en-US" sz="1200" smtClean="0"/>
          </a:p>
        </p:txBody>
      </p:sp>
      <p:sp>
        <p:nvSpPr>
          <p:cNvPr id="39940" name="Rectangle 2"/>
          <p:cNvSpPr>
            <a:spLocks noGrp="1" noRot="1" noChangeAspect="1" noChangeArrowheads="1" noTextEdit="1"/>
          </p:cNvSpPr>
          <p:nvPr>
            <p:ph type="sldImg"/>
          </p:nvPr>
        </p:nvSpPr>
        <p:spPr>
          <a:ln/>
        </p:spPr>
      </p:sp>
      <p:sp>
        <p:nvSpPr>
          <p:cNvPr id="399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Arial" charset="0"/>
                <a:cs typeface="Arial" charset="0"/>
              </a:defRPr>
            </a:lvl1pPr>
            <a:lvl2pPr marL="742950" indent="-285750" defTabSz="931863" eaLnBrk="0" hangingPunct="0">
              <a:defRPr sz="2400">
                <a:solidFill>
                  <a:schemeClr val="tx1"/>
                </a:solidFill>
                <a:latin typeface="Arial" charset="0"/>
                <a:cs typeface="Arial" charset="0"/>
              </a:defRPr>
            </a:lvl2pPr>
            <a:lvl3pPr marL="1143000" indent="-228600" defTabSz="931863" eaLnBrk="0" hangingPunct="0">
              <a:defRPr sz="2400">
                <a:solidFill>
                  <a:schemeClr val="tx1"/>
                </a:solidFill>
                <a:latin typeface="Arial" charset="0"/>
                <a:cs typeface="Arial" charset="0"/>
              </a:defRPr>
            </a:lvl3pPr>
            <a:lvl4pPr marL="1600200" indent="-228600" defTabSz="931863" eaLnBrk="0" hangingPunct="0">
              <a:defRPr sz="2400">
                <a:solidFill>
                  <a:schemeClr val="tx1"/>
                </a:solidFill>
                <a:latin typeface="Arial" charset="0"/>
                <a:cs typeface="Arial" charset="0"/>
              </a:defRPr>
            </a:lvl4pPr>
            <a:lvl5pPr marL="2057400" indent="-228600" defTabSz="931863" eaLnBrk="0" hangingPunct="0">
              <a:defRPr sz="2400">
                <a:solidFill>
                  <a:schemeClr val="tx1"/>
                </a:solidFill>
                <a:latin typeface="Arial" charset="0"/>
                <a:cs typeface="Arial" charset="0"/>
              </a:defRPr>
            </a:lvl5pPr>
            <a:lvl6pPr marL="2514600" indent="-228600" defTabSz="931863" eaLnBrk="0" fontAlgn="base" hangingPunct="0">
              <a:spcBef>
                <a:spcPct val="0"/>
              </a:spcBef>
              <a:spcAft>
                <a:spcPct val="0"/>
              </a:spcAft>
              <a:defRPr sz="2400">
                <a:solidFill>
                  <a:schemeClr val="tx1"/>
                </a:solidFill>
                <a:latin typeface="Arial" charset="0"/>
                <a:cs typeface="Arial" charset="0"/>
              </a:defRPr>
            </a:lvl6pPr>
            <a:lvl7pPr marL="2971800" indent="-228600" defTabSz="931863" eaLnBrk="0" fontAlgn="base" hangingPunct="0">
              <a:spcBef>
                <a:spcPct val="0"/>
              </a:spcBef>
              <a:spcAft>
                <a:spcPct val="0"/>
              </a:spcAft>
              <a:defRPr sz="2400">
                <a:solidFill>
                  <a:schemeClr val="tx1"/>
                </a:solidFill>
                <a:latin typeface="Arial" charset="0"/>
                <a:cs typeface="Arial" charset="0"/>
              </a:defRPr>
            </a:lvl7pPr>
            <a:lvl8pPr marL="3429000" indent="-228600" defTabSz="931863" eaLnBrk="0" fontAlgn="base" hangingPunct="0">
              <a:spcBef>
                <a:spcPct val="0"/>
              </a:spcBef>
              <a:spcAft>
                <a:spcPct val="0"/>
              </a:spcAft>
              <a:defRPr sz="2400">
                <a:solidFill>
                  <a:schemeClr val="tx1"/>
                </a:solidFill>
                <a:latin typeface="Arial" charset="0"/>
                <a:cs typeface="Arial" charset="0"/>
              </a:defRPr>
            </a:lvl8pPr>
            <a:lvl9pPr marL="3886200" indent="-228600" defTabSz="931863" eaLnBrk="0" fontAlgn="base" hangingPunct="0">
              <a:spcBef>
                <a:spcPct val="0"/>
              </a:spcBef>
              <a:spcAft>
                <a:spcPct val="0"/>
              </a:spcAft>
              <a:defRPr sz="2400">
                <a:solidFill>
                  <a:schemeClr val="tx1"/>
                </a:solidFill>
                <a:latin typeface="Arial" charset="0"/>
                <a:cs typeface="Arial" charset="0"/>
              </a:defRPr>
            </a:lvl9pPr>
          </a:lstStyle>
          <a:p>
            <a:pPr eaLnBrk="1" hangingPunct="1"/>
            <a:fld id="{1107F6AB-B69B-4413-9498-735B02C7CE5E}" type="slidenum">
              <a:rPr lang="en-CA" sz="1200" smtClean="0">
                <a:latin typeface="Tahoma" pitchFamily="34" charset="0"/>
              </a:rPr>
              <a:pPr eaLnBrk="1" hangingPunct="1"/>
              <a:t>2</a:t>
            </a:fld>
            <a:endParaRPr lang="en-CA" sz="1200" smtClean="0">
              <a:latin typeface="Tahoma" pitchFamily="34" charset="0"/>
            </a:endParaRPr>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Arial" charset="0"/>
                <a:cs typeface="Arial" charset="0"/>
              </a:defRPr>
            </a:lvl1pPr>
            <a:lvl2pPr marL="742950" indent="-285750" defTabSz="931863" eaLnBrk="0" hangingPunct="0">
              <a:defRPr sz="2400">
                <a:solidFill>
                  <a:schemeClr val="tx1"/>
                </a:solidFill>
                <a:latin typeface="Arial" charset="0"/>
                <a:cs typeface="Arial" charset="0"/>
              </a:defRPr>
            </a:lvl2pPr>
            <a:lvl3pPr marL="1143000" indent="-228600" defTabSz="931863" eaLnBrk="0" hangingPunct="0">
              <a:defRPr sz="2400">
                <a:solidFill>
                  <a:schemeClr val="tx1"/>
                </a:solidFill>
                <a:latin typeface="Arial" charset="0"/>
                <a:cs typeface="Arial" charset="0"/>
              </a:defRPr>
            </a:lvl3pPr>
            <a:lvl4pPr marL="1600200" indent="-228600" defTabSz="931863" eaLnBrk="0" hangingPunct="0">
              <a:defRPr sz="2400">
                <a:solidFill>
                  <a:schemeClr val="tx1"/>
                </a:solidFill>
                <a:latin typeface="Arial" charset="0"/>
                <a:cs typeface="Arial" charset="0"/>
              </a:defRPr>
            </a:lvl4pPr>
            <a:lvl5pPr marL="2057400" indent="-228600" defTabSz="931863" eaLnBrk="0" hangingPunct="0">
              <a:defRPr sz="2400">
                <a:solidFill>
                  <a:schemeClr val="tx1"/>
                </a:solidFill>
                <a:latin typeface="Arial" charset="0"/>
                <a:cs typeface="Arial" charset="0"/>
              </a:defRPr>
            </a:lvl5pPr>
            <a:lvl6pPr marL="2514600" indent="-228600" defTabSz="931863" eaLnBrk="0" fontAlgn="base" hangingPunct="0">
              <a:spcBef>
                <a:spcPct val="0"/>
              </a:spcBef>
              <a:spcAft>
                <a:spcPct val="0"/>
              </a:spcAft>
              <a:defRPr sz="2400">
                <a:solidFill>
                  <a:schemeClr val="tx1"/>
                </a:solidFill>
                <a:latin typeface="Arial" charset="0"/>
                <a:cs typeface="Arial" charset="0"/>
              </a:defRPr>
            </a:lvl6pPr>
            <a:lvl7pPr marL="2971800" indent="-228600" defTabSz="931863" eaLnBrk="0" fontAlgn="base" hangingPunct="0">
              <a:spcBef>
                <a:spcPct val="0"/>
              </a:spcBef>
              <a:spcAft>
                <a:spcPct val="0"/>
              </a:spcAft>
              <a:defRPr sz="2400">
                <a:solidFill>
                  <a:schemeClr val="tx1"/>
                </a:solidFill>
                <a:latin typeface="Arial" charset="0"/>
                <a:cs typeface="Arial" charset="0"/>
              </a:defRPr>
            </a:lvl7pPr>
            <a:lvl8pPr marL="3429000" indent="-228600" defTabSz="931863" eaLnBrk="0" fontAlgn="base" hangingPunct="0">
              <a:spcBef>
                <a:spcPct val="0"/>
              </a:spcBef>
              <a:spcAft>
                <a:spcPct val="0"/>
              </a:spcAft>
              <a:defRPr sz="2400">
                <a:solidFill>
                  <a:schemeClr val="tx1"/>
                </a:solidFill>
                <a:latin typeface="Arial" charset="0"/>
                <a:cs typeface="Arial" charset="0"/>
              </a:defRPr>
            </a:lvl8pPr>
            <a:lvl9pPr marL="3886200" indent="-228600" defTabSz="931863" eaLnBrk="0" fontAlgn="base" hangingPunct="0">
              <a:spcBef>
                <a:spcPct val="0"/>
              </a:spcBef>
              <a:spcAft>
                <a:spcPct val="0"/>
              </a:spcAft>
              <a:defRPr sz="2400">
                <a:solidFill>
                  <a:schemeClr val="tx1"/>
                </a:solidFill>
                <a:latin typeface="Arial" charset="0"/>
                <a:cs typeface="Arial" charset="0"/>
              </a:defRPr>
            </a:lvl9pPr>
          </a:lstStyle>
          <a:p>
            <a:pPr eaLnBrk="1" hangingPunct="1"/>
            <a:fld id="{F17789B0-3A72-4A04-B62E-D3D07BC6CB08}" type="slidenum">
              <a:rPr lang="en-CA" sz="1200" smtClean="0">
                <a:latin typeface="Tahoma" pitchFamily="34" charset="0"/>
              </a:rPr>
              <a:pPr eaLnBrk="1" hangingPunct="1"/>
              <a:t>3</a:t>
            </a:fld>
            <a:endParaRPr lang="en-CA" sz="1200" smtClean="0">
              <a:latin typeface="Tahoma" pitchFamily="34" charset="0"/>
            </a:endParaRPr>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Arial" charset="0"/>
                <a:cs typeface="Arial" charset="0"/>
              </a:defRPr>
            </a:lvl1pPr>
            <a:lvl2pPr marL="742950" indent="-285750" defTabSz="931863" eaLnBrk="0" hangingPunct="0">
              <a:defRPr sz="2400">
                <a:solidFill>
                  <a:schemeClr val="tx1"/>
                </a:solidFill>
                <a:latin typeface="Arial" charset="0"/>
                <a:cs typeface="Arial" charset="0"/>
              </a:defRPr>
            </a:lvl2pPr>
            <a:lvl3pPr marL="1143000" indent="-228600" defTabSz="931863" eaLnBrk="0" hangingPunct="0">
              <a:defRPr sz="2400">
                <a:solidFill>
                  <a:schemeClr val="tx1"/>
                </a:solidFill>
                <a:latin typeface="Arial" charset="0"/>
                <a:cs typeface="Arial" charset="0"/>
              </a:defRPr>
            </a:lvl3pPr>
            <a:lvl4pPr marL="1600200" indent="-228600" defTabSz="931863" eaLnBrk="0" hangingPunct="0">
              <a:defRPr sz="2400">
                <a:solidFill>
                  <a:schemeClr val="tx1"/>
                </a:solidFill>
                <a:latin typeface="Arial" charset="0"/>
                <a:cs typeface="Arial" charset="0"/>
              </a:defRPr>
            </a:lvl4pPr>
            <a:lvl5pPr marL="2057400" indent="-228600" defTabSz="931863" eaLnBrk="0" hangingPunct="0">
              <a:defRPr sz="2400">
                <a:solidFill>
                  <a:schemeClr val="tx1"/>
                </a:solidFill>
                <a:latin typeface="Arial" charset="0"/>
                <a:cs typeface="Arial" charset="0"/>
              </a:defRPr>
            </a:lvl5pPr>
            <a:lvl6pPr marL="2514600" indent="-228600" defTabSz="931863" eaLnBrk="0" fontAlgn="base" hangingPunct="0">
              <a:spcBef>
                <a:spcPct val="0"/>
              </a:spcBef>
              <a:spcAft>
                <a:spcPct val="0"/>
              </a:spcAft>
              <a:defRPr sz="2400">
                <a:solidFill>
                  <a:schemeClr val="tx1"/>
                </a:solidFill>
                <a:latin typeface="Arial" charset="0"/>
                <a:cs typeface="Arial" charset="0"/>
              </a:defRPr>
            </a:lvl6pPr>
            <a:lvl7pPr marL="2971800" indent="-228600" defTabSz="931863" eaLnBrk="0" fontAlgn="base" hangingPunct="0">
              <a:spcBef>
                <a:spcPct val="0"/>
              </a:spcBef>
              <a:spcAft>
                <a:spcPct val="0"/>
              </a:spcAft>
              <a:defRPr sz="2400">
                <a:solidFill>
                  <a:schemeClr val="tx1"/>
                </a:solidFill>
                <a:latin typeface="Arial" charset="0"/>
                <a:cs typeface="Arial" charset="0"/>
              </a:defRPr>
            </a:lvl7pPr>
            <a:lvl8pPr marL="3429000" indent="-228600" defTabSz="931863" eaLnBrk="0" fontAlgn="base" hangingPunct="0">
              <a:spcBef>
                <a:spcPct val="0"/>
              </a:spcBef>
              <a:spcAft>
                <a:spcPct val="0"/>
              </a:spcAft>
              <a:defRPr sz="2400">
                <a:solidFill>
                  <a:schemeClr val="tx1"/>
                </a:solidFill>
                <a:latin typeface="Arial" charset="0"/>
                <a:cs typeface="Arial" charset="0"/>
              </a:defRPr>
            </a:lvl8pPr>
            <a:lvl9pPr marL="3886200" indent="-228600" defTabSz="931863" eaLnBrk="0" fontAlgn="base" hangingPunct="0">
              <a:spcBef>
                <a:spcPct val="0"/>
              </a:spcBef>
              <a:spcAft>
                <a:spcPct val="0"/>
              </a:spcAft>
              <a:defRPr sz="2400">
                <a:solidFill>
                  <a:schemeClr val="tx1"/>
                </a:solidFill>
                <a:latin typeface="Arial" charset="0"/>
                <a:cs typeface="Arial" charset="0"/>
              </a:defRPr>
            </a:lvl9pPr>
          </a:lstStyle>
          <a:p>
            <a:pPr eaLnBrk="1" hangingPunct="1"/>
            <a:fld id="{E64DF74D-DF25-4701-A0AE-2B16232FBCFB}" type="slidenum">
              <a:rPr lang="en-CA" sz="1200" smtClean="0">
                <a:latin typeface="Tahoma" pitchFamily="34" charset="0"/>
              </a:rPr>
              <a:pPr eaLnBrk="1" hangingPunct="1"/>
              <a:t>4</a:t>
            </a:fld>
            <a:endParaRPr lang="en-CA" sz="1200" smtClean="0">
              <a:latin typeface="Tahoma" pitchFamily="34" charset="0"/>
            </a:endParaRPr>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txBox="1">
            <a:spLocks noGrp="1" noChangeArrowheads="1"/>
          </p:cNvSpPr>
          <p:nvPr/>
        </p:nvSpPr>
        <p:spPr bwMode="auto">
          <a:xfrm>
            <a:off x="0" y="0"/>
            <a:ext cx="30384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defTabSz="931863" eaLnBrk="0" hangingPunct="0">
              <a:defRPr sz="2400">
                <a:solidFill>
                  <a:schemeClr val="tx1"/>
                </a:solidFill>
                <a:latin typeface="Arial" charset="0"/>
                <a:cs typeface="Arial" charset="0"/>
              </a:defRPr>
            </a:lvl1pPr>
            <a:lvl2pPr marL="742950" indent="-285750" defTabSz="931863" eaLnBrk="0" hangingPunct="0">
              <a:defRPr sz="2400">
                <a:solidFill>
                  <a:schemeClr val="tx1"/>
                </a:solidFill>
                <a:latin typeface="Arial" charset="0"/>
                <a:cs typeface="Arial" charset="0"/>
              </a:defRPr>
            </a:lvl2pPr>
            <a:lvl3pPr marL="1143000" indent="-228600" defTabSz="931863" eaLnBrk="0" hangingPunct="0">
              <a:defRPr sz="2400">
                <a:solidFill>
                  <a:schemeClr val="tx1"/>
                </a:solidFill>
                <a:latin typeface="Arial" charset="0"/>
                <a:cs typeface="Arial" charset="0"/>
              </a:defRPr>
            </a:lvl3pPr>
            <a:lvl4pPr marL="1600200" indent="-228600" defTabSz="931863" eaLnBrk="0" hangingPunct="0">
              <a:defRPr sz="2400">
                <a:solidFill>
                  <a:schemeClr val="tx1"/>
                </a:solidFill>
                <a:latin typeface="Arial" charset="0"/>
                <a:cs typeface="Arial" charset="0"/>
              </a:defRPr>
            </a:lvl4pPr>
            <a:lvl5pPr marL="2057400" indent="-228600" defTabSz="931863" eaLnBrk="0" hangingPunct="0">
              <a:defRPr sz="2400">
                <a:solidFill>
                  <a:schemeClr val="tx1"/>
                </a:solidFill>
                <a:latin typeface="Arial" charset="0"/>
                <a:cs typeface="Arial" charset="0"/>
              </a:defRPr>
            </a:lvl5pPr>
            <a:lvl6pPr marL="2514600" indent="-228600" defTabSz="931863" eaLnBrk="0" fontAlgn="base" hangingPunct="0">
              <a:spcBef>
                <a:spcPct val="0"/>
              </a:spcBef>
              <a:spcAft>
                <a:spcPct val="0"/>
              </a:spcAft>
              <a:defRPr sz="2400">
                <a:solidFill>
                  <a:schemeClr val="tx1"/>
                </a:solidFill>
                <a:latin typeface="Arial" charset="0"/>
                <a:cs typeface="Arial" charset="0"/>
              </a:defRPr>
            </a:lvl6pPr>
            <a:lvl7pPr marL="2971800" indent="-228600" defTabSz="931863" eaLnBrk="0" fontAlgn="base" hangingPunct="0">
              <a:spcBef>
                <a:spcPct val="0"/>
              </a:spcBef>
              <a:spcAft>
                <a:spcPct val="0"/>
              </a:spcAft>
              <a:defRPr sz="2400">
                <a:solidFill>
                  <a:schemeClr val="tx1"/>
                </a:solidFill>
                <a:latin typeface="Arial" charset="0"/>
                <a:cs typeface="Arial" charset="0"/>
              </a:defRPr>
            </a:lvl7pPr>
            <a:lvl8pPr marL="3429000" indent="-228600" defTabSz="931863" eaLnBrk="0" fontAlgn="base" hangingPunct="0">
              <a:spcBef>
                <a:spcPct val="0"/>
              </a:spcBef>
              <a:spcAft>
                <a:spcPct val="0"/>
              </a:spcAft>
              <a:defRPr sz="2400">
                <a:solidFill>
                  <a:schemeClr val="tx1"/>
                </a:solidFill>
                <a:latin typeface="Arial" charset="0"/>
                <a:cs typeface="Arial" charset="0"/>
              </a:defRPr>
            </a:lvl8pPr>
            <a:lvl9pPr marL="3886200" indent="-228600" defTabSz="931863" eaLnBrk="0" fontAlgn="base" hangingPunct="0">
              <a:spcBef>
                <a:spcPct val="0"/>
              </a:spcBef>
              <a:spcAft>
                <a:spcPct val="0"/>
              </a:spcAft>
              <a:defRPr sz="2400">
                <a:solidFill>
                  <a:schemeClr val="tx1"/>
                </a:solidFill>
                <a:latin typeface="Arial" charset="0"/>
                <a:cs typeface="Arial" charset="0"/>
              </a:defRPr>
            </a:lvl9pPr>
          </a:lstStyle>
          <a:p>
            <a:pPr eaLnBrk="1" hangingPunct="1"/>
            <a:r>
              <a:rPr lang="en-US" sz="1200"/>
              <a:t>QTM1310/ Sharpe</a:t>
            </a:r>
          </a:p>
        </p:txBody>
      </p:sp>
      <p:sp>
        <p:nvSpPr>
          <p:cNvPr id="40963" name="Rectangle 7"/>
          <p:cNvSpPr txBox="1">
            <a:spLocks noGrp="1" noChangeArrowheads="1"/>
          </p:cNvSpPr>
          <p:nvPr/>
        </p:nvSpPr>
        <p:spPr bwMode="auto">
          <a:xfrm>
            <a:off x="3970338" y="8829675"/>
            <a:ext cx="30384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nchor="b"/>
          <a:lstStyle>
            <a:lvl1pPr defTabSz="931863" eaLnBrk="0" hangingPunct="0">
              <a:defRPr sz="2400">
                <a:solidFill>
                  <a:schemeClr val="tx1"/>
                </a:solidFill>
                <a:latin typeface="Arial" charset="0"/>
                <a:cs typeface="Arial" charset="0"/>
              </a:defRPr>
            </a:lvl1pPr>
            <a:lvl2pPr marL="742950" indent="-285750" defTabSz="931863" eaLnBrk="0" hangingPunct="0">
              <a:defRPr sz="2400">
                <a:solidFill>
                  <a:schemeClr val="tx1"/>
                </a:solidFill>
                <a:latin typeface="Arial" charset="0"/>
                <a:cs typeface="Arial" charset="0"/>
              </a:defRPr>
            </a:lvl2pPr>
            <a:lvl3pPr marL="1143000" indent="-228600" defTabSz="931863" eaLnBrk="0" hangingPunct="0">
              <a:defRPr sz="2400">
                <a:solidFill>
                  <a:schemeClr val="tx1"/>
                </a:solidFill>
                <a:latin typeface="Arial" charset="0"/>
                <a:cs typeface="Arial" charset="0"/>
              </a:defRPr>
            </a:lvl3pPr>
            <a:lvl4pPr marL="1600200" indent="-228600" defTabSz="931863" eaLnBrk="0" hangingPunct="0">
              <a:defRPr sz="2400">
                <a:solidFill>
                  <a:schemeClr val="tx1"/>
                </a:solidFill>
                <a:latin typeface="Arial" charset="0"/>
                <a:cs typeface="Arial" charset="0"/>
              </a:defRPr>
            </a:lvl4pPr>
            <a:lvl5pPr marL="2057400" indent="-228600" defTabSz="931863" eaLnBrk="0" hangingPunct="0">
              <a:defRPr sz="2400">
                <a:solidFill>
                  <a:schemeClr val="tx1"/>
                </a:solidFill>
                <a:latin typeface="Arial" charset="0"/>
                <a:cs typeface="Arial" charset="0"/>
              </a:defRPr>
            </a:lvl5pPr>
            <a:lvl6pPr marL="2514600" indent="-228600" defTabSz="931863" eaLnBrk="0" fontAlgn="base" hangingPunct="0">
              <a:spcBef>
                <a:spcPct val="0"/>
              </a:spcBef>
              <a:spcAft>
                <a:spcPct val="0"/>
              </a:spcAft>
              <a:defRPr sz="2400">
                <a:solidFill>
                  <a:schemeClr val="tx1"/>
                </a:solidFill>
                <a:latin typeface="Arial" charset="0"/>
                <a:cs typeface="Arial" charset="0"/>
              </a:defRPr>
            </a:lvl6pPr>
            <a:lvl7pPr marL="2971800" indent="-228600" defTabSz="931863" eaLnBrk="0" fontAlgn="base" hangingPunct="0">
              <a:spcBef>
                <a:spcPct val="0"/>
              </a:spcBef>
              <a:spcAft>
                <a:spcPct val="0"/>
              </a:spcAft>
              <a:defRPr sz="2400">
                <a:solidFill>
                  <a:schemeClr val="tx1"/>
                </a:solidFill>
                <a:latin typeface="Arial" charset="0"/>
                <a:cs typeface="Arial" charset="0"/>
              </a:defRPr>
            </a:lvl7pPr>
            <a:lvl8pPr marL="3429000" indent="-228600" defTabSz="931863" eaLnBrk="0" fontAlgn="base" hangingPunct="0">
              <a:spcBef>
                <a:spcPct val="0"/>
              </a:spcBef>
              <a:spcAft>
                <a:spcPct val="0"/>
              </a:spcAft>
              <a:defRPr sz="2400">
                <a:solidFill>
                  <a:schemeClr val="tx1"/>
                </a:solidFill>
                <a:latin typeface="Arial" charset="0"/>
                <a:cs typeface="Arial" charset="0"/>
              </a:defRPr>
            </a:lvl8pPr>
            <a:lvl9pPr marL="3886200" indent="-228600" defTabSz="931863" eaLnBrk="0" fontAlgn="base" hangingPunct="0">
              <a:spcBef>
                <a:spcPct val="0"/>
              </a:spcBef>
              <a:spcAft>
                <a:spcPct val="0"/>
              </a:spcAft>
              <a:defRPr sz="2400">
                <a:solidFill>
                  <a:schemeClr val="tx1"/>
                </a:solidFill>
                <a:latin typeface="Arial" charset="0"/>
                <a:cs typeface="Arial" charset="0"/>
              </a:defRPr>
            </a:lvl9pPr>
          </a:lstStyle>
          <a:p>
            <a:pPr algn="r" eaLnBrk="1" hangingPunct="1"/>
            <a:fld id="{3B35717E-D02C-4B4F-88CE-B0C04B8B7DC3}" type="slidenum">
              <a:rPr lang="en-US" sz="1200"/>
              <a:pPr algn="r" eaLnBrk="1" hangingPunct="1"/>
              <a:t>5</a:t>
            </a:fld>
            <a:endParaRPr lang="en-US" sz="1200"/>
          </a:p>
        </p:txBody>
      </p:sp>
      <p:sp>
        <p:nvSpPr>
          <p:cNvPr id="40964" name="Rectangle 2"/>
          <p:cNvSpPr>
            <a:spLocks noGrp="1" noRot="1" noChangeAspect="1" noChangeArrowheads="1" noTextEdit="1"/>
          </p:cNvSpPr>
          <p:nvPr>
            <p:ph type="sldImg"/>
          </p:nvPr>
        </p:nvSpPr>
        <p:spPr>
          <a:ln/>
        </p:spPr>
      </p:sp>
      <p:sp>
        <p:nvSpPr>
          <p:cNvPr id="409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txBox="1">
            <a:spLocks noGrp="1" noChangeArrowheads="1"/>
          </p:cNvSpPr>
          <p:nvPr/>
        </p:nvSpPr>
        <p:spPr bwMode="auto">
          <a:xfrm>
            <a:off x="0" y="0"/>
            <a:ext cx="30384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defTabSz="931863" eaLnBrk="0" hangingPunct="0">
              <a:defRPr sz="2400">
                <a:solidFill>
                  <a:schemeClr val="tx1"/>
                </a:solidFill>
                <a:latin typeface="Arial" charset="0"/>
                <a:cs typeface="Arial" charset="0"/>
              </a:defRPr>
            </a:lvl1pPr>
            <a:lvl2pPr marL="742950" indent="-285750" defTabSz="931863" eaLnBrk="0" hangingPunct="0">
              <a:defRPr sz="2400">
                <a:solidFill>
                  <a:schemeClr val="tx1"/>
                </a:solidFill>
                <a:latin typeface="Arial" charset="0"/>
                <a:cs typeface="Arial" charset="0"/>
              </a:defRPr>
            </a:lvl2pPr>
            <a:lvl3pPr marL="1143000" indent="-228600" defTabSz="931863" eaLnBrk="0" hangingPunct="0">
              <a:defRPr sz="2400">
                <a:solidFill>
                  <a:schemeClr val="tx1"/>
                </a:solidFill>
                <a:latin typeface="Arial" charset="0"/>
                <a:cs typeface="Arial" charset="0"/>
              </a:defRPr>
            </a:lvl3pPr>
            <a:lvl4pPr marL="1600200" indent="-228600" defTabSz="931863" eaLnBrk="0" hangingPunct="0">
              <a:defRPr sz="2400">
                <a:solidFill>
                  <a:schemeClr val="tx1"/>
                </a:solidFill>
                <a:latin typeface="Arial" charset="0"/>
                <a:cs typeface="Arial" charset="0"/>
              </a:defRPr>
            </a:lvl4pPr>
            <a:lvl5pPr marL="2057400" indent="-228600" defTabSz="931863" eaLnBrk="0" hangingPunct="0">
              <a:defRPr sz="2400">
                <a:solidFill>
                  <a:schemeClr val="tx1"/>
                </a:solidFill>
                <a:latin typeface="Arial" charset="0"/>
                <a:cs typeface="Arial" charset="0"/>
              </a:defRPr>
            </a:lvl5pPr>
            <a:lvl6pPr marL="2514600" indent="-228600" defTabSz="931863" eaLnBrk="0" fontAlgn="base" hangingPunct="0">
              <a:spcBef>
                <a:spcPct val="0"/>
              </a:spcBef>
              <a:spcAft>
                <a:spcPct val="0"/>
              </a:spcAft>
              <a:defRPr sz="2400">
                <a:solidFill>
                  <a:schemeClr val="tx1"/>
                </a:solidFill>
                <a:latin typeface="Arial" charset="0"/>
                <a:cs typeface="Arial" charset="0"/>
              </a:defRPr>
            </a:lvl6pPr>
            <a:lvl7pPr marL="2971800" indent="-228600" defTabSz="931863" eaLnBrk="0" fontAlgn="base" hangingPunct="0">
              <a:spcBef>
                <a:spcPct val="0"/>
              </a:spcBef>
              <a:spcAft>
                <a:spcPct val="0"/>
              </a:spcAft>
              <a:defRPr sz="2400">
                <a:solidFill>
                  <a:schemeClr val="tx1"/>
                </a:solidFill>
                <a:latin typeface="Arial" charset="0"/>
                <a:cs typeface="Arial" charset="0"/>
              </a:defRPr>
            </a:lvl7pPr>
            <a:lvl8pPr marL="3429000" indent="-228600" defTabSz="931863" eaLnBrk="0" fontAlgn="base" hangingPunct="0">
              <a:spcBef>
                <a:spcPct val="0"/>
              </a:spcBef>
              <a:spcAft>
                <a:spcPct val="0"/>
              </a:spcAft>
              <a:defRPr sz="2400">
                <a:solidFill>
                  <a:schemeClr val="tx1"/>
                </a:solidFill>
                <a:latin typeface="Arial" charset="0"/>
                <a:cs typeface="Arial" charset="0"/>
              </a:defRPr>
            </a:lvl8pPr>
            <a:lvl9pPr marL="3886200" indent="-228600" defTabSz="931863" eaLnBrk="0" fontAlgn="base" hangingPunct="0">
              <a:spcBef>
                <a:spcPct val="0"/>
              </a:spcBef>
              <a:spcAft>
                <a:spcPct val="0"/>
              </a:spcAft>
              <a:defRPr sz="2400">
                <a:solidFill>
                  <a:schemeClr val="tx1"/>
                </a:solidFill>
                <a:latin typeface="Arial" charset="0"/>
                <a:cs typeface="Arial" charset="0"/>
              </a:defRPr>
            </a:lvl9pPr>
          </a:lstStyle>
          <a:p>
            <a:pPr eaLnBrk="1" hangingPunct="1"/>
            <a:r>
              <a:rPr lang="en-US" sz="1200"/>
              <a:t>QTM1310/ Sharpe</a:t>
            </a:r>
          </a:p>
        </p:txBody>
      </p:sp>
      <p:sp>
        <p:nvSpPr>
          <p:cNvPr id="40963" name="Rectangle 7"/>
          <p:cNvSpPr txBox="1">
            <a:spLocks noGrp="1" noChangeArrowheads="1"/>
          </p:cNvSpPr>
          <p:nvPr/>
        </p:nvSpPr>
        <p:spPr bwMode="auto">
          <a:xfrm>
            <a:off x="3970338" y="8829675"/>
            <a:ext cx="30384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nchor="b"/>
          <a:lstStyle>
            <a:lvl1pPr defTabSz="931863" eaLnBrk="0" hangingPunct="0">
              <a:defRPr sz="2400">
                <a:solidFill>
                  <a:schemeClr val="tx1"/>
                </a:solidFill>
                <a:latin typeface="Arial" charset="0"/>
                <a:cs typeface="Arial" charset="0"/>
              </a:defRPr>
            </a:lvl1pPr>
            <a:lvl2pPr marL="742950" indent="-285750" defTabSz="931863" eaLnBrk="0" hangingPunct="0">
              <a:defRPr sz="2400">
                <a:solidFill>
                  <a:schemeClr val="tx1"/>
                </a:solidFill>
                <a:latin typeface="Arial" charset="0"/>
                <a:cs typeface="Arial" charset="0"/>
              </a:defRPr>
            </a:lvl2pPr>
            <a:lvl3pPr marL="1143000" indent="-228600" defTabSz="931863" eaLnBrk="0" hangingPunct="0">
              <a:defRPr sz="2400">
                <a:solidFill>
                  <a:schemeClr val="tx1"/>
                </a:solidFill>
                <a:latin typeface="Arial" charset="0"/>
                <a:cs typeface="Arial" charset="0"/>
              </a:defRPr>
            </a:lvl3pPr>
            <a:lvl4pPr marL="1600200" indent="-228600" defTabSz="931863" eaLnBrk="0" hangingPunct="0">
              <a:defRPr sz="2400">
                <a:solidFill>
                  <a:schemeClr val="tx1"/>
                </a:solidFill>
                <a:latin typeface="Arial" charset="0"/>
                <a:cs typeface="Arial" charset="0"/>
              </a:defRPr>
            </a:lvl4pPr>
            <a:lvl5pPr marL="2057400" indent="-228600" defTabSz="931863" eaLnBrk="0" hangingPunct="0">
              <a:defRPr sz="2400">
                <a:solidFill>
                  <a:schemeClr val="tx1"/>
                </a:solidFill>
                <a:latin typeface="Arial" charset="0"/>
                <a:cs typeface="Arial" charset="0"/>
              </a:defRPr>
            </a:lvl5pPr>
            <a:lvl6pPr marL="2514600" indent="-228600" defTabSz="931863" eaLnBrk="0" fontAlgn="base" hangingPunct="0">
              <a:spcBef>
                <a:spcPct val="0"/>
              </a:spcBef>
              <a:spcAft>
                <a:spcPct val="0"/>
              </a:spcAft>
              <a:defRPr sz="2400">
                <a:solidFill>
                  <a:schemeClr val="tx1"/>
                </a:solidFill>
                <a:latin typeface="Arial" charset="0"/>
                <a:cs typeface="Arial" charset="0"/>
              </a:defRPr>
            </a:lvl6pPr>
            <a:lvl7pPr marL="2971800" indent="-228600" defTabSz="931863" eaLnBrk="0" fontAlgn="base" hangingPunct="0">
              <a:spcBef>
                <a:spcPct val="0"/>
              </a:spcBef>
              <a:spcAft>
                <a:spcPct val="0"/>
              </a:spcAft>
              <a:defRPr sz="2400">
                <a:solidFill>
                  <a:schemeClr val="tx1"/>
                </a:solidFill>
                <a:latin typeface="Arial" charset="0"/>
                <a:cs typeface="Arial" charset="0"/>
              </a:defRPr>
            </a:lvl7pPr>
            <a:lvl8pPr marL="3429000" indent="-228600" defTabSz="931863" eaLnBrk="0" fontAlgn="base" hangingPunct="0">
              <a:spcBef>
                <a:spcPct val="0"/>
              </a:spcBef>
              <a:spcAft>
                <a:spcPct val="0"/>
              </a:spcAft>
              <a:defRPr sz="2400">
                <a:solidFill>
                  <a:schemeClr val="tx1"/>
                </a:solidFill>
                <a:latin typeface="Arial" charset="0"/>
                <a:cs typeface="Arial" charset="0"/>
              </a:defRPr>
            </a:lvl8pPr>
            <a:lvl9pPr marL="3886200" indent="-228600" defTabSz="931863" eaLnBrk="0" fontAlgn="base" hangingPunct="0">
              <a:spcBef>
                <a:spcPct val="0"/>
              </a:spcBef>
              <a:spcAft>
                <a:spcPct val="0"/>
              </a:spcAft>
              <a:defRPr sz="2400">
                <a:solidFill>
                  <a:schemeClr val="tx1"/>
                </a:solidFill>
                <a:latin typeface="Arial" charset="0"/>
                <a:cs typeface="Arial" charset="0"/>
              </a:defRPr>
            </a:lvl9pPr>
          </a:lstStyle>
          <a:p>
            <a:pPr algn="r" eaLnBrk="1" hangingPunct="1"/>
            <a:fld id="{3B35717E-D02C-4B4F-88CE-B0C04B8B7DC3}" type="slidenum">
              <a:rPr lang="en-US" sz="1200"/>
              <a:pPr algn="r" eaLnBrk="1" hangingPunct="1"/>
              <a:t>8</a:t>
            </a:fld>
            <a:endParaRPr lang="en-US" sz="1200"/>
          </a:p>
        </p:txBody>
      </p:sp>
      <p:sp>
        <p:nvSpPr>
          <p:cNvPr id="40964" name="Rectangle 2"/>
          <p:cNvSpPr>
            <a:spLocks noGrp="1" noRot="1" noChangeAspect="1" noChangeArrowheads="1" noTextEdit="1"/>
          </p:cNvSpPr>
          <p:nvPr>
            <p:ph type="sldImg"/>
          </p:nvPr>
        </p:nvSpPr>
        <p:spPr>
          <a:ln/>
        </p:spPr>
      </p:sp>
      <p:sp>
        <p:nvSpPr>
          <p:cNvPr id="409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txBox="1">
            <a:spLocks noGrp="1" noChangeArrowheads="1"/>
          </p:cNvSpPr>
          <p:nvPr/>
        </p:nvSpPr>
        <p:spPr bwMode="auto">
          <a:xfrm>
            <a:off x="0" y="0"/>
            <a:ext cx="30384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defTabSz="931863" eaLnBrk="0" hangingPunct="0">
              <a:defRPr sz="2400">
                <a:solidFill>
                  <a:schemeClr val="tx1"/>
                </a:solidFill>
                <a:latin typeface="Arial" charset="0"/>
                <a:cs typeface="Arial" charset="0"/>
              </a:defRPr>
            </a:lvl1pPr>
            <a:lvl2pPr marL="742950" indent="-285750" defTabSz="931863" eaLnBrk="0" hangingPunct="0">
              <a:defRPr sz="2400">
                <a:solidFill>
                  <a:schemeClr val="tx1"/>
                </a:solidFill>
                <a:latin typeface="Arial" charset="0"/>
                <a:cs typeface="Arial" charset="0"/>
              </a:defRPr>
            </a:lvl2pPr>
            <a:lvl3pPr marL="1143000" indent="-228600" defTabSz="931863" eaLnBrk="0" hangingPunct="0">
              <a:defRPr sz="2400">
                <a:solidFill>
                  <a:schemeClr val="tx1"/>
                </a:solidFill>
                <a:latin typeface="Arial" charset="0"/>
                <a:cs typeface="Arial" charset="0"/>
              </a:defRPr>
            </a:lvl3pPr>
            <a:lvl4pPr marL="1600200" indent="-228600" defTabSz="931863" eaLnBrk="0" hangingPunct="0">
              <a:defRPr sz="2400">
                <a:solidFill>
                  <a:schemeClr val="tx1"/>
                </a:solidFill>
                <a:latin typeface="Arial" charset="0"/>
                <a:cs typeface="Arial" charset="0"/>
              </a:defRPr>
            </a:lvl4pPr>
            <a:lvl5pPr marL="2057400" indent="-228600" defTabSz="931863" eaLnBrk="0" hangingPunct="0">
              <a:defRPr sz="2400">
                <a:solidFill>
                  <a:schemeClr val="tx1"/>
                </a:solidFill>
                <a:latin typeface="Arial" charset="0"/>
                <a:cs typeface="Arial" charset="0"/>
              </a:defRPr>
            </a:lvl5pPr>
            <a:lvl6pPr marL="2514600" indent="-228600" defTabSz="931863" eaLnBrk="0" fontAlgn="base" hangingPunct="0">
              <a:spcBef>
                <a:spcPct val="0"/>
              </a:spcBef>
              <a:spcAft>
                <a:spcPct val="0"/>
              </a:spcAft>
              <a:defRPr sz="2400">
                <a:solidFill>
                  <a:schemeClr val="tx1"/>
                </a:solidFill>
                <a:latin typeface="Arial" charset="0"/>
                <a:cs typeface="Arial" charset="0"/>
              </a:defRPr>
            </a:lvl6pPr>
            <a:lvl7pPr marL="2971800" indent="-228600" defTabSz="931863" eaLnBrk="0" fontAlgn="base" hangingPunct="0">
              <a:spcBef>
                <a:spcPct val="0"/>
              </a:spcBef>
              <a:spcAft>
                <a:spcPct val="0"/>
              </a:spcAft>
              <a:defRPr sz="2400">
                <a:solidFill>
                  <a:schemeClr val="tx1"/>
                </a:solidFill>
                <a:latin typeface="Arial" charset="0"/>
                <a:cs typeface="Arial" charset="0"/>
              </a:defRPr>
            </a:lvl7pPr>
            <a:lvl8pPr marL="3429000" indent="-228600" defTabSz="931863" eaLnBrk="0" fontAlgn="base" hangingPunct="0">
              <a:spcBef>
                <a:spcPct val="0"/>
              </a:spcBef>
              <a:spcAft>
                <a:spcPct val="0"/>
              </a:spcAft>
              <a:defRPr sz="2400">
                <a:solidFill>
                  <a:schemeClr val="tx1"/>
                </a:solidFill>
                <a:latin typeface="Arial" charset="0"/>
                <a:cs typeface="Arial" charset="0"/>
              </a:defRPr>
            </a:lvl8pPr>
            <a:lvl9pPr marL="3886200" indent="-228600" defTabSz="931863" eaLnBrk="0" fontAlgn="base" hangingPunct="0">
              <a:spcBef>
                <a:spcPct val="0"/>
              </a:spcBef>
              <a:spcAft>
                <a:spcPct val="0"/>
              </a:spcAft>
              <a:defRPr sz="2400">
                <a:solidFill>
                  <a:schemeClr val="tx1"/>
                </a:solidFill>
                <a:latin typeface="Arial" charset="0"/>
                <a:cs typeface="Arial" charset="0"/>
              </a:defRPr>
            </a:lvl9pPr>
          </a:lstStyle>
          <a:p>
            <a:pPr eaLnBrk="1" hangingPunct="1"/>
            <a:r>
              <a:rPr lang="en-US" sz="1200"/>
              <a:t>QTM1310/ Sharpe</a:t>
            </a:r>
          </a:p>
        </p:txBody>
      </p:sp>
      <p:sp>
        <p:nvSpPr>
          <p:cNvPr id="40963" name="Rectangle 7"/>
          <p:cNvSpPr txBox="1">
            <a:spLocks noGrp="1" noChangeArrowheads="1"/>
          </p:cNvSpPr>
          <p:nvPr/>
        </p:nvSpPr>
        <p:spPr bwMode="auto">
          <a:xfrm>
            <a:off x="3970338" y="8829675"/>
            <a:ext cx="30384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nchor="b"/>
          <a:lstStyle>
            <a:lvl1pPr defTabSz="931863" eaLnBrk="0" hangingPunct="0">
              <a:defRPr sz="2400">
                <a:solidFill>
                  <a:schemeClr val="tx1"/>
                </a:solidFill>
                <a:latin typeface="Arial" charset="0"/>
                <a:cs typeface="Arial" charset="0"/>
              </a:defRPr>
            </a:lvl1pPr>
            <a:lvl2pPr marL="742950" indent="-285750" defTabSz="931863" eaLnBrk="0" hangingPunct="0">
              <a:defRPr sz="2400">
                <a:solidFill>
                  <a:schemeClr val="tx1"/>
                </a:solidFill>
                <a:latin typeface="Arial" charset="0"/>
                <a:cs typeface="Arial" charset="0"/>
              </a:defRPr>
            </a:lvl2pPr>
            <a:lvl3pPr marL="1143000" indent="-228600" defTabSz="931863" eaLnBrk="0" hangingPunct="0">
              <a:defRPr sz="2400">
                <a:solidFill>
                  <a:schemeClr val="tx1"/>
                </a:solidFill>
                <a:latin typeface="Arial" charset="0"/>
                <a:cs typeface="Arial" charset="0"/>
              </a:defRPr>
            </a:lvl3pPr>
            <a:lvl4pPr marL="1600200" indent="-228600" defTabSz="931863" eaLnBrk="0" hangingPunct="0">
              <a:defRPr sz="2400">
                <a:solidFill>
                  <a:schemeClr val="tx1"/>
                </a:solidFill>
                <a:latin typeface="Arial" charset="0"/>
                <a:cs typeface="Arial" charset="0"/>
              </a:defRPr>
            </a:lvl4pPr>
            <a:lvl5pPr marL="2057400" indent="-228600" defTabSz="931863" eaLnBrk="0" hangingPunct="0">
              <a:defRPr sz="2400">
                <a:solidFill>
                  <a:schemeClr val="tx1"/>
                </a:solidFill>
                <a:latin typeface="Arial" charset="0"/>
                <a:cs typeface="Arial" charset="0"/>
              </a:defRPr>
            </a:lvl5pPr>
            <a:lvl6pPr marL="2514600" indent="-228600" defTabSz="931863" eaLnBrk="0" fontAlgn="base" hangingPunct="0">
              <a:spcBef>
                <a:spcPct val="0"/>
              </a:spcBef>
              <a:spcAft>
                <a:spcPct val="0"/>
              </a:spcAft>
              <a:defRPr sz="2400">
                <a:solidFill>
                  <a:schemeClr val="tx1"/>
                </a:solidFill>
                <a:latin typeface="Arial" charset="0"/>
                <a:cs typeface="Arial" charset="0"/>
              </a:defRPr>
            </a:lvl6pPr>
            <a:lvl7pPr marL="2971800" indent="-228600" defTabSz="931863" eaLnBrk="0" fontAlgn="base" hangingPunct="0">
              <a:spcBef>
                <a:spcPct val="0"/>
              </a:spcBef>
              <a:spcAft>
                <a:spcPct val="0"/>
              </a:spcAft>
              <a:defRPr sz="2400">
                <a:solidFill>
                  <a:schemeClr val="tx1"/>
                </a:solidFill>
                <a:latin typeface="Arial" charset="0"/>
                <a:cs typeface="Arial" charset="0"/>
              </a:defRPr>
            </a:lvl7pPr>
            <a:lvl8pPr marL="3429000" indent="-228600" defTabSz="931863" eaLnBrk="0" fontAlgn="base" hangingPunct="0">
              <a:spcBef>
                <a:spcPct val="0"/>
              </a:spcBef>
              <a:spcAft>
                <a:spcPct val="0"/>
              </a:spcAft>
              <a:defRPr sz="2400">
                <a:solidFill>
                  <a:schemeClr val="tx1"/>
                </a:solidFill>
                <a:latin typeface="Arial" charset="0"/>
                <a:cs typeface="Arial" charset="0"/>
              </a:defRPr>
            </a:lvl8pPr>
            <a:lvl9pPr marL="3886200" indent="-228600" defTabSz="931863" eaLnBrk="0" fontAlgn="base" hangingPunct="0">
              <a:spcBef>
                <a:spcPct val="0"/>
              </a:spcBef>
              <a:spcAft>
                <a:spcPct val="0"/>
              </a:spcAft>
              <a:defRPr sz="2400">
                <a:solidFill>
                  <a:schemeClr val="tx1"/>
                </a:solidFill>
                <a:latin typeface="Arial" charset="0"/>
                <a:cs typeface="Arial" charset="0"/>
              </a:defRPr>
            </a:lvl9pPr>
          </a:lstStyle>
          <a:p>
            <a:pPr algn="r" eaLnBrk="1" hangingPunct="1"/>
            <a:fld id="{3B35717E-D02C-4B4F-88CE-B0C04B8B7DC3}" type="slidenum">
              <a:rPr lang="en-US" sz="1200"/>
              <a:pPr algn="r" eaLnBrk="1" hangingPunct="1"/>
              <a:t>10</a:t>
            </a:fld>
            <a:endParaRPr lang="en-US" sz="1200"/>
          </a:p>
        </p:txBody>
      </p:sp>
      <p:sp>
        <p:nvSpPr>
          <p:cNvPr id="40964" name="Rectangle 2"/>
          <p:cNvSpPr>
            <a:spLocks noGrp="1" noRot="1" noChangeAspect="1" noChangeArrowheads="1" noTextEdit="1"/>
          </p:cNvSpPr>
          <p:nvPr>
            <p:ph type="sldImg"/>
          </p:nvPr>
        </p:nvSpPr>
        <p:spPr>
          <a:ln/>
        </p:spPr>
      </p:sp>
      <p:sp>
        <p:nvSpPr>
          <p:cNvPr id="409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Arial" charset="0"/>
                <a:cs typeface="Arial" charset="0"/>
              </a:defRPr>
            </a:lvl1pPr>
            <a:lvl2pPr marL="742950" indent="-285750" defTabSz="931863" eaLnBrk="0" hangingPunct="0">
              <a:defRPr sz="2400">
                <a:solidFill>
                  <a:schemeClr val="tx1"/>
                </a:solidFill>
                <a:latin typeface="Arial" charset="0"/>
                <a:cs typeface="Arial" charset="0"/>
              </a:defRPr>
            </a:lvl2pPr>
            <a:lvl3pPr marL="1143000" indent="-228600" defTabSz="931863" eaLnBrk="0" hangingPunct="0">
              <a:defRPr sz="2400">
                <a:solidFill>
                  <a:schemeClr val="tx1"/>
                </a:solidFill>
                <a:latin typeface="Arial" charset="0"/>
                <a:cs typeface="Arial" charset="0"/>
              </a:defRPr>
            </a:lvl3pPr>
            <a:lvl4pPr marL="1600200" indent="-228600" defTabSz="931863" eaLnBrk="0" hangingPunct="0">
              <a:defRPr sz="2400">
                <a:solidFill>
                  <a:schemeClr val="tx1"/>
                </a:solidFill>
                <a:latin typeface="Arial" charset="0"/>
                <a:cs typeface="Arial" charset="0"/>
              </a:defRPr>
            </a:lvl4pPr>
            <a:lvl5pPr marL="2057400" indent="-228600" defTabSz="931863" eaLnBrk="0" hangingPunct="0">
              <a:defRPr sz="2400">
                <a:solidFill>
                  <a:schemeClr val="tx1"/>
                </a:solidFill>
                <a:latin typeface="Arial" charset="0"/>
                <a:cs typeface="Arial" charset="0"/>
              </a:defRPr>
            </a:lvl5pPr>
            <a:lvl6pPr marL="2514600" indent="-228600" defTabSz="931863" eaLnBrk="0" fontAlgn="base" hangingPunct="0">
              <a:spcBef>
                <a:spcPct val="0"/>
              </a:spcBef>
              <a:spcAft>
                <a:spcPct val="0"/>
              </a:spcAft>
              <a:defRPr sz="2400">
                <a:solidFill>
                  <a:schemeClr val="tx1"/>
                </a:solidFill>
                <a:latin typeface="Arial" charset="0"/>
                <a:cs typeface="Arial" charset="0"/>
              </a:defRPr>
            </a:lvl6pPr>
            <a:lvl7pPr marL="2971800" indent="-228600" defTabSz="931863" eaLnBrk="0" fontAlgn="base" hangingPunct="0">
              <a:spcBef>
                <a:spcPct val="0"/>
              </a:spcBef>
              <a:spcAft>
                <a:spcPct val="0"/>
              </a:spcAft>
              <a:defRPr sz="2400">
                <a:solidFill>
                  <a:schemeClr val="tx1"/>
                </a:solidFill>
                <a:latin typeface="Arial" charset="0"/>
                <a:cs typeface="Arial" charset="0"/>
              </a:defRPr>
            </a:lvl7pPr>
            <a:lvl8pPr marL="3429000" indent="-228600" defTabSz="931863" eaLnBrk="0" fontAlgn="base" hangingPunct="0">
              <a:spcBef>
                <a:spcPct val="0"/>
              </a:spcBef>
              <a:spcAft>
                <a:spcPct val="0"/>
              </a:spcAft>
              <a:defRPr sz="2400">
                <a:solidFill>
                  <a:schemeClr val="tx1"/>
                </a:solidFill>
                <a:latin typeface="Arial" charset="0"/>
                <a:cs typeface="Arial" charset="0"/>
              </a:defRPr>
            </a:lvl8pPr>
            <a:lvl9pPr marL="3886200" indent="-228600" defTabSz="931863" eaLnBrk="0" fontAlgn="base" hangingPunct="0">
              <a:spcBef>
                <a:spcPct val="0"/>
              </a:spcBef>
              <a:spcAft>
                <a:spcPct val="0"/>
              </a:spcAft>
              <a:defRPr sz="2400">
                <a:solidFill>
                  <a:schemeClr val="tx1"/>
                </a:solidFill>
                <a:latin typeface="Arial" charset="0"/>
                <a:cs typeface="Arial" charset="0"/>
              </a:defRPr>
            </a:lvl9pPr>
          </a:lstStyle>
          <a:p>
            <a:pPr eaLnBrk="1" hangingPunct="1"/>
            <a:fld id="{FA011879-000E-4059-8CFB-186B43C604BB}" type="slidenum">
              <a:rPr lang="en-CA" sz="1200" smtClean="0">
                <a:latin typeface="Tahoma" pitchFamily="34" charset="0"/>
              </a:rPr>
              <a:pPr eaLnBrk="1" hangingPunct="1"/>
              <a:t>14</a:t>
            </a:fld>
            <a:endParaRPr lang="en-CA" sz="1200" smtClean="0">
              <a:latin typeface="Tahoma" pitchFamily="34" charset="0"/>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Arial" charset="0"/>
                <a:cs typeface="Arial" charset="0"/>
              </a:defRPr>
            </a:lvl1pPr>
            <a:lvl2pPr marL="742950" indent="-285750" defTabSz="931863" eaLnBrk="0" hangingPunct="0">
              <a:defRPr sz="2400">
                <a:solidFill>
                  <a:schemeClr val="tx1"/>
                </a:solidFill>
                <a:latin typeface="Arial" charset="0"/>
                <a:cs typeface="Arial" charset="0"/>
              </a:defRPr>
            </a:lvl2pPr>
            <a:lvl3pPr marL="1143000" indent="-228600" defTabSz="931863" eaLnBrk="0" hangingPunct="0">
              <a:defRPr sz="2400">
                <a:solidFill>
                  <a:schemeClr val="tx1"/>
                </a:solidFill>
                <a:latin typeface="Arial" charset="0"/>
                <a:cs typeface="Arial" charset="0"/>
              </a:defRPr>
            </a:lvl3pPr>
            <a:lvl4pPr marL="1600200" indent="-228600" defTabSz="931863" eaLnBrk="0" hangingPunct="0">
              <a:defRPr sz="2400">
                <a:solidFill>
                  <a:schemeClr val="tx1"/>
                </a:solidFill>
                <a:latin typeface="Arial" charset="0"/>
                <a:cs typeface="Arial" charset="0"/>
              </a:defRPr>
            </a:lvl4pPr>
            <a:lvl5pPr marL="2057400" indent="-228600" defTabSz="931863" eaLnBrk="0" hangingPunct="0">
              <a:defRPr sz="2400">
                <a:solidFill>
                  <a:schemeClr val="tx1"/>
                </a:solidFill>
                <a:latin typeface="Arial" charset="0"/>
                <a:cs typeface="Arial" charset="0"/>
              </a:defRPr>
            </a:lvl5pPr>
            <a:lvl6pPr marL="2514600" indent="-228600" defTabSz="931863" eaLnBrk="0" fontAlgn="base" hangingPunct="0">
              <a:spcBef>
                <a:spcPct val="0"/>
              </a:spcBef>
              <a:spcAft>
                <a:spcPct val="0"/>
              </a:spcAft>
              <a:defRPr sz="2400">
                <a:solidFill>
                  <a:schemeClr val="tx1"/>
                </a:solidFill>
                <a:latin typeface="Arial" charset="0"/>
                <a:cs typeface="Arial" charset="0"/>
              </a:defRPr>
            </a:lvl6pPr>
            <a:lvl7pPr marL="2971800" indent="-228600" defTabSz="931863" eaLnBrk="0" fontAlgn="base" hangingPunct="0">
              <a:spcBef>
                <a:spcPct val="0"/>
              </a:spcBef>
              <a:spcAft>
                <a:spcPct val="0"/>
              </a:spcAft>
              <a:defRPr sz="2400">
                <a:solidFill>
                  <a:schemeClr val="tx1"/>
                </a:solidFill>
                <a:latin typeface="Arial" charset="0"/>
                <a:cs typeface="Arial" charset="0"/>
              </a:defRPr>
            </a:lvl7pPr>
            <a:lvl8pPr marL="3429000" indent="-228600" defTabSz="931863" eaLnBrk="0" fontAlgn="base" hangingPunct="0">
              <a:spcBef>
                <a:spcPct val="0"/>
              </a:spcBef>
              <a:spcAft>
                <a:spcPct val="0"/>
              </a:spcAft>
              <a:defRPr sz="2400">
                <a:solidFill>
                  <a:schemeClr val="tx1"/>
                </a:solidFill>
                <a:latin typeface="Arial" charset="0"/>
                <a:cs typeface="Arial" charset="0"/>
              </a:defRPr>
            </a:lvl8pPr>
            <a:lvl9pPr marL="3886200" indent="-228600" defTabSz="931863" eaLnBrk="0" fontAlgn="base" hangingPunct="0">
              <a:spcBef>
                <a:spcPct val="0"/>
              </a:spcBef>
              <a:spcAft>
                <a:spcPct val="0"/>
              </a:spcAft>
              <a:defRPr sz="2400">
                <a:solidFill>
                  <a:schemeClr val="tx1"/>
                </a:solidFill>
                <a:latin typeface="Arial" charset="0"/>
                <a:cs typeface="Arial" charset="0"/>
              </a:defRPr>
            </a:lvl9pPr>
          </a:lstStyle>
          <a:p>
            <a:pPr eaLnBrk="1" hangingPunct="1"/>
            <a:fld id="{8A159DD2-E0FF-4E1E-AD50-D2E530A3A016}" type="slidenum">
              <a:rPr lang="en-CA" sz="1200" smtClean="0">
                <a:latin typeface="Tahoma" pitchFamily="34" charset="0"/>
              </a:rPr>
              <a:pPr eaLnBrk="1" hangingPunct="1"/>
              <a:t>15</a:t>
            </a:fld>
            <a:endParaRPr lang="en-CA" sz="1200" smtClean="0">
              <a:latin typeface="Tahoma" pitchFamily="34" charset="0"/>
            </a:endParaRPr>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Arial" charset="0"/>
                <a:cs typeface="Arial" charset="0"/>
              </a:defRPr>
            </a:lvl1pPr>
            <a:lvl2pPr marL="742950" indent="-285750" defTabSz="931863" eaLnBrk="0" hangingPunct="0">
              <a:defRPr sz="2400">
                <a:solidFill>
                  <a:schemeClr val="tx1"/>
                </a:solidFill>
                <a:latin typeface="Arial" charset="0"/>
                <a:cs typeface="Arial" charset="0"/>
              </a:defRPr>
            </a:lvl2pPr>
            <a:lvl3pPr marL="1143000" indent="-228600" defTabSz="931863" eaLnBrk="0" hangingPunct="0">
              <a:defRPr sz="2400">
                <a:solidFill>
                  <a:schemeClr val="tx1"/>
                </a:solidFill>
                <a:latin typeface="Arial" charset="0"/>
                <a:cs typeface="Arial" charset="0"/>
              </a:defRPr>
            </a:lvl3pPr>
            <a:lvl4pPr marL="1600200" indent="-228600" defTabSz="931863" eaLnBrk="0" hangingPunct="0">
              <a:defRPr sz="2400">
                <a:solidFill>
                  <a:schemeClr val="tx1"/>
                </a:solidFill>
                <a:latin typeface="Arial" charset="0"/>
                <a:cs typeface="Arial" charset="0"/>
              </a:defRPr>
            </a:lvl4pPr>
            <a:lvl5pPr marL="2057400" indent="-228600" defTabSz="931863" eaLnBrk="0" hangingPunct="0">
              <a:defRPr sz="2400">
                <a:solidFill>
                  <a:schemeClr val="tx1"/>
                </a:solidFill>
                <a:latin typeface="Arial" charset="0"/>
                <a:cs typeface="Arial" charset="0"/>
              </a:defRPr>
            </a:lvl5pPr>
            <a:lvl6pPr marL="2514600" indent="-228600" defTabSz="931863" eaLnBrk="0" fontAlgn="base" hangingPunct="0">
              <a:spcBef>
                <a:spcPct val="0"/>
              </a:spcBef>
              <a:spcAft>
                <a:spcPct val="0"/>
              </a:spcAft>
              <a:defRPr sz="2400">
                <a:solidFill>
                  <a:schemeClr val="tx1"/>
                </a:solidFill>
                <a:latin typeface="Arial" charset="0"/>
                <a:cs typeface="Arial" charset="0"/>
              </a:defRPr>
            </a:lvl6pPr>
            <a:lvl7pPr marL="2971800" indent="-228600" defTabSz="931863" eaLnBrk="0" fontAlgn="base" hangingPunct="0">
              <a:spcBef>
                <a:spcPct val="0"/>
              </a:spcBef>
              <a:spcAft>
                <a:spcPct val="0"/>
              </a:spcAft>
              <a:defRPr sz="2400">
                <a:solidFill>
                  <a:schemeClr val="tx1"/>
                </a:solidFill>
                <a:latin typeface="Arial" charset="0"/>
                <a:cs typeface="Arial" charset="0"/>
              </a:defRPr>
            </a:lvl7pPr>
            <a:lvl8pPr marL="3429000" indent="-228600" defTabSz="931863" eaLnBrk="0" fontAlgn="base" hangingPunct="0">
              <a:spcBef>
                <a:spcPct val="0"/>
              </a:spcBef>
              <a:spcAft>
                <a:spcPct val="0"/>
              </a:spcAft>
              <a:defRPr sz="2400">
                <a:solidFill>
                  <a:schemeClr val="tx1"/>
                </a:solidFill>
                <a:latin typeface="Arial" charset="0"/>
                <a:cs typeface="Arial" charset="0"/>
              </a:defRPr>
            </a:lvl8pPr>
            <a:lvl9pPr marL="3886200" indent="-228600" defTabSz="931863" eaLnBrk="0" fontAlgn="base" hangingPunct="0">
              <a:spcBef>
                <a:spcPct val="0"/>
              </a:spcBef>
              <a:spcAft>
                <a:spcPct val="0"/>
              </a:spcAft>
              <a:defRPr sz="2400">
                <a:solidFill>
                  <a:schemeClr val="tx1"/>
                </a:solidFill>
                <a:latin typeface="Arial" charset="0"/>
                <a:cs typeface="Arial" charset="0"/>
              </a:defRPr>
            </a:lvl9pPr>
          </a:lstStyle>
          <a:p>
            <a:pPr eaLnBrk="1" hangingPunct="1"/>
            <a:fld id="{3562E9BD-DE6B-43FA-AAF1-22D85AA89CC5}" type="slidenum">
              <a:rPr lang="en-CA" sz="1200" smtClean="0">
                <a:latin typeface="Tahoma" pitchFamily="34" charset="0"/>
              </a:rPr>
              <a:pPr eaLnBrk="1" hangingPunct="1"/>
              <a:t>16</a:t>
            </a:fld>
            <a:endParaRPr lang="en-CA" sz="1200" smtClean="0">
              <a:latin typeface="Tahoma" pitchFamily="34" charset="0"/>
            </a:endParaRPr>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Arial" charset="0"/>
                <a:cs typeface="Arial" charset="0"/>
              </a:defRPr>
            </a:lvl1pPr>
            <a:lvl2pPr marL="742950" indent="-285750" defTabSz="931863" eaLnBrk="0" hangingPunct="0">
              <a:defRPr sz="2400">
                <a:solidFill>
                  <a:schemeClr val="tx1"/>
                </a:solidFill>
                <a:latin typeface="Arial" charset="0"/>
                <a:cs typeface="Arial" charset="0"/>
              </a:defRPr>
            </a:lvl2pPr>
            <a:lvl3pPr marL="1143000" indent="-228600" defTabSz="931863" eaLnBrk="0" hangingPunct="0">
              <a:defRPr sz="2400">
                <a:solidFill>
                  <a:schemeClr val="tx1"/>
                </a:solidFill>
                <a:latin typeface="Arial" charset="0"/>
                <a:cs typeface="Arial" charset="0"/>
              </a:defRPr>
            </a:lvl3pPr>
            <a:lvl4pPr marL="1600200" indent="-228600" defTabSz="931863" eaLnBrk="0" hangingPunct="0">
              <a:defRPr sz="2400">
                <a:solidFill>
                  <a:schemeClr val="tx1"/>
                </a:solidFill>
                <a:latin typeface="Arial" charset="0"/>
                <a:cs typeface="Arial" charset="0"/>
              </a:defRPr>
            </a:lvl4pPr>
            <a:lvl5pPr marL="2057400" indent="-228600" defTabSz="931863" eaLnBrk="0" hangingPunct="0">
              <a:defRPr sz="2400">
                <a:solidFill>
                  <a:schemeClr val="tx1"/>
                </a:solidFill>
                <a:latin typeface="Arial" charset="0"/>
                <a:cs typeface="Arial" charset="0"/>
              </a:defRPr>
            </a:lvl5pPr>
            <a:lvl6pPr marL="2514600" indent="-228600" defTabSz="931863" eaLnBrk="0" fontAlgn="base" hangingPunct="0">
              <a:spcBef>
                <a:spcPct val="0"/>
              </a:spcBef>
              <a:spcAft>
                <a:spcPct val="0"/>
              </a:spcAft>
              <a:defRPr sz="2400">
                <a:solidFill>
                  <a:schemeClr val="tx1"/>
                </a:solidFill>
                <a:latin typeface="Arial" charset="0"/>
                <a:cs typeface="Arial" charset="0"/>
              </a:defRPr>
            </a:lvl6pPr>
            <a:lvl7pPr marL="2971800" indent="-228600" defTabSz="931863" eaLnBrk="0" fontAlgn="base" hangingPunct="0">
              <a:spcBef>
                <a:spcPct val="0"/>
              </a:spcBef>
              <a:spcAft>
                <a:spcPct val="0"/>
              </a:spcAft>
              <a:defRPr sz="2400">
                <a:solidFill>
                  <a:schemeClr val="tx1"/>
                </a:solidFill>
                <a:latin typeface="Arial" charset="0"/>
                <a:cs typeface="Arial" charset="0"/>
              </a:defRPr>
            </a:lvl7pPr>
            <a:lvl8pPr marL="3429000" indent="-228600" defTabSz="931863" eaLnBrk="0" fontAlgn="base" hangingPunct="0">
              <a:spcBef>
                <a:spcPct val="0"/>
              </a:spcBef>
              <a:spcAft>
                <a:spcPct val="0"/>
              </a:spcAft>
              <a:defRPr sz="2400">
                <a:solidFill>
                  <a:schemeClr val="tx1"/>
                </a:solidFill>
                <a:latin typeface="Arial" charset="0"/>
                <a:cs typeface="Arial" charset="0"/>
              </a:defRPr>
            </a:lvl8pPr>
            <a:lvl9pPr marL="3886200" indent="-228600" defTabSz="931863" eaLnBrk="0" fontAlgn="base" hangingPunct="0">
              <a:spcBef>
                <a:spcPct val="0"/>
              </a:spcBef>
              <a:spcAft>
                <a:spcPct val="0"/>
              </a:spcAft>
              <a:defRPr sz="2400">
                <a:solidFill>
                  <a:schemeClr val="tx1"/>
                </a:solidFill>
                <a:latin typeface="Arial" charset="0"/>
                <a:cs typeface="Arial" charset="0"/>
              </a:defRPr>
            </a:lvl9pPr>
          </a:lstStyle>
          <a:p>
            <a:pPr eaLnBrk="1" hangingPunct="1"/>
            <a:fld id="{F7AA3195-189C-42AB-9B60-16A281E072EF}" type="slidenum">
              <a:rPr lang="en-CA" sz="1200" smtClean="0">
                <a:latin typeface="Tahoma" pitchFamily="34" charset="0"/>
              </a:rPr>
              <a:pPr eaLnBrk="1" hangingPunct="1"/>
              <a:t>17</a:t>
            </a:fld>
            <a:endParaRPr lang="en-CA" sz="1200" smtClean="0">
              <a:latin typeface="Tahoma" pitchFamily="34" charset="0"/>
            </a:endParaRPr>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Arial" charset="0"/>
                <a:cs typeface="Arial" charset="0"/>
              </a:defRPr>
            </a:lvl1pPr>
            <a:lvl2pPr marL="742950" indent="-285750" defTabSz="931863" eaLnBrk="0" hangingPunct="0">
              <a:defRPr sz="2400">
                <a:solidFill>
                  <a:schemeClr val="tx1"/>
                </a:solidFill>
                <a:latin typeface="Arial" charset="0"/>
                <a:cs typeface="Arial" charset="0"/>
              </a:defRPr>
            </a:lvl2pPr>
            <a:lvl3pPr marL="1143000" indent="-228600" defTabSz="931863" eaLnBrk="0" hangingPunct="0">
              <a:defRPr sz="2400">
                <a:solidFill>
                  <a:schemeClr val="tx1"/>
                </a:solidFill>
                <a:latin typeface="Arial" charset="0"/>
                <a:cs typeface="Arial" charset="0"/>
              </a:defRPr>
            </a:lvl3pPr>
            <a:lvl4pPr marL="1600200" indent="-228600" defTabSz="931863" eaLnBrk="0" hangingPunct="0">
              <a:defRPr sz="2400">
                <a:solidFill>
                  <a:schemeClr val="tx1"/>
                </a:solidFill>
                <a:latin typeface="Arial" charset="0"/>
                <a:cs typeface="Arial" charset="0"/>
              </a:defRPr>
            </a:lvl4pPr>
            <a:lvl5pPr marL="2057400" indent="-228600" defTabSz="931863" eaLnBrk="0" hangingPunct="0">
              <a:defRPr sz="2400">
                <a:solidFill>
                  <a:schemeClr val="tx1"/>
                </a:solidFill>
                <a:latin typeface="Arial" charset="0"/>
                <a:cs typeface="Arial" charset="0"/>
              </a:defRPr>
            </a:lvl5pPr>
            <a:lvl6pPr marL="2514600" indent="-228600" defTabSz="931863" eaLnBrk="0" fontAlgn="base" hangingPunct="0">
              <a:spcBef>
                <a:spcPct val="0"/>
              </a:spcBef>
              <a:spcAft>
                <a:spcPct val="0"/>
              </a:spcAft>
              <a:defRPr sz="2400">
                <a:solidFill>
                  <a:schemeClr val="tx1"/>
                </a:solidFill>
                <a:latin typeface="Arial" charset="0"/>
                <a:cs typeface="Arial" charset="0"/>
              </a:defRPr>
            </a:lvl6pPr>
            <a:lvl7pPr marL="2971800" indent="-228600" defTabSz="931863" eaLnBrk="0" fontAlgn="base" hangingPunct="0">
              <a:spcBef>
                <a:spcPct val="0"/>
              </a:spcBef>
              <a:spcAft>
                <a:spcPct val="0"/>
              </a:spcAft>
              <a:defRPr sz="2400">
                <a:solidFill>
                  <a:schemeClr val="tx1"/>
                </a:solidFill>
                <a:latin typeface="Arial" charset="0"/>
                <a:cs typeface="Arial" charset="0"/>
              </a:defRPr>
            </a:lvl7pPr>
            <a:lvl8pPr marL="3429000" indent="-228600" defTabSz="931863" eaLnBrk="0" fontAlgn="base" hangingPunct="0">
              <a:spcBef>
                <a:spcPct val="0"/>
              </a:spcBef>
              <a:spcAft>
                <a:spcPct val="0"/>
              </a:spcAft>
              <a:defRPr sz="2400">
                <a:solidFill>
                  <a:schemeClr val="tx1"/>
                </a:solidFill>
                <a:latin typeface="Arial" charset="0"/>
                <a:cs typeface="Arial" charset="0"/>
              </a:defRPr>
            </a:lvl8pPr>
            <a:lvl9pPr marL="3886200" indent="-228600" defTabSz="931863" eaLnBrk="0" fontAlgn="base" hangingPunct="0">
              <a:spcBef>
                <a:spcPct val="0"/>
              </a:spcBef>
              <a:spcAft>
                <a:spcPct val="0"/>
              </a:spcAft>
              <a:defRPr sz="2400">
                <a:solidFill>
                  <a:schemeClr val="tx1"/>
                </a:solidFill>
                <a:latin typeface="Arial" charset="0"/>
                <a:cs typeface="Arial" charset="0"/>
              </a:defRPr>
            </a:lvl9pPr>
          </a:lstStyle>
          <a:p>
            <a:pPr eaLnBrk="1" hangingPunct="1"/>
            <a:fld id="{4BC7B059-AA9A-4EC2-9F43-E8B4AD531BC7}" type="slidenum">
              <a:rPr lang="en-CA" sz="1200" smtClean="0">
                <a:latin typeface="Tahoma" pitchFamily="34" charset="0"/>
              </a:rPr>
              <a:pPr eaLnBrk="1" hangingPunct="1"/>
              <a:t>20</a:t>
            </a:fld>
            <a:endParaRPr lang="en-CA" sz="1200" smtClean="0">
              <a:latin typeface="Tahoma" pitchFamily="34" charset="0"/>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Arial" charset="0"/>
                <a:cs typeface="Arial" charset="0"/>
              </a:defRPr>
            </a:lvl1pPr>
            <a:lvl2pPr marL="742950" indent="-285750" defTabSz="931863" eaLnBrk="0" hangingPunct="0">
              <a:defRPr sz="2400">
                <a:solidFill>
                  <a:schemeClr val="tx1"/>
                </a:solidFill>
                <a:latin typeface="Arial" charset="0"/>
                <a:cs typeface="Arial" charset="0"/>
              </a:defRPr>
            </a:lvl2pPr>
            <a:lvl3pPr marL="1143000" indent="-228600" defTabSz="931863" eaLnBrk="0" hangingPunct="0">
              <a:defRPr sz="2400">
                <a:solidFill>
                  <a:schemeClr val="tx1"/>
                </a:solidFill>
                <a:latin typeface="Arial" charset="0"/>
                <a:cs typeface="Arial" charset="0"/>
              </a:defRPr>
            </a:lvl3pPr>
            <a:lvl4pPr marL="1600200" indent="-228600" defTabSz="931863" eaLnBrk="0" hangingPunct="0">
              <a:defRPr sz="2400">
                <a:solidFill>
                  <a:schemeClr val="tx1"/>
                </a:solidFill>
                <a:latin typeface="Arial" charset="0"/>
                <a:cs typeface="Arial" charset="0"/>
              </a:defRPr>
            </a:lvl4pPr>
            <a:lvl5pPr marL="2057400" indent="-228600" defTabSz="931863" eaLnBrk="0" hangingPunct="0">
              <a:defRPr sz="2400">
                <a:solidFill>
                  <a:schemeClr val="tx1"/>
                </a:solidFill>
                <a:latin typeface="Arial" charset="0"/>
                <a:cs typeface="Arial" charset="0"/>
              </a:defRPr>
            </a:lvl5pPr>
            <a:lvl6pPr marL="2514600" indent="-228600" defTabSz="931863" eaLnBrk="0" fontAlgn="base" hangingPunct="0">
              <a:spcBef>
                <a:spcPct val="0"/>
              </a:spcBef>
              <a:spcAft>
                <a:spcPct val="0"/>
              </a:spcAft>
              <a:defRPr sz="2400">
                <a:solidFill>
                  <a:schemeClr val="tx1"/>
                </a:solidFill>
                <a:latin typeface="Arial" charset="0"/>
                <a:cs typeface="Arial" charset="0"/>
              </a:defRPr>
            </a:lvl6pPr>
            <a:lvl7pPr marL="2971800" indent="-228600" defTabSz="931863" eaLnBrk="0" fontAlgn="base" hangingPunct="0">
              <a:spcBef>
                <a:spcPct val="0"/>
              </a:spcBef>
              <a:spcAft>
                <a:spcPct val="0"/>
              </a:spcAft>
              <a:defRPr sz="2400">
                <a:solidFill>
                  <a:schemeClr val="tx1"/>
                </a:solidFill>
                <a:latin typeface="Arial" charset="0"/>
                <a:cs typeface="Arial" charset="0"/>
              </a:defRPr>
            </a:lvl7pPr>
            <a:lvl8pPr marL="3429000" indent="-228600" defTabSz="931863" eaLnBrk="0" fontAlgn="base" hangingPunct="0">
              <a:spcBef>
                <a:spcPct val="0"/>
              </a:spcBef>
              <a:spcAft>
                <a:spcPct val="0"/>
              </a:spcAft>
              <a:defRPr sz="2400">
                <a:solidFill>
                  <a:schemeClr val="tx1"/>
                </a:solidFill>
                <a:latin typeface="Arial" charset="0"/>
                <a:cs typeface="Arial" charset="0"/>
              </a:defRPr>
            </a:lvl8pPr>
            <a:lvl9pPr marL="3886200" indent="-228600" defTabSz="931863" eaLnBrk="0" fontAlgn="base" hangingPunct="0">
              <a:spcBef>
                <a:spcPct val="0"/>
              </a:spcBef>
              <a:spcAft>
                <a:spcPct val="0"/>
              </a:spcAft>
              <a:defRPr sz="2400">
                <a:solidFill>
                  <a:schemeClr val="tx1"/>
                </a:solidFill>
                <a:latin typeface="Arial" charset="0"/>
                <a:cs typeface="Arial" charset="0"/>
              </a:defRPr>
            </a:lvl9pPr>
          </a:lstStyle>
          <a:p>
            <a:pPr eaLnBrk="1" hangingPunct="1"/>
            <a:fld id="{F7E0B5D3-1A16-4D53-943D-AC7D6ADCD9CA}" type="slidenum">
              <a:rPr lang="en-CA" sz="1200" smtClean="0">
                <a:latin typeface="Tahoma" pitchFamily="34" charset="0"/>
              </a:rPr>
              <a:pPr eaLnBrk="1" hangingPunct="1"/>
              <a:t>21</a:t>
            </a:fld>
            <a:endParaRPr lang="en-CA" sz="1200" smtClean="0">
              <a:latin typeface="Tahoma" pitchFamily="34" charset="0"/>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Arial" charset="0"/>
                <a:cs typeface="Arial" charset="0"/>
              </a:defRPr>
            </a:lvl1pPr>
            <a:lvl2pPr marL="742950" indent="-285750" defTabSz="931863" eaLnBrk="0" hangingPunct="0">
              <a:defRPr sz="2400">
                <a:solidFill>
                  <a:schemeClr val="tx1"/>
                </a:solidFill>
                <a:latin typeface="Arial" charset="0"/>
                <a:cs typeface="Arial" charset="0"/>
              </a:defRPr>
            </a:lvl2pPr>
            <a:lvl3pPr marL="1143000" indent="-228600" defTabSz="931863" eaLnBrk="0" hangingPunct="0">
              <a:defRPr sz="2400">
                <a:solidFill>
                  <a:schemeClr val="tx1"/>
                </a:solidFill>
                <a:latin typeface="Arial" charset="0"/>
                <a:cs typeface="Arial" charset="0"/>
              </a:defRPr>
            </a:lvl3pPr>
            <a:lvl4pPr marL="1600200" indent="-228600" defTabSz="931863" eaLnBrk="0" hangingPunct="0">
              <a:defRPr sz="2400">
                <a:solidFill>
                  <a:schemeClr val="tx1"/>
                </a:solidFill>
                <a:latin typeface="Arial" charset="0"/>
                <a:cs typeface="Arial" charset="0"/>
              </a:defRPr>
            </a:lvl4pPr>
            <a:lvl5pPr marL="2057400" indent="-228600" defTabSz="931863" eaLnBrk="0" hangingPunct="0">
              <a:defRPr sz="2400">
                <a:solidFill>
                  <a:schemeClr val="tx1"/>
                </a:solidFill>
                <a:latin typeface="Arial" charset="0"/>
                <a:cs typeface="Arial" charset="0"/>
              </a:defRPr>
            </a:lvl5pPr>
            <a:lvl6pPr marL="2514600" indent="-228600" defTabSz="931863" eaLnBrk="0" fontAlgn="base" hangingPunct="0">
              <a:spcBef>
                <a:spcPct val="0"/>
              </a:spcBef>
              <a:spcAft>
                <a:spcPct val="0"/>
              </a:spcAft>
              <a:defRPr sz="2400">
                <a:solidFill>
                  <a:schemeClr val="tx1"/>
                </a:solidFill>
                <a:latin typeface="Arial" charset="0"/>
                <a:cs typeface="Arial" charset="0"/>
              </a:defRPr>
            </a:lvl6pPr>
            <a:lvl7pPr marL="2971800" indent="-228600" defTabSz="931863" eaLnBrk="0" fontAlgn="base" hangingPunct="0">
              <a:spcBef>
                <a:spcPct val="0"/>
              </a:spcBef>
              <a:spcAft>
                <a:spcPct val="0"/>
              </a:spcAft>
              <a:defRPr sz="2400">
                <a:solidFill>
                  <a:schemeClr val="tx1"/>
                </a:solidFill>
                <a:latin typeface="Arial" charset="0"/>
                <a:cs typeface="Arial" charset="0"/>
              </a:defRPr>
            </a:lvl7pPr>
            <a:lvl8pPr marL="3429000" indent="-228600" defTabSz="931863" eaLnBrk="0" fontAlgn="base" hangingPunct="0">
              <a:spcBef>
                <a:spcPct val="0"/>
              </a:spcBef>
              <a:spcAft>
                <a:spcPct val="0"/>
              </a:spcAft>
              <a:defRPr sz="2400">
                <a:solidFill>
                  <a:schemeClr val="tx1"/>
                </a:solidFill>
                <a:latin typeface="Arial" charset="0"/>
                <a:cs typeface="Arial" charset="0"/>
              </a:defRPr>
            </a:lvl8pPr>
            <a:lvl9pPr marL="3886200" indent="-228600" defTabSz="931863" eaLnBrk="0" fontAlgn="base" hangingPunct="0">
              <a:spcBef>
                <a:spcPct val="0"/>
              </a:spcBef>
              <a:spcAft>
                <a:spcPct val="0"/>
              </a:spcAft>
              <a:defRPr sz="2400">
                <a:solidFill>
                  <a:schemeClr val="tx1"/>
                </a:solidFill>
                <a:latin typeface="Arial" charset="0"/>
                <a:cs typeface="Arial" charset="0"/>
              </a:defRPr>
            </a:lvl9pPr>
          </a:lstStyle>
          <a:p>
            <a:pPr eaLnBrk="1" hangingPunct="1"/>
            <a:fld id="{B213BCEC-776F-4B43-82DE-7BE4B2D81B45}" type="slidenum">
              <a:rPr lang="en-CA" sz="1200" smtClean="0">
                <a:latin typeface="Tahoma" pitchFamily="34" charset="0"/>
              </a:rPr>
              <a:pPr eaLnBrk="1" hangingPunct="1"/>
              <a:t>22</a:t>
            </a:fld>
            <a:endParaRPr lang="en-CA" sz="1200" smtClean="0">
              <a:latin typeface="Tahoma" pitchFamily="34" charset="0"/>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Arial" charset="0"/>
                <a:cs typeface="Arial" charset="0"/>
              </a:defRPr>
            </a:lvl1pPr>
            <a:lvl2pPr marL="742950" indent="-285750" defTabSz="931863" eaLnBrk="0" hangingPunct="0">
              <a:defRPr sz="2400">
                <a:solidFill>
                  <a:schemeClr val="tx1"/>
                </a:solidFill>
                <a:latin typeface="Arial" charset="0"/>
                <a:cs typeface="Arial" charset="0"/>
              </a:defRPr>
            </a:lvl2pPr>
            <a:lvl3pPr marL="1143000" indent="-228600" defTabSz="931863" eaLnBrk="0" hangingPunct="0">
              <a:defRPr sz="2400">
                <a:solidFill>
                  <a:schemeClr val="tx1"/>
                </a:solidFill>
                <a:latin typeface="Arial" charset="0"/>
                <a:cs typeface="Arial" charset="0"/>
              </a:defRPr>
            </a:lvl3pPr>
            <a:lvl4pPr marL="1600200" indent="-228600" defTabSz="931863" eaLnBrk="0" hangingPunct="0">
              <a:defRPr sz="2400">
                <a:solidFill>
                  <a:schemeClr val="tx1"/>
                </a:solidFill>
                <a:latin typeface="Arial" charset="0"/>
                <a:cs typeface="Arial" charset="0"/>
              </a:defRPr>
            </a:lvl4pPr>
            <a:lvl5pPr marL="2057400" indent="-228600" defTabSz="931863" eaLnBrk="0" hangingPunct="0">
              <a:defRPr sz="2400">
                <a:solidFill>
                  <a:schemeClr val="tx1"/>
                </a:solidFill>
                <a:latin typeface="Arial" charset="0"/>
                <a:cs typeface="Arial" charset="0"/>
              </a:defRPr>
            </a:lvl5pPr>
            <a:lvl6pPr marL="2514600" indent="-228600" defTabSz="931863" eaLnBrk="0" fontAlgn="base" hangingPunct="0">
              <a:spcBef>
                <a:spcPct val="0"/>
              </a:spcBef>
              <a:spcAft>
                <a:spcPct val="0"/>
              </a:spcAft>
              <a:defRPr sz="2400">
                <a:solidFill>
                  <a:schemeClr val="tx1"/>
                </a:solidFill>
                <a:latin typeface="Arial" charset="0"/>
                <a:cs typeface="Arial" charset="0"/>
              </a:defRPr>
            </a:lvl6pPr>
            <a:lvl7pPr marL="2971800" indent="-228600" defTabSz="931863" eaLnBrk="0" fontAlgn="base" hangingPunct="0">
              <a:spcBef>
                <a:spcPct val="0"/>
              </a:spcBef>
              <a:spcAft>
                <a:spcPct val="0"/>
              </a:spcAft>
              <a:defRPr sz="2400">
                <a:solidFill>
                  <a:schemeClr val="tx1"/>
                </a:solidFill>
                <a:latin typeface="Arial" charset="0"/>
                <a:cs typeface="Arial" charset="0"/>
              </a:defRPr>
            </a:lvl7pPr>
            <a:lvl8pPr marL="3429000" indent="-228600" defTabSz="931863" eaLnBrk="0" fontAlgn="base" hangingPunct="0">
              <a:spcBef>
                <a:spcPct val="0"/>
              </a:spcBef>
              <a:spcAft>
                <a:spcPct val="0"/>
              </a:spcAft>
              <a:defRPr sz="2400">
                <a:solidFill>
                  <a:schemeClr val="tx1"/>
                </a:solidFill>
                <a:latin typeface="Arial" charset="0"/>
                <a:cs typeface="Arial" charset="0"/>
              </a:defRPr>
            </a:lvl8pPr>
            <a:lvl9pPr marL="3886200" indent="-228600" defTabSz="931863" eaLnBrk="0" fontAlgn="base" hangingPunct="0">
              <a:spcBef>
                <a:spcPct val="0"/>
              </a:spcBef>
              <a:spcAft>
                <a:spcPct val="0"/>
              </a:spcAft>
              <a:defRPr sz="2400">
                <a:solidFill>
                  <a:schemeClr val="tx1"/>
                </a:solidFill>
                <a:latin typeface="Arial" charset="0"/>
                <a:cs typeface="Arial" charset="0"/>
              </a:defRPr>
            </a:lvl9pPr>
          </a:lstStyle>
          <a:p>
            <a:pPr eaLnBrk="1" hangingPunct="1"/>
            <a:fld id="{BA6C1D3E-5739-408D-A3AF-0D92CE11E5B7}" type="slidenum">
              <a:rPr lang="en-CA" sz="1200" smtClean="0">
                <a:latin typeface="Tahoma" pitchFamily="34" charset="0"/>
              </a:rPr>
              <a:pPr eaLnBrk="1" hangingPunct="1"/>
              <a:t>23</a:t>
            </a:fld>
            <a:endParaRPr lang="en-CA" sz="1200" smtClean="0">
              <a:latin typeface="Tahoma" pitchFamily="34" charset="0"/>
            </a:endParaRPr>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Arial" charset="0"/>
                <a:cs typeface="Arial" charset="0"/>
              </a:defRPr>
            </a:lvl1pPr>
            <a:lvl2pPr marL="742950" indent="-285750" defTabSz="931863" eaLnBrk="0" hangingPunct="0">
              <a:defRPr sz="2400">
                <a:solidFill>
                  <a:schemeClr val="tx1"/>
                </a:solidFill>
                <a:latin typeface="Arial" charset="0"/>
                <a:cs typeface="Arial" charset="0"/>
              </a:defRPr>
            </a:lvl2pPr>
            <a:lvl3pPr marL="1143000" indent="-228600" defTabSz="931863" eaLnBrk="0" hangingPunct="0">
              <a:defRPr sz="2400">
                <a:solidFill>
                  <a:schemeClr val="tx1"/>
                </a:solidFill>
                <a:latin typeface="Arial" charset="0"/>
                <a:cs typeface="Arial" charset="0"/>
              </a:defRPr>
            </a:lvl3pPr>
            <a:lvl4pPr marL="1600200" indent="-228600" defTabSz="931863" eaLnBrk="0" hangingPunct="0">
              <a:defRPr sz="2400">
                <a:solidFill>
                  <a:schemeClr val="tx1"/>
                </a:solidFill>
                <a:latin typeface="Arial" charset="0"/>
                <a:cs typeface="Arial" charset="0"/>
              </a:defRPr>
            </a:lvl4pPr>
            <a:lvl5pPr marL="2057400" indent="-228600" defTabSz="931863" eaLnBrk="0" hangingPunct="0">
              <a:defRPr sz="2400">
                <a:solidFill>
                  <a:schemeClr val="tx1"/>
                </a:solidFill>
                <a:latin typeface="Arial" charset="0"/>
                <a:cs typeface="Arial" charset="0"/>
              </a:defRPr>
            </a:lvl5pPr>
            <a:lvl6pPr marL="2514600" indent="-228600" defTabSz="931863" eaLnBrk="0" fontAlgn="base" hangingPunct="0">
              <a:spcBef>
                <a:spcPct val="0"/>
              </a:spcBef>
              <a:spcAft>
                <a:spcPct val="0"/>
              </a:spcAft>
              <a:defRPr sz="2400">
                <a:solidFill>
                  <a:schemeClr val="tx1"/>
                </a:solidFill>
                <a:latin typeface="Arial" charset="0"/>
                <a:cs typeface="Arial" charset="0"/>
              </a:defRPr>
            </a:lvl6pPr>
            <a:lvl7pPr marL="2971800" indent="-228600" defTabSz="931863" eaLnBrk="0" fontAlgn="base" hangingPunct="0">
              <a:spcBef>
                <a:spcPct val="0"/>
              </a:spcBef>
              <a:spcAft>
                <a:spcPct val="0"/>
              </a:spcAft>
              <a:defRPr sz="2400">
                <a:solidFill>
                  <a:schemeClr val="tx1"/>
                </a:solidFill>
                <a:latin typeface="Arial" charset="0"/>
                <a:cs typeface="Arial" charset="0"/>
              </a:defRPr>
            </a:lvl7pPr>
            <a:lvl8pPr marL="3429000" indent="-228600" defTabSz="931863" eaLnBrk="0" fontAlgn="base" hangingPunct="0">
              <a:spcBef>
                <a:spcPct val="0"/>
              </a:spcBef>
              <a:spcAft>
                <a:spcPct val="0"/>
              </a:spcAft>
              <a:defRPr sz="2400">
                <a:solidFill>
                  <a:schemeClr val="tx1"/>
                </a:solidFill>
                <a:latin typeface="Arial" charset="0"/>
                <a:cs typeface="Arial" charset="0"/>
              </a:defRPr>
            </a:lvl8pPr>
            <a:lvl9pPr marL="3886200" indent="-228600" defTabSz="931863" eaLnBrk="0" fontAlgn="base" hangingPunct="0">
              <a:spcBef>
                <a:spcPct val="0"/>
              </a:spcBef>
              <a:spcAft>
                <a:spcPct val="0"/>
              </a:spcAft>
              <a:defRPr sz="2400">
                <a:solidFill>
                  <a:schemeClr val="tx1"/>
                </a:solidFill>
                <a:latin typeface="Arial" charset="0"/>
                <a:cs typeface="Arial" charset="0"/>
              </a:defRPr>
            </a:lvl9pPr>
          </a:lstStyle>
          <a:p>
            <a:pPr eaLnBrk="1" hangingPunct="1"/>
            <a:fld id="{DB06FCC6-1C28-4031-9779-18401B267BA9}" type="slidenum">
              <a:rPr lang="en-CA" sz="1200" smtClean="0">
                <a:latin typeface="Tahoma" pitchFamily="34" charset="0"/>
              </a:rPr>
              <a:pPr eaLnBrk="1" hangingPunct="1"/>
              <a:t>24</a:t>
            </a:fld>
            <a:endParaRPr lang="en-CA" sz="1200" smtClean="0">
              <a:latin typeface="Tahoma" pitchFamily="34" charset="0"/>
            </a:endParaRPr>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Arial" charset="0"/>
                <a:cs typeface="Arial" charset="0"/>
              </a:defRPr>
            </a:lvl1pPr>
            <a:lvl2pPr marL="742950" indent="-285750" defTabSz="931863" eaLnBrk="0" hangingPunct="0">
              <a:defRPr sz="2400">
                <a:solidFill>
                  <a:schemeClr val="tx1"/>
                </a:solidFill>
                <a:latin typeface="Arial" charset="0"/>
                <a:cs typeface="Arial" charset="0"/>
              </a:defRPr>
            </a:lvl2pPr>
            <a:lvl3pPr marL="1143000" indent="-228600" defTabSz="931863" eaLnBrk="0" hangingPunct="0">
              <a:defRPr sz="2400">
                <a:solidFill>
                  <a:schemeClr val="tx1"/>
                </a:solidFill>
                <a:latin typeface="Arial" charset="0"/>
                <a:cs typeface="Arial" charset="0"/>
              </a:defRPr>
            </a:lvl3pPr>
            <a:lvl4pPr marL="1600200" indent="-228600" defTabSz="931863" eaLnBrk="0" hangingPunct="0">
              <a:defRPr sz="2400">
                <a:solidFill>
                  <a:schemeClr val="tx1"/>
                </a:solidFill>
                <a:latin typeface="Arial" charset="0"/>
                <a:cs typeface="Arial" charset="0"/>
              </a:defRPr>
            </a:lvl4pPr>
            <a:lvl5pPr marL="2057400" indent="-228600" defTabSz="931863" eaLnBrk="0" hangingPunct="0">
              <a:defRPr sz="2400">
                <a:solidFill>
                  <a:schemeClr val="tx1"/>
                </a:solidFill>
                <a:latin typeface="Arial" charset="0"/>
                <a:cs typeface="Arial" charset="0"/>
              </a:defRPr>
            </a:lvl5pPr>
            <a:lvl6pPr marL="2514600" indent="-228600" defTabSz="931863" eaLnBrk="0" fontAlgn="base" hangingPunct="0">
              <a:spcBef>
                <a:spcPct val="0"/>
              </a:spcBef>
              <a:spcAft>
                <a:spcPct val="0"/>
              </a:spcAft>
              <a:defRPr sz="2400">
                <a:solidFill>
                  <a:schemeClr val="tx1"/>
                </a:solidFill>
                <a:latin typeface="Arial" charset="0"/>
                <a:cs typeface="Arial" charset="0"/>
              </a:defRPr>
            </a:lvl6pPr>
            <a:lvl7pPr marL="2971800" indent="-228600" defTabSz="931863" eaLnBrk="0" fontAlgn="base" hangingPunct="0">
              <a:spcBef>
                <a:spcPct val="0"/>
              </a:spcBef>
              <a:spcAft>
                <a:spcPct val="0"/>
              </a:spcAft>
              <a:defRPr sz="2400">
                <a:solidFill>
                  <a:schemeClr val="tx1"/>
                </a:solidFill>
                <a:latin typeface="Arial" charset="0"/>
                <a:cs typeface="Arial" charset="0"/>
              </a:defRPr>
            </a:lvl7pPr>
            <a:lvl8pPr marL="3429000" indent="-228600" defTabSz="931863" eaLnBrk="0" fontAlgn="base" hangingPunct="0">
              <a:spcBef>
                <a:spcPct val="0"/>
              </a:spcBef>
              <a:spcAft>
                <a:spcPct val="0"/>
              </a:spcAft>
              <a:defRPr sz="2400">
                <a:solidFill>
                  <a:schemeClr val="tx1"/>
                </a:solidFill>
                <a:latin typeface="Arial" charset="0"/>
                <a:cs typeface="Arial" charset="0"/>
              </a:defRPr>
            </a:lvl8pPr>
            <a:lvl9pPr marL="3886200" indent="-228600" defTabSz="931863" eaLnBrk="0" fontAlgn="base" hangingPunct="0">
              <a:spcBef>
                <a:spcPct val="0"/>
              </a:spcBef>
              <a:spcAft>
                <a:spcPct val="0"/>
              </a:spcAft>
              <a:defRPr sz="2400">
                <a:solidFill>
                  <a:schemeClr val="tx1"/>
                </a:solidFill>
                <a:latin typeface="Arial" charset="0"/>
                <a:cs typeface="Arial" charset="0"/>
              </a:defRPr>
            </a:lvl9pPr>
          </a:lstStyle>
          <a:p>
            <a:pPr eaLnBrk="1" hangingPunct="1"/>
            <a:fld id="{8D2B76FE-B8B6-4CE2-8CF7-B672E7EA62FB}" type="slidenum">
              <a:rPr lang="en-CA" sz="1200" smtClean="0">
                <a:latin typeface="Tahoma" pitchFamily="34" charset="0"/>
              </a:rPr>
              <a:pPr eaLnBrk="1" hangingPunct="1"/>
              <a:t>28</a:t>
            </a:fld>
            <a:endParaRPr lang="en-CA" sz="1200" smtClean="0">
              <a:latin typeface="Tahoma" pitchFamily="34" charset="0"/>
            </a:endParaRPr>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Arial" charset="0"/>
                <a:cs typeface="Arial" charset="0"/>
              </a:defRPr>
            </a:lvl1pPr>
            <a:lvl2pPr marL="742950" indent="-285750" defTabSz="931863" eaLnBrk="0" hangingPunct="0">
              <a:defRPr sz="2400">
                <a:solidFill>
                  <a:schemeClr val="tx1"/>
                </a:solidFill>
                <a:latin typeface="Arial" charset="0"/>
                <a:cs typeface="Arial" charset="0"/>
              </a:defRPr>
            </a:lvl2pPr>
            <a:lvl3pPr marL="1143000" indent="-228600" defTabSz="931863" eaLnBrk="0" hangingPunct="0">
              <a:defRPr sz="2400">
                <a:solidFill>
                  <a:schemeClr val="tx1"/>
                </a:solidFill>
                <a:latin typeface="Arial" charset="0"/>
                <a:cs typeface="Arial" charset="0"/>
              </a:defRPr>
            </a:lvl3pPr>
            <a:lvl4pPr marL="1600200" indent="-228600" defTabSz="931863" eaLnBrk="0" hangingPunct="0">
              <a:defRPr sz="2400">
                <a:solidFill>
                  <a:schemeClr val="tx1"/>
                </a:solidFill>
                <a:latin typeface="Arial" charset="0"/>
                <a:cs typeface="Arial" charset="0"/>
              </a:defRPr>
            </a:lvl4pPr>
            <a:lvl5pPr marL="2057400" indent="-228600" defTabSz="931863" eaLnBrk="0" hangingPunct="0">
              <a:defRPr sz="2400">
                <a:solidFill>
                  <a:schemeClr val="tx1"/>
                </a:solidFill>
                <a:latin typeface="Arial" charset="0"/>
                <a:cs typeface="Arial" charset="0"/>
              </a:defRPr>
            </a:lvl5pPr>
            <a:lvl6pPr marL="2514600" indent="-228600" defTabSz="931863" eaLnBrk="0" fontAlgn="base" hangingPunct="0">
              <a:spcBef>
                <a:spcPct val="0"/>
              </a:spcBef>
              <a:spcAft>
                <a:spcPct val="0"/>
              </a:spcAft>
              <a:defRPr sz="2400">
                <a:solidFill>
                  <a:schemeClr val="tx1"/>
                </a:solidFill>
                <a:latin typeface="Arial" charset="0"/>
                <a:cs typeface="Arial" charset="0"/>
              </a:defRPr>
            </a:lvl6pPr>
            <a:lvl7pPr marL="2971800" indent="-228600" defTabSz="931863" eaLnBrk="0" fontAlgn="base" hangingPunct="0">
              <a:spcBef>
                <a:spcPct val="0"/>
              </a:spcBef>
              <a:spcAft>
                <a:spcPct val="0"/>
              </a:spcAft>
              <a:defRPr sz="2400">
                <a:solidFill>
                  <a:schemeClr val="tx1"/>
                </a:solidFill>
                <a:latin typeface="Arial" charset="0"/>
                <a:cs typeface="Arial" charset="0"/>
              </a:defRPr>
            </a:lvl7pPr>
            <a:lvl8pPr marL="3429000" indent="-228600" defTabSz="931863" eaLnBrk="0" fontAlgn="base" hangingPunct="0">
              <a:spcBef>
                <a:spcPct val="0"/>
              </a:spcBef>
              <a:spcAft>
                <a:spcPct val="0"/>
              </a:spcAft>
              <a:defRPr sz="2400">
                <a:solidFill>
                  <a:schemeClr val="tx1"/>
                </a:solidFill>
                <a:latin typeface="Arial" charset="0"/>
                <a:cs typeface="Arial" charset="0"/>
              </a:defRPr>
            </a:lvl8pPr>
            <a:lvl9pPr marL="3886200" indent="-228600" defTabSz="931863" eaLnBrk="0" fontAlgn="base" hangingPunct="0">
              <a:spcBef>
                <a:spcPct val="0"/>
              </a:spcBef>
              <a:spcAft>
                <a:spcPct val="0"/>
              </a:spcAft>
              <a:defRPr sz="2400">
                <a:solidFill>
                  <a:schemeClr val="tx1"/>
                </a:solidFill>
                <a:latin typeface="Arial" charset="0"/>
                <a:cs typeface="Arial" charset="0"/>
              </a:defRPr>
            </a:lvl9pPr>
          </a:lstStyle>
          <a:p>
            <a:pPr eaLnBrk="1" hangingPunct="1"/>
            <a:fld id="{713F16BD-0E46-4B8B-91B8-681E8886E58D}" type="slidenum">
              <a:rPr lang="en-CA" sz="1200" smtClean="0">
                <a:latin typeface="Tahoma" pitchFamily="34" charset="0"/>
              </a:rPr>
              <a:pPr eaLnBrk="1" hangingPunct="1"/>
              <a:t>29</a:t>
            </a:fld>
            <a:endParaRPr lang="en-CA" sz="1200" smtClean="0">
              <a:latin typeface="Tahoma" pitchFamily="34" charset="0"/>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Arial" charset="0"/>
                <a:cs typeface="Arial" charset="0"/>
              </a:defRPr>
            </a:lvl1pPr>
            <a:lvl2pPr marL="742950" indent="-285750" defTabSz="931863" eaLnBrk="0" hangingPunct="0">
              <a:defRPr sz="2400">
                <a:solidFill>
                  <a:schemeClr val="tx1"/>
                </a:solidFill>
                <a:latin typeface="Arial" charset="0"/>
                <a:cs typeface="Arial" charset="0"/>
              </a:defRPr>
            </a:lvl2pPr>
            <a:lvl3pPr marL="1143000" indent="-228600" defTabSz="931863" eaLnBrk="0" hangingPunct="0">
              <a:defRPr sz="2400">
                <a:solidFill>
                  <a:schemeClr val="tx1"/>
                </a:solidFill>
                <a:latin typeface="Arial" charset="0"/>
                <a:cs typeface="Arial" charset="0"/>
              </a:defRPr>
            </a:lvl3pPr>
            <a:lvl4pPr marL="1600200" indent="-228600" defTabSz="931863" eaLnBrk="0" hangingPunct="0">
              <a:defRPr sz="2400">
                <a:solidFill>
                  <a:schemeClr val="tx1"/>
                </a:solidFill>
                <a:latin typeface="Arial" charset="0"/>
                <a:cs typeface="Arial" charset="0"/>
              </a:defRPr>
            </a:lvl4pPr>
            <a:lvl5pPr marL="2057400" indent="-228600" defTabSz="931863" eaLnBrk="0" hangingPunct="0">
              <a:defRPr sz="2400">
                <a:solidFill>
                  <a:schemeClr val="tx1"/>
                </a:solidFill>
                <a:latin typeface="Arial" charset="0"/>
                <a:cs typeface="Arial" charset="0"/>
              </a:defRPr>
            </a:lvl5pPr>
            <a:lvl6pPr marL="2514600" indent="-228600" defTabSz="931863" eaLnBrk="0" fontAlgn="base" hangingPunct="0">
              <a:spcBef>
                <a:spcPct val="0"/>
              </a:spcBef>
              <a:spcAft>
                <a:spcPct val="0"/>
              </a:spcAft>
              <a:defRPr sz="2400">
                <a:solidFill>
                  <a:schemeClr val="tx1"/>
                </a:solidFill>
                <a:latin typeface="Arial" charset="0"/>
                <a:cs typeface="Arial" charset="0"/>
              </a:defRPr>
            </a:lvl6pPr>
            <a:lvl7pPr marL="2971800" indent="-228600" defTabSz="931863" eaLnBrk="0" fontAlgn="base" hangingPunct="0">
              <a:spcBef>
                <a:spcPct val="0"/>
              </a:spcBef>
              <a:spcAft>
                <a:spcPct val="0"/>
              </a:spcAft>
              <a:defRPr sz="2400">
                <a:solidFill>
                  <a:schemeClr val="tx1"/>
                </a:solidFill>
                <a:latin typeface="Arial" charset="0"/>
                <a:cs typeface="Arial" charset="0"/>
              </a:defRPr>
            </a:lvl7pPr>
            <a:lvl8pPr marL="3429000" indent="-228600" defTabSz="931863" eaLnBrk="0" fontAlgn="base" hangingPunct="0">
              <a:spcBef>
                <a:spcPct val="0"/>
              </a:spcBef>
              <a:spcAft>
                <a:spcPct val="0"/>
              </a:spcAft>
              <a:defRPr sz="2400">
                <a:solidFill>
                  <a:schemeClr val="tx1"/>
                </a:solidFill>
                <a:latin typeface="Arial" charset="0"/>
                <a:cs typeface="Arial" charset="0"/>
              </a:defRPr>
            </a:lvl8pPr>
            <a:lvl9pPr marL="3886200" indent="-228600" defTabSz="931863" eaLnBrk="0" fontAlgn="base" hangingPunct="0">
              <a:spcBef>
                <a:spcPct val="0"/>
              </a:spcBef>
              <a:spcAft>
                <a:spcPct val="0"/>
              </a:spcAft>
              <a:defRPr sz="2400">
                <a:solidFill>
                  <a:schemeClr val="tx1"/>
                </a:solidFill>
                <a:latin typeface="Arial" charset="0"/>
                <a:cs typeface="Arial" charset="0"/>
              </a:defRPr>
            </a:lvl9pPr>
          </a:lstStyle>
          <a:p>
            <a:pPr eaLnBrk="1" hangingPunct="1"/>
            <a:fld id="{229FED1B-87E2-46FF-901E-A9AA528A044A}" type="slidenum">
              <a:rPr lang="en-CA" sz="1200" smtClean="0">
                <a:latin typeface="Tahoma" pitchFamily="34" charset="0"/>
              </a:rPr>
              <a:pPr eaLnBrk="1" hangingPunct="1"/>
              <a:t>30</a:t>
            </a:fld>
            <a:endParaRPr lang="en-CA" sz="1200" smtClean="0">
              <a:latin typeface="Tahoma" pitchFamily="34" charset="0"/>
            </a:endParaRPr>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Arial" charset="0"/>
                <a:cs typeface="Arial" charset="0"/>
              </a:defRPr>
            </a:lvl1pPr>
            <a:lvl2pPr marL="742950" indent="-285750" defTabSz="931863" eaLnBrk="0" hangingPunct="0">
              <a:defRPr sz="2400">
                <a:solidFill>
                  <a:schemeClr val="tx1"/>
                </a:solidFill>
                <a:latin typeface="Arial" charset="0"/>
                <a:cs typeface="Arial" charset="0"/>
              </a:defRPr>
            </a:lvl2pPr>
            <a:lvl3pPr marL="1143000" indent="-228600" defTabSz="931863" eaLnBrk="0" hangingPunct="0">
              <a:defRPr sz="2400">
                <a:solidFill>
                  <a:schemeClr val="tx1"/>
                </a:solidFill>
                <a:latin typeface="Arial" charset="0"/>
                <a:cs typeface="Arial" charset="0"/>
              </a:defRPr>
            </a:lvl3pPr>
            <a:lvl4pPr marL="1600200" indent="-228600" defTabSz="931863" eaLnBrk="0" hangingPunct="0">
              <a:defRPr sz="2400">
                <a:solidFill>
                  <a:schemeClr val="tx1"/>
                </a:solidFill>
                <a:latin typeface="Arial" charset="0"/>
                <a:cs typeface="Arial" charset="0"/>
              </a:defRPr>
            </a:lvl4pPr>
            <a:lvl5pPr marL="2057400" indent="-228600" defTabSz="931863" eaLnBrk="0" hangingPunct="0">
              <a:defRPr sz="2400">
                <a:solidFill>
                  <a:schemeClr val="tx1"/>
                </a:solidFill>
                <a:latin typeface="Arial" charset="0"/>
                <a:cs typeface="Arial" charset="0"/>
              </a:defRPr>
            </a:lvl5pPr>
            <a:lvl6pPr marL="2514600" indent="-228600" defTabSz="931863" eaLnBrk="0" fontAlgn="base" hangingPunct="0">
              <a:spcBef>
                <a:spcPct val="0"/>
              </a:spcBef>
              <a:spcAft>
                <a:spcPct val="0"/>
              </a:spcAft>
              <a:defRPr sz="2400">
                <a:solidFill>
                  <a:schemeClr val="tx1"/>
                </a:solidFill>
                <a:latin typeface="Arial" charset="0"/>
                <a:cs typeface="Arial" charset="0"/>
              </a:defRPr>
            </a:lvl6pPr>
            <a:lvl7pPr marL="2971800" indent="-228600" defTabSz="931863" eaLnBrk="0" fontAlgn="base" hangingPunct="0">
              <a:spcBef>
                <a:spcPct val="0"/>
              </a:spcBef>
              <a:spcAft>
                <a:spcPct val="0"/>
              </a:spcAft>
              <a:defRPr sz="2400">
                <a:solidFill>
                  <a:schemeClr val="tx1"/>
                </a:solidFill>
                <a:latin typeface="Arial" charset="0"/>
                <a:cs typeface="Arial" charset="0"/>
              </a:defRPr>
            </a:lvl7pPr>
            <a:lvl8pPr marL="3429000" indent="-228600" defTabSz="931863" eaLnBrk="0" fontAlgn="base" hangingPunct="0">
              <a:spcBef>
                <a:spcPct val="0"/>
              </a:spcBef>
              <a:spcAft>
                <a:spcPct val="0"/>
              </a:spcAft>
              <a:defRPr sz="2400">
                <a:solidFill>
                  <a:schemeClr val="tx1"/>
                </a:solidFill>
                <a:latin typeface="Arial" charset="0"/>
                <a:cs typeface="Arial" charset="0"/>
              </a:defRPr>
            </a:lvl8pPr>
            <a:lvl9pPr marL="3886200" indent="-228600" defTabSz="931863" eaLnBrk="0" fontAlgn="base" hangingPunct="0">
              <a:spcBef>
                <a:spcPct val="0"/>
              </a:spcBef>
              <a:spcAft>
                <a:spcPct val="0"/>
              </a:spcAft>
              <a:defRPr sz="2400">
                <a:solidFill>
                  <a:schemeClr val="tx1"/>
                </a:solidFill>
                <a:latin typeface="Arial" charset="0"/>
                <a:cs typeface="Arial" charset="0"/>
              </a:defRPr>
            </a:lvl9pPr>
          </a:lstStyle>
          <a:p>
            <a:pPr eaLnBrk="1" hangingPunct="1"/>
            <a:fld id="{30ECD128-467A-44BA-BAF8-EA808A91E8BD}" type="slidenum">
              <a:rPr lang="en-CA" sz="1200" smtClean="0">
                <a:latin typeface="Tahoma" pitchFamily="34" charset="0"/>
              </a:rPr>
              <a:pPr eaLnBrk="1" hangingPunct="1"/>
              <a:t>31</a:t>
            </a:fld>
            <a:endParaRPr lang="en-CA" sz="1200" smtClean="0">
              <a:latin typeface="Tahoma" pitchFamily="34" charset="0"/>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Arial" charset="0"/>
                <a:cs typeface="Arial" charset="0"/>
              </a:defRPr>
            </a:lvl1pPr>
            <a:lvl2pPr marL="742950" indent="-285750" defTabSz="931863" eaLnBrk="0" hangingPunct="0">
              <a:defRPr sz="2400">
                <a:solidFill>
                  <a:schemeClr val="tx1"/>
                </a:solidFill>
                <a:latin typeface="Arial" charset="0"/>
                <a:cs typeface="Arial" charset="0"/>
              </a:defRPr>
            </a:lvl2pPr>
            <a:lvl3pPr marL="1143000" indent="-228600" defTabSz="931863" eaLnBrk="0" hangingPunct="0">
              <a:defRPr sz="2400">
                <a:solidFill>
                  <a:schemeClr val="tx1"/>
                </a:solidFill>
                <a:latin typeface="Arial" charset="0"/>
                <a:cs typeface="Arial" charset="0"/>
              </a:defRPr>
            </a:lvl3pPr>
            <a:lvl4pPr marL="1600200" indent="-228600" defTabSz="931863" eaLnBrk="0" hangingPunct="0">
              <a:defRPr sz="2400">
                <a:solidFill>
                  <a:schemeClr val="tx1"/>
                </a:solidFill>
                <a:latin typeface="Arial" charset="0"/>
                <a:cs typeface="Arial" charset="0"/>
              </a:defRPr>
            </a:lvl4pPr>
            <a:lvl5pPr marL="2057400" indent="-228600" defTabSz="931863" eaLnBrk="0" hangingPunct="0">
              <a:defRPr sz="2400">
                <a:solidFill>
                  <a:schemeClr val="tx1"/>
                </a:solidFill>
                <a:latin typeface="Arial" charset="0"/>
                <a:cs typeface="Arial" charset="0"/>
              </a:defRPr>
            </a:lvl5pPr>
            <a:lvl6pPr marL="2514600" indent="-228600" defTabSz="931863" eaLnBrk="0" fontAlgn="base" hangingPunct="0">
              <a:spcBef>
                <a:spcPct val="0"/>
              </a:spcBef>
              <a:spcAft>
                <a:spcPct val="0"/>
              </a:spcAft>
              <a:defRPr sz="2400">
                <a:solidFill>
                  <a:schemeClr val="tx1"/>
                </a:solidFill>
                <a:latin typeface="Arial" charset="0"/>
                <a:cs typeface="Arial" charset="0"/>
              </a:defRPr>
            </a:lvl6pPr>
            <a:lvl7pPr marL="2971800" indent="-228600" defTabSz="931863" eaLnBrk="0" fontAlgn="base" hangingPunct="0">
              <a:spcBef>
                <a:spcPct val="0"/>
              </a:spcBef>
              <a:spcAft>
                <a:spcPct val="0"/>
              </a:spcAft>
              <a:defRPr sz="2400">
                <a:solidFill>
                  <a:schemeClr val="tx1"/>
                </a:solidFill>
                <a:latin typeface="Arial" charset="0"/>
                <a:cs typeface="Arial" charset="0"/>
              </a:defRPr>
            </a:lvl7pPr>
            <a:lvl8pPr marL="3429000" indent="-228600" defTabSz="931863" eaLnBrk="0" fontAlgn="base" hangingPunct="0">
              <a:spcBef>
                <a:spcPct val="0"/>
              </a:spcBef>
              <a:spcAft>
                <a:spcPct val="0"/>
              </a:spcAft>
              <a:defRPr sz="2400">
                <a:solidFill>
                  <a:schemeClr val="tx1"/>
                </a:solidFill>
                <a:latin typeface="Arial" charset="0"/>
                <a:cs typeface="Arial" charset="0"/>
              </a:defRPr>
            </a:lvl8pPr>
            <a:lvl9pPr marL="3886200" indent="-228600" defTabSz="931863" eaLnBrk="0" fontAlgn="base" hangingPunct="0">
              <a:spcBef>
                <a:spcPct val="0"/>
              </a:spcBef>
              <a:spcAft>
                <a:spcPct val="0"/>
              </a:spcAft>
              <a:defRPr sz="2400">
                <a:solidFill>
                  <a:schemeClr val="tx1"/>
                </a:solidFill>
                <a:latin typeface="Arial" charset="0"/>
                <a:cs typeface="Arial" charset="0"/>
              </a:defRPr>
            </a:lvl9pPr>
          </a:lstStyle>
          <a:p>
            <a:pPr eaLnBrk="1" hangingPunct="1"/>
            <a:fld id="{B4B3EB4D-96E1-42C4-9875-93B3D6E74A8C}" type="slidenum">
              <a:rPr lang="en-CA" sz="1200" smtClean="0">
                <a:latin typeface="Tahoma" pitchFamily="34" charset="0"/>
              </a:rPr>
              <a:pPr eaLnBrk="1" hangingPunct="1"/>
              <a:t>32</a:t>
            </a:fld>
            <a:endParaRPr lang="en-CA" sz="1200" smtClean="0">
              <a:latin typeface="Tahoma" pitchFamily="34" charset="0"/>
            </a:endParaRPr>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Arial" charset="0"/>
                <a:cs typeface="Arial" charset="0"/>
              </a:defRPr>
            </a:lvl1pPr>
            <a:lvl2pPr marL="742950" indent="-285750" defTabSz="931863" eaLnBrk="0" hangingPunct="0">
              <a:defRPr sz="2400">
                <a:solidFill>
                  <a:schemeClr val="tx1"/>
                </a:solidFill>
                <a:latin typeface="Arial" charset="0"/>
                <a:cs typeface="Arial" charset="0"/>
              </a:defRPr>
            </a:lvl2pPr>
            <a:lvl3pPr marL="1143000" indent="-228600" defTabSz="931863" eaLnBrk="0" hangingPunct="0">
              <a:defRPr sz="2400">
                <a:solidFill>
                  <a:schemeClr val="tx1"/>
                </a:solidFill>
                <a:latin typeface="Arial" charset="0"/>
                <a:cs typeface="Arial" charset="0"/>
              </a:defRPr>
            </a:lvl3pPr>
            <a:lvl4pPr marL="1600200" indent="-228600" defTabSz="931863" eaLnBrk="0" hangingPunct="0">
              <a:defRPr sz="2400">
                <a:solidFill>
                  <a:schemeClr val="tx1"/>
                </a:solidFill>
                <a:latin typeface="Arial" charset="0"/>
                <a:cs typeface="Arial" charset="0"/>
              </a:defRPr>
            </a:lvl4pPr>
            <a:lvl5pPr marL="2057400" indent="-228600" defTabSz="931863" eaLnBrk="0" hangingPunct="0">
              <a:defRPr sz="2400">
                <a:solidFill>
                  <a:schemeClr val="tx1"/>
                </a:solidFill>
                <a:latin typeface="Arial" charset="0"/>
                <a:cs typeface="Arial" charset="0"/>
              </a:defRPr>
            </a:lvl5pPr>
            <a:lvl6pPr marL="2514600" indent="-228600" defTabSz="931863" eaLnBrk="0" fontAlgn="base" hangingPunct="0">
              <a:spcBef>
                <a:spcPct val="0"/>
              </a:spcBef>
              <a:spcAft>
                <a:spcPct val="0"/>
              </a:spcAft>
              <a:defRPr sz="2400">
                <a:solidFill>
                  <a:schemeClr val="tx1"/>
                </a:solidFill>
                <a:latin typeface="Arial" charset="0"/>
                <a:cs typeface="Arial" charset="0"/>
              </a:defRPr>
            </a:lvl6pPr>
            <a:lvl7pPr marL="2971800" indent="-228600" defTabSz="931863" eaLnBrk="0" fontAlgn="base" hangingPunct="0">
              <a:spcBef>
                <a:spcPct val="0"/>
              </a:spcBef>
              <a:spcAft>
                <a:spcPct val="0"/>
              </a:spcAft>
              <a:defRPr sz="2400">
                <a:solidFill>
                  <a:schemeClr val="tx1"/>
                </a:solidFill>
                <a:latin typeface="Arial" charset="0"/>
                <a:cs typeface="Arial" charset="0"/>
              </a:defRPr>
            </a:lvl7pPr>
            <a:lvl8pPr marL="3429000" indent="-228600" defTabSz="931863" eaLnBrk="0" fontAlgn="base" hangingPunct="0">
              <a:spcBef>
                <a:spcPct val="0"/>
              </a:spcBef>
              <a:spcAft>
                <a:spcPct val="0"/>
              </a:spcAft>
              <a:defRPr sz="2400">
                <a:solidFill>
                  <a:schemeClr val="tx1"/>
                </a:solidFill>
                <a:latin typeface="Arial" charset="0"/>
                <a:cs typeface="Arial" charset="0"/>
              </a:defRPr>
            </a:lvl8pPr>
            <a:lvl9pPr marL="3886200" indent="-228600" defTabSz="931863" eaLnBrk="0" fontAlgn="base" hangingPunct="0">
              <a:spcBef>
                <a:spcPct val="0"/>
              </a:spcBef>
              <a:spcAft>
                <a:spcPct val="0"/>
              </a:spcAft>
              <a:defRPr sz="2400">
                <a:solidFill>
                  <a:schemeClr val="tx1"/>
                </a:solidFill>
                <a:latin typeface="Arial" charset="0"/>
                <a:cs typeface="Arial" charset="0"/>
              </a:defRPr>
            </a:lvl9pPr>
          </a:lstStyle>
          <a:p>
            <a:pPr eaLnBrk="1" hangingPunct="1"/>
            <a:fld id="{4960F838-1DC6-4532-8A6C-2AD23F8511C1}" type="slidenum">
              <a:rPr lang="en-CA" sz="1200" smtClean="0">
                <a:latin typeface="Tahoma" pitchFamily="34" charset="0"/>
              </a:rPr>
              <a:pPr eaLnBrk="1" hangingPunct="1"/>
              <a:t>33</a:t>
            </a:fld>
            <a:endParaRPr lang="en-CA" sz="1200" smtClean="0">
              <a:latin typeface="Tahoma" pitchFamily="34" charset="0"/>
            </a:endParaRPr>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Arial" charset="0"/>
                <a:cs typeface="Arial" charset="0"/>
              </a:defRPr>
            </a:lvl1pPr>
            <a:lvl2pPr marL="742950" indent="-285750" defTabSz="931863" eaLnBrk="0" hangingPunct="0">
              <a:defRPr sz="2400">
                <a:solidFill>
                  <a:schemeClr val="tx1"/>
                </a:solidFill>
                <a:latin typeface="Arial" charset="0"/>
                <a:cs typeface="Arial" charset="0"/>
              </a:defRPr>
            </a:lvl2pPr>
            <a:lvl3pPr marL="1143000" indent="-228600" defTabSz="931863" eaLnBrk="0" hangingPunct="0">
              <a:defRPr sz="2400">
                <a:solidFill>
                  <a:schemeClr val="tx1"/>
                </a:solidFill>
                <a:latin typeface="Arial" charset="0"/>
                <a:cs typeface="Arial" charset="0"/>
              </a:defRPr>
            </a:lvl3pPr>
            <a:lvl4pPr marL="1600200" indent="-228600" defTabSz="931863" eaLnBrk="0" hangingPunct="0">
              <a:defRPr sz="2400">
                <a:solidFill>
                  <a:schemeClr val="tx1"/>
                </a:solidFill>
                <a:latin typeface="Arial" charset="0"/>
                <a:cs typeface="Arial" charset="0"/>
              </a:defRPr>
            </a:lvl4pPr>
            <a:lvl5pPr marL="2057400" indent="-228600" defTabSz="931863" eaLnBrk="0" hangingPunct="0">
              <a:defRPr sz="2400">
                <a:solidFill>
                  <a:schemeClr val="tx1"/>
                </a:solidFill>
                <a:latin typeface="Arial" charset="0"/>
                <a:cs typeface="Arial" charset="0"/>
              </a:defRPr>
            </a:lvl5pPr>
            <a:lvl6pPr marL="2514600" indent="-228600" defTabSz="931863" eaLnBrk="0" fontAlgn="base" hangingPunct="0">
              <a:spcBef>
                <a:spcPct val="0"/>
              </a:spcBef>
              <a:spcAft>
                <a:spcPct val="0"/>
              </a:spcAft>
              <a:defRPr sz="2400">
                <a:solidFill>
                  <a:schemeClr val="tx1"/>
                </a:solidFill>
                <a:latin typeface="Arial" charset="0"/>
                <a:cs typeface="Arial" charset="0"/>
              </a:defRPr>
            </a:lvl6pPr>
            <a:lvl7pPr marL="2971800" indent="-228600" defTabSz="931863" eaLnBrk="0" fontAlgn="base" hangingPunct="0">
              <a:spcBef>
                <a:spcPct val="0"/>
              </a:spcBef>
              <a:spcAft>
                <a:spcPct val="0"/>
              </a:spcAft>
              <a:defRPr sz="2400">
                <a:solidFill>
                  <a:schemeClr val="tx1"/>
                </a:solidFill>
                <a:latin typeface="Arial" charset="0"/>
                <a:cs typeface="Arial" charset="0"/>
              </a:defRPr>
            </a:lvl7pPr>
            <a:lvl8pPr marL="3429000" indent="-228600" defTabSz="931863" eaLnBrk="0" fontAlgn="base" hangingPunct="0">
              <a:spcBef>
                <a:spcPct val="0"/>
              </a:spcBef>
              <a:spcAft>
                <a:spcPct val="0"/>
              </a:spcAft>
              <a:defRPr sz="2400">
                <a:solidFill>
                  <a:schemeClr val="tx1"/>
                </a:solidFill>
                <a:latin typeface="Arial" charset="0"/>
                <a:cs typeface="Arial" charset="0"/>
              </a:defRPr>
            </a:lvl8pPr>
            <a:lvl9pPr marL="3886200" indent="-228600" defTabSz="931863" eaLnBrk="0" fontAlgn="base" hangingPunct="0">
              <a:spcBef>
                <a:spcPct val="0"/>
              </a:spcBef>
              <a:spcAft>
                <a:spcPct val="0"/>
              </a:spcAft>
              <a:defRPr sz="2400">
                <a:solidFill>
                  <a:schemeClr val="tx1"/>
                </a:solidFill>
                <a:latin typeface="Arial" charset="0"/>
                <a:cs typeface="Arial" charset="0"/>
              </a:defRPr>
            </a:lvl9pPr>
          </a:lstStyle>
          <a:p>
            <a:pPr eaLnBrk="1" hangingPunct="1"/>
            <a:fld id="{FFBE398E-B4C1-45AA-9171-0256052800B4}" type="slidenum">
              <a:rPr lang="en-CA" sz="1200" smtClean="0">
                <a:latin typeface="Tahoma" pitchFamily="34" charset="0"/>
              </a:rPr>
              <a:pPr eaLnBrk="1" hangingPunct="1"/>
              <a:t>34</a:t>
            </a:fld>
            <a:endParaRPr lang="en-CA" sz="1200" smtClean="0">
              <a:latin typeface="Tahoma" pitchFamily="34"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446695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690220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90907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481138"/>
            <a:ext cx="40386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481138"/>
            <a:ext cx="40386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4783425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406751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5674657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39730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1060560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848819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26"/>
          <p:cNvSpPr>
            <a:spLocks noGrp="1"/>
          </p:cNvSpPr>
          <p:nvPr>
            <p:ph type="sldNum" sz="quarter" idx="10"/>
          </p:nvPr>
        </p:nvSpPr>
        <p:spPr/>
        <p:txBody>
          <a:bodyPr/>
          <a:lstStyle>
            <a:lvl1pPr>
              <a:defRPr/>
            </a:lvl1pPr>
          </a:lstStyle>
          <a:p>
            <a:pPr>
              <a:defRPr/>
            </a:pPr>
            <a:fld id="{7772D774-157F-442C-9D2C-9CCEF9FDD1BE}" type="slidenum">
              <a:rPr lang="en-US"/>
              <a:pPr>
                <a:defRPr/>
              </a:pPr>
              <a:t>‹#›</a:t>
            </a:fld>
            <a:endParaRPr lang="en-US"/>
          </a:p>
        </p:txBody>
      </p:sp>
    </p:spTree>
    <p:extLst>
      <p:ext uri="{BB962C8B-B14F-4D97-AF65-F5344CB8AC3E}">
        <p14:creationId xmlns:p14="http://schemas.microsoft.com/office/powerpoint/2010/main" val="1580417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732462"/>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7324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26"/>
          <p:cNvSpPr>
            <a:spLocks noGrp="1"/>
          </p:cNvSpPr>
          <p:nvPr>
            <p:ph type="sldNum" sz="quarter" idx="10"/>
          </p:nvPr>
        </p:nvSpPr>
        <p:spPr/>
        <p:txBody>
          <a:bodyPr/>
          <a:lstStyle>
            <a:lvl1pPr>
              <a:defRPr/>
            </a:lvl1pPr>
          </a:lstStyle>
          <a:p>
            <a:pPr>
              <a:defRPr/>
            </a:pPr>
            <a:fld id="{1C6FE4A8-A6F3-4982-A287-06A2B8B3CED9}" type="slidenum">
              <a:rPr lang="en-US"/>
              <a:pPr>
                <a:defRPr/>
              </a:pPr>
              <a:t>‹#›</a:t>
            </a:fld>
            <a:endParaRPr lang="en-US"/>
          </a:p>
        </p:txBody>
      </p:sp>
    </p:spTree>
    <p:extLst>
      <p:ext uri="{BB962C8B-B14F-4D97-AF65-F5344CB8AC3E}">
        <p14:creationId xmlns:p14="http://schemas.microsoft.com/office/powerpoint/2010/main" val="7337430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descr="screen_plain2"/>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0"/>
            <a:ext cx="9144000" cy="687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ight Triangle 9"/>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a:defRPr/>
            </a:pPr>
            <a:endParaRPr lang="en-US" sz="1800"/>
          </a:p>
        </p:txBody>
      </p: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lang="en-US" smtClean="0"/>
              <a:t>Click to edit Master title style</a:t>
            </a:r>
            <a:endParaRPr lang="en-US"/>
          </a:p>
        </p:txBody>
      </p:sp>
      <p:sp>
        <p:nvSpPr>
          <p:cNvPr id="1029" name="Text Placeholder 29"/>
          <p:cNvSpPr>
            <a:spLocks noGrp="1"/>
          </p:cNvSpPr>
          <p:nvPr>
            <p:ph type="body" idx="1"/>
          </p:nvPr>
        </p:nvSpPr>
        <p:spPr bwMode="auto">
          <a:xfrm>
            <a:off x="457200" y="1481138"/>
            <a:ext cx="82296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5" name="Slide Number Placeholder 26"/>
          <p:cNvSpPr>
            <a:spLocks noGrp="1"/>
          </p:cNvSpPr>
          <p:nvPr>
            <p:ph type="sldNum" sz="quarter" idx="4"/>
          </p:nvPr>
        </p:nvSpPr>
        <p:spPr>
          <a:xfrm>
            <a:off x="8305800" y="6264275"/>
            <a:ext cx="366713" cy="365125"/>
          </a:xfrm>
          <a:prstGeom prst="rect">
            <a:avLst/>
          </a:prstGeom>
        </p:spPr>
        <p:txBody>
          <a:bodyPr vert="horz" wrap="square" lIns="91440" tIns="45720" rIns="91440" bIns="45720" numCol="1" anchor="b" anchorCtr="0" compatLnSpc="1">
            <a:prstTxWarp prst="textNoShape">
              <a:avLst/>
            </a:prstTxWarp>
          </a:bodyPr>
          <a:lstStyle>
            <a:lvl1pPr algn="r">
              <a:defRPr sz="1000">
                <a:latin typeface="Verdana" pitchFamily="34" charset="0"/>
              </a:defRPr>
            </a:lvl1pPr>
          </a:lstStyle>
          <a:p>
            <a:pPr>
              <a:defRPr/>
            </a:pPr>
            <a:fld id="{6B2ACB68-D296-4ADC-B3A7-B47C6462C59D}"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23" r:id="rId10"/>
    <p:sldLayoutId id="2147483724" r:id="rId11"/>
  </p:sldLayoutIdLst>
  <p:hf hdr="0" ftr="0"/>
  <p:txStyles>
    <p:titleStyle>
      <a:lvl1pPr algn="l" rtl="0" eaLnBrk="0" fontAlgn="base" hangingPunct="0">
        <a:spcBef>
          <a:spcPct val="0"/>
        </a:spcBef>
        <a:spcAft>
          <a:spcPct val="0"/>
        </a:spcAft>
        <a:defRPr sz="4100" b="1">
          <a:solidFill>
            <a:schemeClr val="tx2"/>
          </a:solidFill>
          <a:latin typeface="+mj-lt"/>
          <a:ea typeface="+mj-ea"/>
          <a:cs typeface="+mj-cs"/>
        </a:defRPr>
      </a:lvl1pPr>
      <a:lvl2pPr algn="l" rtl="0" eaLnBrk="0" fontAlgn="base" hangingPunct="0">
        <a:spcBef>
          <a:spcPct val="0"/>
        </a:spcBef>
        <a:spcAft>
          <a:spcPct val="0"/>
        </a:spcAft>
        <a:defRPr sz="4100" b="1">
          <a:solidFill>
            <a:schemeClr val="tx2"/>
          </a:solidFill>
          <a:latin typeface="Lucida Sans Unicode" pitchFamily="34" charset="0"/>
          <a:cs typeface="Arial" charset="0"/>
        </a:defRPr>
      </a:lvl2pPr>
      <a:lvl3pPr algn="l" rtl="0" eaLnBrk="0" fontAlgn="base" hangingPunct="0">
        <a:spcBef>
          <a:spcPct val="0"/>
        </a:spcBef>
        <a:spcAft>
          <a:spcPct val="0"/>
        </a:spcAft>
        <a:defRPr sz="4100" b="1">
          <a:solidFill>
            <a:schemeClr val="tx2"/>
          </a:solidFill>
          <a:latin typeface="Lucida Sans Unicode" pitchFamily="34" charset="0"/>
          <a:cs typeface="Arial" charset="0"/>
        </a:defRPr>
      </a:lvl3pPr>
      <a:lvl4pPr algn="l" rtl="0" eaLnBrk="0" fontAlgn="base" hangingPunct="0">
        <a:spcBef>
          <a:spcPct val="0"/>
        </a:spcBef>
        <a:spcAft>
          <a:spcPct val="0"/>
        </a:spcAft>
        <a:defRPr sz="4100" b="1">
          <a:solidFill>
            <a:schemeClr val="tx2"/>
          </a:solidFill>
          <a:latin typeface="Lucida Sans Unicode" pitchFamily="34" charset="0"/>
          <a:cs typeface="Arial" charset="0"/>
        </a:defRPr>
      </a:lvl4pPr>
      <a:lvl5pPr algn="l" rtl="0" eaLnBrk="0" fontAlgn="base" hangingPunct="0">
        <a:spcBef>
          <a:spcPct val="0"/>
        </a:spcBef>
        <a:spcAft>
          <a:spcPct val="0"/>
        </a:spcAft>
        <a:defRPr sz="4100" b="1">
          <a:solidFill>
            <a:schemeClr val="tx2"/>
          </a:solidFill>
          <a:latin typeface="Lucida Sans Unicode" pitchFamily="34" charset="0"/>
          <a:cs typeface="Arial" charset="0"/>
        </a:defRPr>
      </a:lvl5pPr>
      <a:lvl6pPr marL="457200" algn="l" rtl="0" fontAlgn="base">
        <a:spcBef>
          <a:spcPct val="0"/>
        </a:spcBef>
        <a:spcAft>
          <a:spcPct val="0"/>
        </a:spcAft>
        <a:defRPr sz="4100" b="1">
          <a:solidFill>
            <a:schemeClr val="tx2"/>
          </a:solidFill>
          <a:latin typeface="Lucida Sans Unicode" pitchFamily="34" charset="0"/>
          <a:cs typeface="Arial" charset="0"/>
        </a:defRPr>
      </a:lvl6pPr>
      <a:lvl7pPr marL="914400" algn="l" rtl="0" fontAlgn="base">
        <a:spcBef>
          <a:spcPct val="0"/>
        </a:spcBef>
        <a:spcAft>
          <a:spcPct val="0"/>
        </a:spcAft>
        <a:defRPr sz="4100" b="1">
          <a:solidFill>
            <a:schemeClr val="tx2"/>
          </a:solidFill>
          <a:latin typeface="Lucida Sans Unicode" pitchFamily="34" charset="0"/>
          <a:cs typeface="Arial" charset="0"/>
        </a:defRPr>
      </a:lvl7pPr>
      <a:lvl8pPr marL="1371600" algn="l" rtl="0" fontAlgn="base">
        <a:spcBef>
          <a:spcPct val="0"/>
        </a:spcBef>
        <a:spcAft>
          <a:spcPct val="0"/>
        </a:spcAft>
        <a:defRPr sz="4100" b="1">
          <a:solidFill>
            <a:schemeClr val="tx2"/>
          </a:solidFill>
          <a:latin typeface="Lucida Sans Unicode" pitchFamily="34" charset="0"/>
          <a:cs typeface="Arial" charset="0"/>
        </a:defRPr>
      </a:lvl8pPr>
      <a:lvl9pPr marL="1828800" algn="l" rtl="0" fontAlgn="base">
        <a:spcBef>
          <a:spcPct val="0"/>
        </a:spcBef>
        <a:spcAft>
          <a:spcPct val="0"/>
        </a:spcAft>
        <a:defRPr sz="4100" b="1">
          <a:solidFill>
            <a:schemeClr val="tx2"/>
          </a:solidFill>
          <a:latin typeface="Lucida Sans Unicode" pitchFamily="34" charset="0"/>
          <a:cs typeface="Arial" charset="0"/>
        </a:defRPr>
      </a:lvl9pPr>
    </p:titleStyle>
    <p:bodyStyle>
      <a:lvl1pPr marL="365125" indent="-255588" algn="l" rtl="0" eaLnBrk="0" fontAlgn="base" hangingPunct="0">
        <a:spcBef>
          <a:spcPts val="400"/>
        </a:spcBef>
        <a:spcAft>
          <a:spcPct val="0"/>
        </a:spcAft>
        <a:buClr>
          <a:schemeClr val="accent1"/>
        </a:buClr>
        <a:buSzPct val="68000"/>
        <a:buFont typeface="Wingdings 3" pitchFamily="18" charset="2"/>
        <a:buChar char=""/>
        <a:defRPr sz="2700" b="1">
          <a:solidFill>
            <a:schemeClr val="tx1"/>
          </a:solidFill>
          <a:latin typeface="+mn-lt"/>
          <a:ea typeface="+mn-ea"/>
          <a:cs typeface="+mn-cs"/>
        </a:defRPr>
      </a:lvl1pPr>
      <a:lvl2pPr marL="620713" indent="-228600" algn="l" rtl="0" eaLnBrk="0" fontAlgn="base" hangingPunct="0">
        <a:spcBef>
          <a:spcPts val="325"/>
        </a:spcBef>
        <a:spcAft>
          <a:spcPct val="0"/>
        </a:spcAft>
        <a:buClr>
          <a:schemeClr val="accent1"/>
        </a:buClr>
        <a:buFont typeface="Verdana" pitchFamily="34" charset="0"/>
        <a:buChar char="◦"/>
        <a:defRPr sz="2300" b="1">
          <a:solidFill>
            <a:schemeClr val="tx1"/>
          </a:solidFill>
          <a:latin typeface="+mn-lt"/>
          <a:cs typeface="+mn-cs"/>
        </a:defRPr>
      </a:lvl2pPr>
      <a:lvl3pPr marL="858838" indent="-228600" algn="l" rtl="0" eaLnBrk="0" fontAlgn="base" hangingPunct="0">
        <a:spcBef>
          <a:spcPts val="350"/>
        </a:spcBef>
        <a:spcAft>
          <a:spcPct val="0"/>
        </a:spcAft>
        <a:buClr>
          <a:schemeClr val="accent2"/>
        </a:buClr>
        <a:buSzPct val="100000"/>
        <a:buFont typeface="Wingdings 2" pitchFamily="18" charset="2"/>
        <a:buChar char=""/>
        <a:defRPr sz="2100">
          <a:solidFill>
            <a:schemeClr val="tx1"/>
          </a:solidFill>
          <a:latin typeface="+mn-lt"/>
          <a:cs typeface="+mn-cs"/>
        </a:defRPr>
      </a:lvl3pPr>
      <a:lvl4pPr marL="1143000" indent="-228600" algn="l" rtl="0" eaLnBrk="0" fontAlgn="base" hangingPunct="0">
        <a:spcBef>
          <a:spcPts val="350"/>
        </a:spcBef>
        <a:spcAft>
          <a:spcPct val="0"/>
        </a:spcAft>
        <a:buClr>
          <a:schemeClr val="accent2"/>
        </a:buClr>
        <a:buFont typeface="Wingdings 2" pitchFamily="18" charset="2"/>
        <a:buChar char=""/>
        <a:defRPr sz="1900" i="1">
          <a:solidFill>
            <a:schemeClr val="tx1"/>
          </a:solidFill>
          <a:latin typeface="+mn-lt"/>
          <a:cs typeface="+mn-cs"/>
        </a:defRPr>
      </a:lvl4pPr>
      <a:lvl5pPr marL="1371600" indent="-228600" algn="l" rtl="0" eaLnBrk="0" fontAlgn="base" hangingPunct="0">
        <a:spcBef>
          <a:spcPts val="350"/>
        </a:spcBef>
        <a:spcAft>
          <a:spcPct val="0"/>
        </a:spcAft>
        <a:buClr>
          <a:schemeClr val="accent2"/>
        </a:buClr>
        <a:buFont typeface="Wingdings 2" pitchFamily="18" charset="2"/>
        <a:buChar char=""/>
        <a:defRPr i="1">
          <a:solidFill>
            <a:schemeClr val="tx1"/>
          </a:solidFill>
          <a:latin typeface="+mn-lt"/>
          <a:cs typeface="+mn-cs"/>
        </a:defRPr>
      </a:lvl5pPr>
      <a:lvl6pPr marL="1828800" indent="-228600" algn="l" rtl="0" fontAlgn="base">
        <a:spcBef>
          <a:spcPts val="350"/>
        </a:spcBef>
        <a:spcAft>
          <a:spcPct val="0"/>
        </a:spcAft>
        <a:buClr>
          <a:schemeClr val="accent2"/>
        </a:buClr>
        <a:buFont typeface="Wingdings 2" pitchFamily="18" charset="2"/>
        <a:buChar char=""/>
        <a:defRPr i="1">
          <a:solidFill>
            <a:schemeClr val="tx1"/>
          </a:solidFill>
          <a:latin typeface="+mn-lt"/>
          <a:cs typeface="+mn-cs"/>
        </a:defRPr>
      </a:lvl6pPr>
      <a:lvl7pPr marL="2286000" indent="-228600" algn="l" rtl="0" fontAlgn="base">
        <a:spcBef>
          <a:spcPts val="350"/>
        </a:spcBef>
        <a:spcAft>
          <a:spcPct val="0"/>
        </a:spcAft>
        <a:buClr>
          <a:schemeClr val="accent2"/>
        </a:buClr>
        <a:buFont typeface="Wingdings 2" pitchFamily="18" charset="2"/>
        <a:buChar char=""/>
        <a:defRPr i="1">
          <a:solidFill>
            <a:schemeClr val="tx1"/>
          </a:solidFill>
          <a:latin typeface="+mn-lt"/>
          <a:cs typeface="+mn-cs"/>
        </a:defRPr>
      </a:lvl7pPr>
      <a:lvl8pPr marL="2743200" indent="-228600" algn="l" rtl="0" fontAlgn="base">
        <a:spcBef>
          <a:spcPts val="350"/>
        </a:spcBef>
        <a:spcAft>
          <a:spcPct val="0"/>
        </a:spcAft>
        <a:buClr>
          <a:schemeClr val="accent2"/>
        </a:buClr>
        <a:buFont typeface="Wingdings 2" pitchFamily="18" charset="2"/>
        <a:buChar char=""/>
        <a:defRPr i="1">
          <a:solidFill>
            <a:schemeClr val="tx1"/>
          </a:solidFill>
          <a:latin typeface="+mn-lt"/>
          <a:cs typeface="+mn-cs"/>
        </a:defRPr>
      </a:lvl8pPr>
      <a:lvl9pPr marL="3200400" indent="-228600" algn="l" rtl="0" fontAlgn="base">
        <a:spcBef>
          <a:spcPts val="350"/>
        </a:spcBef>
        <a:spcAft>
          <a:spcPct val="0"/>
        </a:spcAft>
        <a:buClr>
          <a:schemeClr val="accent2"/>
        </a:buClr>
        <a:buFont typeface="Wingdings 2" pitchFamily="18" charset="2"/>
        <a:buChar char=""/>
        <a:defRPr i="1">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7.xml"/><Relationship Id="rId7" Type="http://schemas.openxmlformats.org/officeDocument/2006/relationships/chart" Target="../charts/chart3.xml"/><Relationship Id="rId2" Type="http://schemas.openxmlformats.org/officeDocument/2006/relationships/tags" Target="../tags/tag3.xml"/><Relationship Id="rId1" Type="http://schemas.openxmlformats.org/officeDocument/2006/relationships/vmlDrawing" Target="../drawings/vmlDrawing1.vml"/><Relationship Id="rId6" Type="http://schemas.openxmlformats.org/officeDocument/2006/relationships/chart" Target="../charts/chart2.xml"/><Relationship Id="rId5" Type="http://schemas.openxmlformats.org/officeDocument/2006/relationships/chart" Target="../charts/chart1.xml"/><Relationship Id="rId4" Type="http://schemas.openxmlformats.org/officeDocument/2006/relationships/notesSlide" Target="../notesSlides/notesSlide5.xml"/><Relationship Id="rId9" Type="http://schemas.openxmlformats.org/officeDocument/2006/relationships/image" Target="../media/image2.wmf"/></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6.xml"/><Relationship Id="rId1" Type="http://schemas.openxmlformats.org/officeDocument/2006/relationships/tags" Target="../tags/tag4.xml"/><Relationship Id="rId5" Type="http://schemas.openxmlformats.org/officeDocument/2006/relationships/image" Target="../media/image5.jpeg"/><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8" Type="http://schemas.openxmlformats.org/officeDocument/2006/relationships/image" Target="../media/image4.jpeg"/><Relationship Id="rId13" Type="http://schemas.openxmlformats.org/officeDocument/2006/relationships/image" Target="../media/image9.wmf"/><Relationship Id="rId3" Type="http://schemas.openxmlformats.org/officeDocument/2006/relationships/slideLayout" Target="../slideLayouts/slideLayout7.xml"/><Relationship Id="rId7" Type="http://schemas.openxmlformats.org/officeDocument/2006/relationships/image" Target="../media/image7.wmf"/><Relationship Id="rId12" Type="http://schemas.openxmlformats.org/officeDocument/2006/relationships/oleObject" Target="../embeddings/oleObject5.bin"/><Relationship Id="rId2" Type="http://schemas.openxmlformats.org/officeDocument/2006/relationships/tags" Target="../tags/tag5.xml"/><Relationship Id="rId1" Type="http://schemas.openxmlformats.org/officeDocument/2006/relationships/vmlDrawing" Target="../drawings/vmlDrawing2.vml"/><Relationship Id="rId6" Type="http://schemas.openxmlformats.org/officeDocument/2006/relationships/oleObject" Target="../embeddings/oleObject3.bin"/><Relationship Id="rId11" Type="http://schemas.openxmlformats.org/officeDocument/2006/relationships/image" Target="../media/image10.png"/><Relationship Id="rId5" Type="http://schemas.openxmlformats.org/officeDocument/2006/relationships/image" Target="../media/image6.wmf"/><Relationship Id="rId15" Type="http://schemas.openxmlformats.org/officeDocument/2006/relationships/chart" Target="../charts/chart5.xml"/><Relationship Id="rId10" Type="http://schemas.openxmlformats.org/officeDocument/2006/relationships/image" Target="../media/image8.wmf"/><Relationship Id="rId4" Type="http://schemas.openxmlformats.org/officeDocument/2006/relationships/oleObject" Target="../embeddings/oleObject2.bin"/><Relationship Id="rId9" Type="http://schemas.openxmlformats.org/officeDocument/2006/relationships/oleObject" Target="../embeddings/oleObject4.bin"/><Relationship Id="rId14" Type="http://schemas.openxmlformats.org/officeDocument/2006/relationships/chart" Target="../charts/chart4.xml"/></Relationships>
</file>

<file path=ppt/slides/_rels/slide8.xml.rels><?xml version="1.0" encoding="UTF-8" standalone="yes"?>
<Relationships xmlns="http://schemas.openxmlformats.org/package/2006/relationships"><Relationship Id="rId8" Type="http://schemas.openxmlformats.org/officeDocument/2006/relationships/chart" Target="../charts/chart7.xml"/><Relationship Id="rId3" Type="http://schemas.openxmlformats.org/officeDocument/2006/relationships/slideLayout" Target="../slideLayouts/slideLayout7.xml"/><Relationship Id="rId7" Type="http://schemas.openxmlformats.org/officeDocument/2006/relationships/chart" Target="../charts/chart6.xml"/><Relationship Id="rId2" Type="http://schemas.openxmlformats.org/officeDocument/2006/relationships/tags" Target="../tags/tag6.xml"/><Relationship Id="rId1" Type="http://schemas.openxmlformats.org/officeDocument/2006/relationships/vmlDrawing" Target="../drawings/vmlDrawing3.vml"/><Relationship Id="rId6" Type="http://schemas.openxmlformats.org/officeDocument/2006/relationships/image" Target="../media/image2.wmf"/><Relationship Id="rId5" Type="http://schemas.openxmlformats.org/officeDocument/2006/relationships/oleObject" Target="../embeddings/oleObject6.bin"/><Relationship Id="rId4" Type="http://schemas.openxmlformats.org/officeDocument/2006/relationships/notesSlide" Target="../notesSlides/notesSlide6.xml"/><Relationship Id="rId9" Type="http://schemas.openxmlformats.org/officeDocument/2006/relationships/chart" Target="../charts/chart8.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11.wmf"/><Relationship Id="rId4" Type="http://schemas.openxmlformats.org/officeDocument/2006/relationships/oleObject" Target="../embeddings/oleObject7.bin"/></Relationships>
</file>

<file path=ppt/slides/_rels/slide10.xml.rels><?xml version="1.0" encoding="UTF-8" standalone="yes"?>
<Relationships xmlns="http://schemas.openxmlformats.org/package/2006/relationships"><Relationship Id="rId8" Type="http://schemas.openxmlformats.org/officeDocument/2006/relationships/chart" Target="../charts/chart10.xml"/><Relationship Id="rId3" Type="http://schemas.openxmlformats.org/officeDocument/2006/relationships/slideLayout" Target="../slideLayouts/slideLayout7.xml"/><Relationship Id="rId7" Type="http://schemas.openxmlformats.org/officeDocument/2006/relationships/chart" Target="../charts/chart9.xml"/><Relationship Id="rId2" Type="http://schemas.openxmlformats.org/officeDocument/2006/relationships/tags" Target="../tags/tag7.xml"/><Relationship Id="rId1" Type="http://schemas.openxmlformats.org/officeDocument/2006/relationships/vmlDrawing" Target="../drawings/vmlDrawing5.vml"/><Relationship Id="rId6" Type="http://schemas.openxmlformats.org/officeDocument/2006/relationships/image" Target="../media/image2.wmf"/><Relationship Id="rId5" Type="http://schemas.openxmlformats.org/officeDocument/2006/relationships/oleObject" Target="../embeddings/oleObject8.bin"/><Relationship Id="rId4" Type="http://schemas.openxmlformats.org/officeDocument/2006/relationships/notesSlide" Target="../notesSlides/notesSlide7.xml"/><Relationship Id="rId9" Type="http://schemas.openxmlformats.org/officeDocument/2006/relationships/chart" Target="../charts/char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slideLayout" Target="../slideLayouts/slideLayout2.xml"/><Relationship Id="rId7" Type="http://schemas.openxmlformats.org/officeDocument/2006/relationships/image" Target="../media/image15.wmf"/><Relationship Id="rId12" Type="http://schemas.openxmlformats.org/officeDocument/2006/relationships/image" Target="../media/image17.wmf"/><Relationship Id="rId2" Type="http://schemas.openxmlformats.org/officeDocument/2006/relationships/tags" Target="../tags/tag9.xml"/><Relationship Id="rId1" Type="http://schemas.openxmlformats.org/officeDocument/2006/relationships/vmlDrawing" Target="../drawings/vmlDrawing6.vml"/><Relationship Id="rId6" Type="http://schemas.openxmlformats.org/officeDocument/2006/relationships/oleObject" Target="../embeddings/oleObject10.bin"/><Relationship Id="rId11" Type="http://schemas.openxmlformats.org/officeDocument/2006/relationships/oleObject" Target="../embeddings/oleObject12.bin"/><Relationship Id="rId5" Type="http://schemas.openxmlformats.org/officeDocument/2006/relationships/image" Target="../media/image14.wmf"/><Relationship Id="rId10" Type="http://schemas.openxmlformats.org/officeDocument/2006/relationships/chart" Target="../charts/chart12.xml"/><Relationship Id="rId4" Type="http://schemas.openxmlformats.org/officeDocument/2006/relationships/oleObject" Target="../embeddings/oleObject9.bin"/><Relationship Id="rId9" Type="http://schemas.openxmlformats.org/officeDocument/2006/relationships/image" Target="../media/image16.w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8.wmf"/><Relationship Id="rId2" Type="http://schemas.openxmlformats.org/officeDocument/2006/relationships/tags" Target="../tags/tag11.xml"/><Relationship Id="rId1" Type="http://schemas.openxmlformats.org/officeDocument/2006/relationships/vmlDrawing" Target="../drawings/vmlDrawing7.vml"/><Relationship Id="rId6" Type="http://schemas.openxmlformats.org/officeDocument/2006/relationships/oleObject" Target="../embeddings/oleObject14.bin"/><Relationship Id="rId5" Type="http://schemas.openxmlformats.org/officeDocument/2006/relationships/image" Target="../media/image15.wmf"/><Relationship Id="rId4" Type="http://schemas.openxmlformats.org/officeDocument/2006/relationships/oleObject" Target="../embeddings/oleObject13.bin"/></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6.xml"/><Relationship Id="rId1" Type="http://schemas.openxmlformats.org/officeDocument/2006/relationships/vmlDrawing" Target="../drawings/vmlDrawing8.vml"/><Relationship Id="rId4" Type="http://schemas.openxmlformats.org/officeDocument/2006/relationships/image" Target="../media/image20.w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22.wmf"/><Relationship Id="rId5" Type="http://schemas.openxmlformats.org/officeDocument/2006/relationships/oleObject" Target="../embeddings/oleObject17.bin"/><Relationship Id="rId4" Type="http://schemas.openxmlformats.org/officeDocument/2006/relationships/image" Target="../media/image21.wmf"/></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23.wmf"/><Relationship Id="rId4" Type="http://schemas.openxmlformats.org/officeDocument/2006/relationships/oleObject" Target="../embeddings/oleObject18.bin"/></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24.png"/><Relationship Id="rId5" Type="http://schemas.openxmlformats.org/officeDocument/2006/relationships/image" Target="../media/image23.wmf"/><Relationship Id="rId4" Type="http://schemas.openxmlformats.org/officeDocument/2006/relationships/oleObject" Target="../embeddings/oleObject19.bin"/></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35.xml.rels><?xml version="1.0" encoding="UTF-8" standalone="yes"?>
<Relationships xmlns="http://schemas.openxmlformats.org/package/2006/relationships"><Relationship Id="rId8" Type="http://schemas.openxmlformats.org/officeDocument/2006/relationships/image" Target="../media/image28.wmf"/><Relationship Id="rId3" Type="http://schemas.openxmlformats.org/officeDocument/2006/relationships/oleObject" Target="../embeddings/oleObject20.bin"/><Relationship Id="rId7"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27.wmf"/><Relationship Id="rId5" Type="http://schemas.openxmlformats.org/officeDocument/2006/relationships/oleObject" Target="../embeddings/oleObject21.bin"/><Relationship Id="rId4" Type="http://schemas.openxmlformats.org/officeDocument/2006/relationships/image" Target="../media/image26.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
          <p:cNvSpPr>
            <a:spLocks noChangeArrowheads="1"/>
          </p:cNvSpPr>
          <p:nvPr/>
        </p:nvSpPr>
        <p:spPr bwMode="auto">
          <a:xfrm>
            <a:off x="609600" y="1143000"/>
            <a:ext cx="77724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lstStyle/>
          <a:p>
            <a:pPr algn="ctr">
              <a:spcBef>
                <a:spcPts val="400"/>
              </a:spcBef>
              <a:buClr>
                <a:schemeClr val="accent1"/>
              </a:buClr>
              <a:buSzPct val="68000"/>
              <a:buFont typeface="Wingdings 3" pitchFamily="18" charset="2"/>
              <a:buNone/>
            </a:pPr>
            <a:r>
              <a:rPr lang="en-US" sz="4400" b="1">
                <a:solidFill>
                  <a:schemeClr val="tx2"/>
                </a:solidFill>
                <a:latin typeface="Times New Roman" pitchFamily="18" charset="0"/>
              </a:rPr>
              <a:t>Chapters 20, 21</a:t>
            </a:r>
          </a:p>
          <a:p>
            <a:pPr algn="ctr">
              <a:spcBef>
                <a:spcPts val="400"/>
              </a:spcBef>
              <a:buClr>
                <a:schemeClr val="accent1"/>
              </a:buClr>
              <a:buSzPct val="68000"/>
              <a:buFont typeface="Wingdings 3" pitchFamily="18" charset="2"/>
              <a:buNone/>
            </a:pPr>
            <a:r>
              <a:rPr lang="en-US" sz="4400" b="1">
                <a:solidFill>
                  <a:schemeClr val="tx2"/>
                </a:solidFill>
                <a:latin typeface="Times New Roman" pitchFamily="18" charset="0"/>
              </a:rPr>
              <a:t>Testing Hypotheses</a:t>
            </a:r>
          </a:p>
          <a:p>
            <a:pPr algn="ctr">
              <a:spcBef>
                <a:spcPts val="400"/>
              </a:spcBef>
              <a:buClr>
                <a:schemeClr val="accent1"/>
              </a:buClr>
              <a:buSzPct val="68000"/>
              <a:buFont typeface="Wingdings 3" pitchFamily="18" charset="2"/>
              <a:buNone/>
            </a:pPr>
            <a:r>
              <a:rPr lang="en-US" sz="4400" b="1">
                <a:solidFill>
                  <a:schemeClr val="tx2"/>
                </a:solidFill>
                <a:latin typeface="Times New Roman" pitchFamily="18" charset="0"/>
              </a:rPr>
              <a:t>about Proportions</a:t>
            </a:r>
          </a:p>
          <a:p>
            <a:pPr algn="ctr">
              <a:spcBef>
                <a:spcPts val="400"/>
              </a:spcBef>
              <a:buClr>
                <a:schemeClr val="accent1"/>
              </a:buClr>
              <a:buSzPct val="68000"/>
              <a:buFont typeface="Wingdings 3" pitchFamily="18" charset="2"/>
              <a:buNone/>
            </a:pPr>
            <a:r>
              <a:rPr lang="en-US" sz="4400" b="1">
                <a:solidFill>
                  <a:schemeClr val="tx2"/>
                </a:solidFill>
                <a:latin typeface="Times New Roman" pitchFamily="18" charset="0"/>
              </a:rPr>
              <a:t>Part II: Significance Levels, Type I and Type II Errors, Power</a:t>
            </a:r>
          </a:p>
        </p:txBody>
      </p:sp>
      <p:sp>
        <p:nvSpPr>
          <p:cNvPr id="11267" name="Date Placeholder 29"/>
          <p:cNvSpPr>
            <a:spLocks/>
          </p:cNvSpPr>
          <p:nvPr/>
        </p:nvSpPr>
        <p:spPr bwMode="auto">
          <a:xfrm>
            <a:off x="152400" y="6324600"/>
            <a:ext cx="22463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endParaRPr lang="en-US" sz="1000" b="1">
              <a:solidFill>
                <a:srgbClr val="FFFFFF"/>
              </a:solidFill>
              <a:latin typeface="Verdana" pitchFamily="34" charset="0"/>
            </a:endParaRPr>
          </a:p>
        </p:txBody>
      </p:sp>
      <p:sp>
        <p:nvSpPr>
          <p:cNvPr id="11268" name="Slide Number Placeholder 5"/>
          <p:cNvSpPr txBox="1">
            <a:spLocks noGrp="1"/>
          </p:cNvSpPr>
          <p:nvPr/>
        </p:nvSpPr>
        <p:spPr bwMode="auto">
          <a:xfrm>
            <a:off x="8291513" y="6107113"/>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algn="r" eaLnBrk="1" hangingPunct="1"/>
            <a:fld id="{8C068E42-BE36-455B-8A47-78C21548D36A}" type="slidenum">
              <a:rPr lang="en-US" sz="1000" b="1">
                <a:latin typeface="Verdana" pitchFamily="34" charset="0"/>
              </a:rPr>
              <a:pPr algn="r" eaLnBrk="1" hangingPunct="1"/>
              <a:t>1</a:t>
            </a:fld>
            <a:endParaRPr lang="en-US" sz="1000" b="1">
              <a:latin typeface="Verdana" pitchFamily="34" charset="0"/>
            </a:endParaRPr>
          </a:p>
        </p:txBody>
      </p:sp>
    </p:spTree>
    <p:custDataLst>
      <p:tags r:id="rId1"/>
    </p:custData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3"/>
          <p:cNvSpPr>
            <a:spLocks noGrp="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eaLnBrk="1" hangingPunct="1"/>
            <a:r>
              <a:rPr lang="en-US" sz="1400" smtClean="0">
                <a:solidFill>
                  <a:srgbClr val="71BFA9"/>
                </a:solidFill>
              </a:rPr>
              <a:t>- </a:t>
            </a:r>
            <a:fld id="{48E2CE7C-9876-4C8F-962D-7BCBBE59443D}" type="slidenum">
              <a:rPr lang="en-US" sz="1400" smtClean="0">
                <a:solidFill>
                  <a:srgbClr val="71BFA9"/>
                </a:solidFill>
              </a:rPr>
              <a:pPr eaLnBrk="1" hangingPunct="1"/>
              <a:t>2</a:t>
            </a:fld>
            <a:endParaRPr lang="en-CA" sz="1400" smtClean="0">
              <a:solidFill>
                <a:srgbClr val="71BFA9"/>
              </a:solidFill>
            </a:endParaRPr>
          </a:p>
        </p:txBody>
      </p:sp>
      <p:sp>
        <p:nvSpPr>
          <p:cNvPr id="29699" name="Rectangle 2"/>
          <p:cNvSpPr>
            <a:spLocks noGrp="1" noChangeArrowheads="1"/>
          </p:cNvSpPr>
          <p:nvPr>
            <p:ph type="title"/>
          </p:nvPr>
        </p:nvSpPr>
        <p:spPr/>
        <p:txBody>
          <a:bodyPr>
            <a:normAutofit fontScale="90000"/>
          </a:bodyPr>
          <a:lstStyle/>
          <a:p>
            <a:pPr eaLnBrk="1" hangingPunct="1">
              <a:defRPr/>
            </a:pPr>
            <a:r>
              <a:rPr lang="en-US" dirty="0" smtClean="0"/>
              <a:t>Alpha Levels: a Threshold for the P-value.</a:t>
            </a:r>
          </a:p>
        </p:txBody>
      </p:sp>
      <p:sp>
        <p:nvSpPr>
          <p:cNvPr id="12292" name="Rectangle 3"/>
          <p:cNvSpPr>
            <a:spLocks noGrp="1" noChangeArrowheads="1"/>
          </p:cNvSpPr>
          <p:nvPr>
            <p:ph type="body" idx="1"/>
          </p:nvPr>
        </p:nvSpPr>
        <p:spPr>
          <a:xfrm>
            <a:off x="457200" y="1481138"/>
            <a:ext cx="8229600" cy="3471862"/>
          </a:xfrm>
        </p:spPr>
        <p:txBody>
          <a:bodyPr/>
          <a:lstStyle/>
          <a:p>
            <a:pPr marL="342900" indent="-342900" eaLnBrk="1" hangingPunct="1"/>
            <a:r>
              <a:rPr lang="en-US" dirty="0" smtClean="0"/>
              <a:t>Sometimes we need to make a firm decision about whether or not to reject the null hypothesis.</a:t>
            </a:r>
          </a:p>
          <a:p>
            <a:pPr marL="342900" indent="-342900" eaLnBrk="1" hangingPunct="1"/>
            <a:r>
              <a:rPr lang="en-US" dirty="0" smtClean="0"/>
              <a:t>When the P-value is small, it tells us that our data are rare </a:t>
            </a:r>
            <a:r>
              <a:rPr lang="en-US" i="1" dirty="0" smtClean="0"/>
              <a:t>if the null hypothesis</a:t>
            </a:r>
            <a:r>
              <a:rPr lang="en-US" dirty="0"/>
              <a:t> </a:t>
            </a:r>
            <a:r>
              <a:rPr lang="en-US" i="1" dirty="0" smtClean="0"/>
              <a:t>is true</a:t>
            </a:r>
            <a:r>
              <a:rPr lang="en-US" dirty="0" smtClean="0"/>
              <a:t>.</a:t>
            </a:r>
          </a:p>
          <a:p>
            <a:pPr marL="342900" indent="-342900" eaLnBrk="1" hangingPunct="1"/>
            <a:r>
              <a:rPr lang="en-US" dirty="0" smtClean="0"/>
              <a:t>How rare is “rare”? </a:t>
            </a:r>
            <a:endParaRPr lang="en-US" dirty="0" smtClean="0">
              <a:solidFill>
                <a:srgbClr val="FF0066"/>
              </a:solidFill>
              <a:sym typeface="Symbol" pitchFamily="18" charset="2"/>
            </a:endParaRPr>
          </a:p>
        </p:txBody>
      </p:sp>
    </p:spTree>
  </p:cSld>
  <p:clrMapOvr>
    <a:masterClrMapping/>
  </p:clrMapOvr>
  <p:transition spd="slow"/>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p:txBody>
          <a:bodyPr/>
          <a:lstStyle/>
          <a:p>
            <a:pPr eaLnBrk="1" hangingPunct="1">
              <a:defRPr/>
            </a:pPr>
            <a:r>
              <a:rPr lang="en-US" smtClean="0"/>
              <a:t>Alpha Levels (cont.)</a:t>
            </a:r>
          </a:p>
        </p:txBody>
      </p:sp>
      <p:sp>
        <p:nvSpPr>
          <p:cNvPr id="13315" name="Rectangle 3"/>
          <p:cNvSpPr>
            <a:spLocks noGrp="1" noChangeArrowheads="1"/>
          </p:cNvSpPr>
          <p:nvPr>
            <p:ph type="body" idx="1"/>
          </p:nvPr>
        </p:nvSpPr>
        <p:spPr/>
        <p:txBody>
          <a:bodyPr/>
          <a:lstStyle/>
          <a:p>
            <a:pPr marL="342900" indent="-342900" eaLnBrk="1" hangingPunct="1"/>
            <a:r>
              <a:rPr lang="en-US" dirty="0" smtClean="0"/>
              <a:t>We can define “rare event” arbitrarily by setting a threshold for our P-value. </a:t>
            </a:r>
          </a:p>
          <a:p>
            <a:pPr marL="742950" lvl="1" indent="-285750" eaLnBrk="1" hangingPunct="1"/>
            <a:r>
              <a:rPr lang="en-US" dirty="0" smtClean="0"/>
              <a:t>If our P-value falls below that threshold, we’ll reject H</a:t>
            </a:r>
            <a:r>
              <a:rPr lang="en-US" baseline="-25000" dirty="0" smtClean="0"/>
              <a:t>0</a:t>
            </a:r>
            <a:r>
              <a:rPr lang="en-US" dirty="0" smtClean="0"/>
              <a:t>. We call such results </a:t>
            </a:r>
            <a:r>
              <a:rPr lang="en-US" dirty="0" smtClean="0">
                <a:solidFill>
                  <a:schemeClr val="hlink"/>
                </a:solidFill>
              </a:rPr>
              <a:t>statistically significant</a:t>
            </a:r>
            <a:r>
              <a:rPr lang="en-US" dirty="0" smtClean="0"/>
              <a:t>.</a:t>
            </a:r>
          </a:p>
          <a:p>
            <a:pPr marL="742950" lvl="1" indent="-285750" eaLnBrk="1" hangingPunct="1"/>
            <a:r>
              <a:rPr lang="en-US" dirty="0" smtClean="0"/>
              <a:t>The threshold is called an</a:t>
            </a:r>
            <a:r>
              <a:rPr lang="en-US" dirty="0" smtClean="0">
                <a:solidFill>
                  <a:srgbClr val="FF0000"/>
                </a:solidFill>
              </a:rPr>
              <a:t> </a:t>
            </a:r>
            <a:r>
              <a:rPr lang="en-US" dirty="0" smtClean="0">
                <a:solidFill>
                  <a:schemeClr val="hlink"/>
                </a:solidFill>
              </a:rPr>
              <a:t>alpha level</a:t>
            </a:r>
            <a:r>
              <a:rPr lang="en-US" dirty="0" smtClean="0"/>
              <a:t>, denoted by </a:t>
            </a:r>
            <a:r>
              <a:rPr lang="el-GR" i="1" dirty="0" smtClean="0">
                <a:solidFill>
                  <a:srgbClr val="EF9C51"/>
                </a:solidFill>
                <a:latin typeface="Lucida Sans Unicode" pitchFamily="34" charset="0"/>
                <a:sym typeface="Symbol" pitchFamily="18" charset="2"/>
              </a:rPr>
              <a:t>α</a:t>
            </a:r>
            <a:r>
              <a:rPr lang="en-US" dirty="0" smtClean="0">
                <a:sym typeface="Symbol" pitchFamily="18" charset="2"/>
              </a:rPr>
              <a:t>.</a:t>
            </a:r>
            <a:endParaRPr lang="en-US" dirty="0" smtClean="0"/>
          </a:p>
        </p:txBody>
      </p:sp>
    </p:spTree>
  </p:cSld>
  <p:clrMapOvr>
    <a:masterClrMapping/>
  </p:clrMapOvr>
  <p:transition spd="slow"/>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p:txBody>
          <a:bodyPr/>
          <a:lstStyle/>
          <a:p>
            <a:pPr eaLnBrk="1" hangingPunct="1">
              <a:defRPr/>
            </a:pPr>
            <a:r>
              <a:rPr lang="en-US" smtClean="0"/>
              <a:t>Alpha Levels (cont.)</a:t>
            </a:r>
          </a:p>
        </p:txBody>
      </p:sp>
      <p:sp>
        <p:nvSpPr>
          <p:cNvPr id="14339" name="Rectangle 3"/>
          <p:cNvSpPr>
            <a:spLocks noGrp="1" noChangeArrowheads="1"/>
          </p:cNvSpPr>
          <p:nvPr>
            <p:ph type="body" idx="1"/>
          </p:nvPr>
        </p:nvSpPr>
        <p:spPr>
          <a:xfrm>
            <a:off x="457200" y="1600200"/>
            <a:ext cx="8382000" cy="4525963"/>
          </a:xfrm>
        </p:spPr>
        <p:txBody>
          <a:bodyPr/>
          <a:lstStyle/>
          <a:p>
            <a:pPr marL="342900" indent="-342900" eaLnBrk="1" hangingPunct="1"/>
            <a:r>
              <a:rPr lang="en-US" dirty="0" smtClean="0">
                <a:sym typeface="Symbol" pitchFamily="18" charset="2"/>
              </a:rPr>
              <a:t>Common alpha levels are 0.10, 0.05, and 0.01. </a:t>
            </a:r>
          </a:p>
          <a:p>
            <a:pPr marL="742950" lvl="1" indent="-285750" eaLnBrk="1" hangingPunct="1"/>
            <a:r>
              <a:rPr lang="en-US" dirty="0" smtClean="0">
                <a:sym typeface="Symbol" pitchFamily="18" charset="2"/>
              </a:rPr>
              <a:t>You have the option—almost the </a:t>
            </a:r>
            <a:r>
              <a:rPr lang="en-US" i="1" dirty="0" smtClean="0">
                <a:sym typeface="Symbol" pitchFamily="18" charset="2"/>
              </a:rPr>
              <a:t>obligation</a:t>
            </a:r>
            <a:r>
              <a:rPr lang="en-US" dirty="0" smtClean="0">
                <a:sym typeface="Symbol" pitchFamily="18" charset="2"/>
              </a:rPr>
              <a:t>—to consider your alpha level carefully and choose an appropriate one for the situation.</a:t>
            </a:r>
          </a:p>
          <a:p>
            <a:pPr marL="342900" indent="-342900" eaLnBrk="1" hangingPunct="1"/>
            <a:r>
              <a:rPr lang="en-US" dirty="0" smtClean="0">
                <a:sym typeface="Symbol" pitchFamily="18" charset="2"/>
              </a:rPr>
              <a:t>The alpha level is also called the </a:t>
            </a:r>
            <a:r>
              <a:rPr lang="en-US" dirty="0" smtClean="0">
                <a:solidFill>
                  <a:schemeClr val="hlink"/>
                </a:solidFill>
                <a:sym typeface="Symbol" pitchFamily="18" charset="2"/>
              </a:rPr>
              <a:t>significance level</a:t>
            </a:r>
            <a:r>
              <a:rPr lang="en-US" dirty="0" smtClean="0">
                <a:sym typeface="Symbol" pitchFamily="18" charset="2"/>
              </a:rPr>
              <a:t>. </a:t>
            </a:r>
          </a:p>
          <a:p>
            <a:pPr marL="742950" lvl="1" indent="-285750" eaLnBrk="1" hangingPunct="1"/>
            <a:r>
              <a:rPr lang="en-US" dirty="0" smtClean="0">
                <a:sym typeface="Symbol" pitchFamily="18" charset="2"/>
              </a:rPr>
              <a:t>When we reject the null hypothesis, we say that the test is “significant at that level.”</a:t>
            </a:r>
            <a:endParaRPr lang="en-US" dirty="0">
              <a:solidFill>
                <a:srgbClr val="FF0066"/>
              </a:solidFill>
              <a:sym typeface="Symbol" pitchFamily="18" charset="2"/>
            </a:endParaRPr>
          </a:p>
          <a:p>
            <a:pPr marL="347472" indent="-285750" eaLnBrk="1" hangingPunct="1"/>
            <a:r>
              <a:rPr lang="en-US" u="sng" dirty="0" smtClean="0">
                <a:sym typeface="Symbol" pitchFamily="18" charset="2"/>
              </a:rPr>
              <a:t>Rejection Region (RR)</a:t>
            </a:r>
            <a:r>
              <a:rPr lang="en-US" dirty="0" smtClean="0">
                <a:sym typeface="Symbol" pitchFamily="18" charset="2"/>
              </a:rPr>
              <a:t>: values of the test statistic z that lead to rejection of the null hypothesis H</a:t>
            </a:r>
            <a:r>
              <a:rPr lang="en-US" baseline="-25000" dirty="0" smtClean="0">
                <a:sym typeface="Symbol" pitchFamily="18" charset="2"/>
              </a:rPr>
              <a:t>0</a:t>
            </a:r>
            <a:r>
              <a:rPr lang="en-US" dirty="0" smtClean="0">
                <a:sym typeface="Symbol" pitchFamily="18" charset="2"/>
              </a:rPr>
              <a:t>.</a:t>
            </a:r>
            <a:endParaRPr lang="en-US" u="sng" dirty="0" smtClean="0">
              <a:sym typeface="Symbol" pitchFamily="18" charset="2"/>
            </a:endParaRPr>
          </a:p>
        </p:txBody>
      </p:sp>
    </p:spTree>
  </p:cSld>
  <p:clrMapOvr>
    <a:masterClrMapping/>
  </p:clrMapOvr>
  <p:transition spd="slow"/>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en-US" sz="1800"/>
          </a:p>
        </p:txBody>
      </p:sp>
      <p:sp>
        <p:nvSpPr>
          <p:cNvPr id="15363"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en-US" sz="1800"/>
          </a:p>
        </p:txBody>
      </p:sp>
      <p:sp>
        <p:nvSpPr>
          <p:cNvPr id="15364" name="Date Placeholder 29"/>
          <p:cNvSpPr>
            <a:spLocks/>
          </p:cNvSpPr>
          <p:nvPr/>
        </p:nvSpPr>
        <p:spPr bwMode="auto">
          <a:xfrm>
            <a:off x="152400" y="6324600"/>
            <a:ext cx="22463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endParaRPr lang="en-US" sz="1000" b="1">
              <a:solidFill>
                <a:srgbClr val="FFFFFF"/>
              </a:solidFill>
              <a:latin typeface="Verdana" pitchFamily="34" charset="0"/>
            </a:endParaRPr>
          </a:p>
        </p:txBody>
      </p:sp>
      <p:sp>
        <p:nvSpPr>
          <p:cNvPr id="15365" name="Slide Number Placeholder 5"/>
          <p:cNvSpPr txBox="1">
            <a:spLocks noGrp="1"/>
          </p:cNvSpPr>
          <p:nvPr/>
        </p:nvSpPr>
        <p:spPr bwMode="auto">
          <a:xfrm>
            <a:off x="8291513" y="6107113"/>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algn="r" eaLnBrk="1" hangingPunct="1"/>
            <a:fld id="{BF4766AF-7A72-4DF5-B989-244167115A16}" type="slidenum">
              <a:rPr lang="en-US" sz="1000" b="1">
                <a:latin typeface="Verdana" pitchFamily="34" charset="0"/>
              </a:rPr>
              <a:pPr algn="r" eaLnBrk="1" hangingPunct="1"/>
              <a:t>5</a:t>
            </a:fld>
            <a:endParaRPr lang="en-US" sz="1000" b="1">
              <a:latin typeface="Verdana" pitchFamily="34" charset="0"/>
            </a:endParaRPr>
          </a:p>
        </p:txBody>
      </p:sp>
      <p:sp>
        <p:nvSpPr>
          <p:cNvPr id="15366" name="Text Box 6"/>
          <p:cNvSpPr txBox="1">
            <a:spLocks noChangeArrowheads="1"/>
          </p:cNvSpPr>
          <p:nvPr/>
        </p:nvSpPr>
        <p:spPr bwMode="auto">
          <a:xfrm>
            <a:off x="304801" y="23812"/>
            <a:ext cx="50292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marL="457200" indent="-457200" eaLnBrk="1" hangingPunct="1">
              <a:buFont typeface="Mathematica1" pitchFamily="2" charset="2"/>
              <a:buChar char="a"/>
            </a:pPr>
            <a:r>
              <a:rPr lang="en-US" sz="3200" b="1" dirty="0" smtClean="0">
                <a:solidFill>
                  <a:srgbClr val="0033CC"/>
                </a:solidFill>
              </a:rPr>
              <a:t>Levels and</a:t>
            </a:r>
          </a:p>
          <a:p>
            <a:pPr eaLnBrk="1" hangingPunct="1"/>
            <a:r>
              <a:rPr lang="en-US" sz="3200" b="1" dirty="0" smtClean="0">
                <a:solidFill>
                  <a:srgbClr val="0033CC"/>
                </a:solidFill>
              </a:rPr>
              <a:t>Rejection Regions 1-Tail</a:t>
            </a:r>
            <a:endParaRPr lang="en-US" sz="3200" b="1" dirty="0">
              <a:solidFill>
                <a:srgbClr val="0033CC"/>
              </a:solidFill>
            </a:endParaRPr>
          </a:p>
        </p:txBody>
      </p:sp>
      <p:sp>
        <p:nvSpPr>
          <p:cNvPr id="9" name="TextBox 8"/>
          <p:cNvSpPr txBox="1"/>
          <p:nvPr/>
        </p:nvSpPr>
        <p:spPr>
          <a:xfrm>
            <a:off x="2212974" y="1110555"/>
            <a:ext cx="3267075" cy="830997"/>
          </a:xfrm>
          <a:prstGeom prst="rect">
            <a:avLst/>
          </a:prstGeom>
          <a:noFill/>
        </p:spPr>
        <p:txBody>
          <a:bodyPr wrap="square">
            <a:spAutoFit/>
          </a:bodyPr>
          <a:lstStyle/>
          <a:p>
            <a:pPr>
              <a:defRPr/>
            </a:pPr>
            <a:r>
              <a:rPr lang="en-US" dirty="0">
                <a:latin typeface="+mn-lt"/>
              </a:rPr>
              <a:t>If </a:t>
            </a:r>
            <a:r>
              <a:rPr lang="en-US" i="1" dirty="0">
                <a:latin typeface="+mn-lt"/>
              </a:rPr>
              <a:t>H</a:t>
            </a:r>
            <a:r>
              <a:rPr lang="en-US" i="1" baseline="-25000" dirty="0">
                <a:latin typeface="+mn-lt"/>
              </a:rPr>
              <a:t>A</a:t>
            </a:r>
            <a:r>
              <a:rPr lang="en-US" dirty="0">
                <a:latin typeface="+mn-lt"/>
              </a:rPr>
              <a:t>: p &gt; </a:t>
            </a:r>
            <a:r>
              <a:rPr lang="en-US" dirty="0" smtClean="0">
                <a:latin typeface="+mn-lt"/>
              </a:rPr>
              <a:t>p</a:t>
            </a:r>
            <a:r>
              <a:rPr lang="en-US" baseline="-25000" dirty="0" smtClean="0">
                <a:latin typeface="+mn-lt"/>
              </a:rPr>
              <a:t>0</a:t>
            </a:r>
            <a:r>
              <a:rPr lang="en-US" dirty="0">
                <a:latin typeface="+mn-lt"/>
              </a:rPr>
              <a:t> </a:t>
            </a:r>
            <a:r>
              <a:rPr lang="en-US" dirty="0" smtClean="0">
                <a:latin typeface="+mn-lt"/>
              </a:rPr>
              <a:t>and </a:t>
            </a:r>
            <a:r>
              <a:rPr lang="en-US" dirty="0" smtClean="0">
                <a:latin typeface="+mn-lt"/>
                <a:sym typeface="Mathematica1"/>
              </a:rPr>
              <a:t>=.10</a:t>
            </a:r>
            <a:endParaRPr lang="en-US" dirty="0">
              <a:latin typeface="+mn-lt"/>
              <a:sym typeface="Mathematica1"/>
            </a:endParaRPr>
          </a:p>
          <a:p>
            <a:pPr>
              <a:defRPr/>
            </a:pPr>
            <a:r>
              <a:rPr lang="en-US" dirty="0">
                <a:latin typeface="+mn-lt"/>
              </a:rPr>
              <a:t>t</a:t>
            </a:r>
            <a:r>
              <a:rPr lang="en-US" dirty="0" smtClean="0">
                <a:latin typeface="+mn-lt"/>
              </a:rPr>
              <a:t>hen RR={z: z &gt; 1.28}</a:t>
            </a:r>
            <a:endParaRPr lang="en-US" dirty="0">
              <a:latin typeface="+mn-lt"/>
            </a:endParaRPr>
          </a:p>
        </p:txBody>
      </p:sp>
      <p:sp>
        <p:nvSpPr>
          <p:cNvPr id="11" name="TextBox 10"/>
          <p:cNvSpPr txBox="1"/>
          <p:nvPr/>
        </p:nvSpPr>
        <p:spPr>
          <a:xfrm>
            <a:off x="2241548" y="2743199"/>
            <a:ext cx="3238501" cy="830997"/>
          </a:xfrm>
          <a:prstGeom prst="rect">
            <a:avLst/>
          </a:prstGeom>
          <a:noFill/>
        </p:spPr>
        <p:txBody>
          <a:bodyPr wrap="square">
            <a:spAutoFit/>
          </a:bodyPr>
          <a:lstStyle/>
          <a:p>
            <a:pPr>
              <a:defRPr/>
            </a:pPr>
            <a:r>
              <a:rPr lang="en-US" dirty="0">
                <a:latin typeface="+mn-lt"/>
              </a:rPr>
              <a:t>If </a:t>
            </a:r>
            <a:r>
              <a:rPr lang="en-US" i="1" dirty="0">
                <a:latin typeface="+mn-lt"/>
              </a:rPr>
              <a:t>H</a:t>
            </a:r>
            <a:r>
              <a:rPr lang="en-US" i="1" baseline="-25000" dirty="0">
                <a:latin typeface="+mn-lt"/>
              </a:rPr>
              <a:t>A</a:t>
            </a:r>
            <a:r>
              <a:rPr lang="en-US" dirty="0">
                <a:latin typeface="+mn-lt"/>
              </a:rPr>
              <a:t>: p &gt; p</a:t>
            </a:r>
            <a:r>
              <a:rPr lang="en-US" baseline="-25000" dirty="0">
                <a:latin typeface="+mn-lt"/>
              </a:rPr>
              <a:t>0</a:t>
            </a:r>
            <a:r>
              <a:rPr lang="en-US" dirty="0">
                <a:latin typeface="+mn-lt"/>
              </a:rPr>
              <a:t> and </a:t>
            </a:r>
            <a:r>
              <a:rPr lang="en-US" dirty="0">
                <a:latin typeface="+mn-lt"/>
                <a:sym typeface="Mathematica1"/>
              </a:rPr>
              <a:t></a:t>
            </a:r>
            <a:r>
              <a:rPr lang="en-US" dirty="0" smtClean="0">
                <a:latin typeface="+mn-lt"/>
                <a:sym typeface="Mathematica1"/>
              </a:rPr>
              <a:t>=.05</a:t>
            </a:r>
            <a:r>
              <a:rPr lang="en-US" dirty="0" smtClean="0">
                <a:latin typeface="+mn-lt"/>
              </a:rPr>
              <a:t> then RR</a:t>
            </a:r>
            <a:r>
              <a:rPr lang="en-US" dirty="0">
                <a:latin typeface="+mn-lt"/>
              </a:rPr>
              <a:t>={z: z &gt; </a:t>
            </a:r>
            <a:r>
              <a:rPr lang="en-US" dirty="0" smtClean="0">
                <a:latin typeface="+mn-lt"/>
              </a:rPr>
              <a:t>1.645}</a:t>
            </a:r>
            <a:endParaRPr lang="en-US" dirty="0">
              <a:latin typeface="+mn-lt"/>
            </a:endParaRPr>
          </a:p>
        </p:txBody>
      </p:sp>
      <p:sp>
        <p:nvSpPr>
          <p:cNvPr id="14" name="TextBox 13"/>
          <p:cNvSpPr txBox="1"/>
          <p:nvPr/>
        </p:nvSpPr>
        <p:spPr>
          <a:xfrm>
            <a:off x="2336799" y="4638675"/>
            <a:ext cx="3124200" cy="830997"/>
          </a:xfrm>
          <a:prstGeom prst="rect">
            <a:avLst/>
          </a:prstGeom>
          <a:noFill/>
        </p:spPr>
        <p:txBody>
          <a:bodyPr wrap="square">
            <a:spAutoFit/>
          </a:bodyPr>
          <a:lstStyle/>
          <a:p>
            <a:pPr>
              <a:defRPr/>
            </a:pPr>
            <a:r>
              <a:rPr lang="en-US" dirty="0">
                <a:latin typeface="+mn-lt"/>
              </a:rPr>
              <a:t>If </a:t>
            </a:r>
            <a:r>
              <a:rPr lang="en-US" i="1" dirty="0">
                <a:latin typeface="+mn-lt"/>
              </a:rPr>
              <a:t>H</a:t>
            </a:r>
            <a:r>
              <a:rPr lang="en-US" i="1" baseline="-25000" dirty="0">
                <a:latin typeface="+mn-lt"/>
              </a:rPr>
              <a:t>A</a:t>
            </a:r>
            <a:r>
              <a:rPr lang="en-US" dirty="0">
                <a:latin typeface="+mn-lt"/>
              </a:rPr>
              <a:t>: p &gt; p</a:t>
            </a:r>
            <a:r>
              <a:rPr lang="en-US" baseline="-25000" dirty="0">
                <a:latin typeface="+mn-lt"/>
              </a:rPr>
              <a:t>0</a:t>
            </a:r>
            <a:r>
              <a:rPr lang="en-US" dirty="0">
                <a:latin typeface="+mn-lt"/>
              </a:rPr>
              <a:t> and </a:t>
            </a:r>
            <a:r>
              <a:rPr lang="en-US" dirty="0">
                <a:latin typeface="+mn-lt"/>
                <a:sym typeface="Mathematica1"/>
              </a:rPr>
              <a:t></a:t>
            </a:r>
            <a:r>
              <a:rPr lang="en-US" dirty="0" smtClean="0">
                <a:latin typeface="+mn-lt"/>
                <a:sym typeface="Mathematica1"/>
              </a:rPr>
              <a:t>=.01</a:t>
            </a:r>
            <a:endParaRPr lang="en-US" dirty="0">
              <a:latin typeface="+mn-lt"/>
              <a:sym typeface="Mathematica1"/>
            </a:endParaRPr>
          </a:p>
          <a:p>
            <a:pPr>
              <a:defRPr/>
            </a:pPr>
            <a:r>
              <a:rPr lang="en-US" dirty="0">
                <a:latin typeface="+mn-lt"/>
              </a:rPr>
              <a:t>t</a:t>
            </a:r>
            <a:r>
              <a:rPr lang="en-US" dirty="0" smtClean="0">
                <a:latin typeface="+mn-lt"/>
              </a:rPr>
              <a:t>hen RR</a:t>
            </a:r>
            <a:r>
              <a:rPr lang="en-US" dirty="0">
                <a:latin typeface="+mn-lt"/>
              </a:rPr>
              <a:t>={z: z &gt; </a:t>
            </a:r>
            <a:r>
              <a:rPr lang="en-US" dirty="0" smtClean="0">
                <a:latin typeface="+mn-lt"/>
              </a:rPr>
              <a:t>2.33}</a:t>
            </a:r>
            <a:endParaRPr lang="en-US" dirty="0">
              <a:latin typeface="+mn-lt"/>
            </a:endParaRPr>
          </a:p>
        </p:txBody>
      </p:sp>
      <p:graphicFrame>
        <p:nvGraphicFramePr>
          <p:cNvPr id="23" name="ETC"/>
          <p:cNvGraphicFramePr>
            <a:graphicFrameLocks/>
          </p:cNvGraphicFramePr>
          <p:nvPr>
            <p:extLst>
              <p:ext uri="{D42A27DB-BD31-4B8C-83A1-F6EECF244321}">
                <p14:modId xmlns:p14="http://schemas.microsoft.com/office/powerpoint/2010/main" val="3234329843"/>
              </p:ext>
            </p:extLst>
          </p:nvPr>
        </p:nvGraphicFramePr>
        <p:xfrm>
          <a:off x="5715000" y="2082951"/>
          <a:ext cx="3276600" cy="2151491"/>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4" name="ETC"/>
          <p:cNvGraphicFramePr>
            <a:graphicFrameLocks/>
          </p:cNvGraphicFramePr>
          <p:nvPr>
            <p:extLst>
              <p:ext uri="{D42A27DB-BD31-4B8C-83A1-F6EECF244321}">
                <p14:modId xmlns:p14="http://schemas.microsoft.com/office/powerpoint/2010/main" val="3820409426"/>
              </p:ext>
            </p:extLst>
          </p:nvPr>
        </p:nvGraphicFramePr>
        <p:xfrm>
          <a:off x="5715000" y="23813"/>
          <a:ext cx="3315270" cy="2033587"/>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5" name="ETC"/>
          <p:cNvGraphicFramePr>
            <a:graphicFrameLocks/>
          </p:cNvGraphicFramePr>
          <p:nvPr>
            <p:extLst>
              <p:ext uri="{D42A27DB-BD31-4B8C-83A1-F6EECF244321}">
                <p14:modId xmlns:p14="http://schemas.microsoft.com/office/powerpoint/2010/main" val="1313978163"/>
              </p:ext>
            </p:extLst>
          </p:nvPr>
        </p:nvGraphicFramePr>
        <p:xfrm>
          <a:off x="5715000" y="4121150"/>
          <a:ext cx="3257550" cy="2217737"/>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28" name="Table 27"/>
          <p:cNvGraphicFramePr>
            <a:graphicFrameLocks noGrp="1"/>
          </p:cNvGraphicFramePr>
          <p:nvPr>
            <p:extLst>
              <p:ext uri="{D42A27DB-BD31-4B8C-83A1-F6EECF244321}">
                <p14:modId xmlns:p14="http://schemas.microsoft.com/office/powerpoint/2010/main" val="23461672"/>
              </p:ext>
            </p:extLst>
          </p:nvPr>
        </p:nvGraphicFramePr>
        <p:xfrm>
          <a:off x="361156" y="3352800"/>
          <a:ext cx="1828800" cy="1483360"/>
        </p:xfrm>
        <a:graphic>
          <a:graphicData uri="http://schemas.openxmlformats.org/drawingml/2006/table">
            <a:tbl>
              <a:tblPr firstRow="1" bandRow="1">
                <a:tableStyleId>{5C22544A-7EE6-4342-B048-85BDC9FD1C3A}</a:tableStyleId>
              </a:tblPr>
              <a:tblGrid>
                <a:gridCol w="525318"/>
                <a:gridCol w="1303482"/>
              </a:tblGrid>
              <a:tr h="370840">
                <a:tc>
                  <a:txBody>
                    <a:bodyPr/>
                    <a:lstStyle/>
                    <a:p>
                      <a:r>
                        <a:rPr lang="en-US" dirty="0" smtClean="0">
                          <a:sym typeface="Mathematica1"/>
                        </a:rPr>
                        <a:t></a:t>
                      </a:r>
                      <a:endParaRPr lang="en-US" dirty="0"/>
                    </a:p>
                  </a:txBody>
                  <a:tcPr/>
                </a:tc>
                <a:tc>
                  <a:txBody>
                    <a:bodyPr/>
                    <a:lstStyle/>
                    <a:p>
                      <a:r>
                        <a:rPr lang="en-US" dirty="0" err="1" smtClean="0"/>
                        <a:t>Rej</a:t>
                      </a:r>
                      <a:r>
                        <a:rPr lang="en-US" dirty="0" smtClean="0"/>
                        <a:t> Region</a:t>
                      </a:r>
                      <a:endParaRPr lang="en-US" dirty="0"/>
                    </a:p>
                  </a:txBody>
                  <a:tcPr/>
                </a:tc>
              </a:tr>
              <a:tr h="370840">
                <a:tc>
                  <a:txBody>
                    <a:bodyPr/>
                    <a:lstStyle/>
                    <a:p>
                      <a:r>
                        <a:rPr lang="en-US" dirty="0" smtClean="0"/>
                        <a:t>.10</a:t>
                      </a:r>
                    </a:p>
                  </a:txBody>
                  <a:tcPr/>
                </a:tc>
                <a:tc>
                  <a:txBody>
                    <a:bodyPr/>
                    <a:lstStyle/>
                    <a:p>
                      <a:r>
                        <a:rPr lang="en-US" dirty="0" smtClean="0"/>
                        <a:t>Z &gt; 1.28</a:t>
                      </a:r>
                      <a:endParaRPr lang="en-US" dirty="0"/>
                    </a:p>
                  </a:txBody>
                  <a:tcPr/>
                </a:tc>
              </a:tr>
              <a:tr h="370840">
                <a:tc>
                  <a:txBody>
                    <a:bodyPr/>
                    <a:lstStyle/>
                    <a:p>
                      <a:r>
                        <a:rPr lang="en-US" dirty="0" smtClean="0"/>
                        <a:t>.05</a:t>
                      </a:r>
                      <a:endParaRPr lang="en-US" dirty="0"/>
                    </a:p>
                  </a:txBody>
                  <a:tcPr/>
                </a:tc>
                <a:tc>
                  <a:txBody>
                    <a:bodyPr/>
                    <a:lstStyle/>
                    <a:p>
                      <a:r>
                        <a:rPr lang="en-US" dirty="0" smtClean="0"/>
                        <a:t>Z &gt; 1.645</a:t>
                      </a:r>
                      <a:endParaRPr lang="en-US" dirty="0"/>
                    </a:p>
                  </a:txBody>
                  <a:tcPr/>
                </a:tc>
              </a:tr>
              <a:tr h="370840">
                <a:tc>
                  <a:txBody>
                    <a:bodyPr/>
                    <a:lstStyle/>
                    <a:p>
                      <a:r>
                        <a:rPr lang="en-US" dirty="0" smtClean="0"/>
                        <a:t>.01</a:t>
                      </a:r>
                      <a:endParaRPr lang="en-US" dirty="0"/>
                    </a:p>
                  </a:txBody>
                  <a:tcPr/>
                </a:tc>
                <a:tc>
                  <a:txBody>
                    <a:bodyPr/>
                    <a:lstStyle/>
                    <a:p>
                      <a:r>
                        <a:rPr lang="en-US" dirty="0" smtClean="0"/>
                        <a:t>Z &gt; 2.33</a:t>
                      </a:r>
                      <a:endParaRPr lang="en-US" dirty="0"/>
                    </a:p>
                  </a:txBody>
                  <a:tcPr/>
                </a:tc>
              </a:tr>
            </a:tbl>
          </a:graphicData>
        </a:graphic>
      </p:graphicFrame>
      <p:graphicFrame>
        <p:nvGraphicFramePr>
          <p:cNvPr id="2" name="Object 1"/>
          <p:cNvGraphicFramePr>
            <a:graphicFrameLocks noChangeAspect="1"/>
          </p:cNvGraphicFramePr>
          <p:nvPr>
            <p:extLst>
              <p:ext uri="{D42A27DB-BD31-4B8C-83A1-F6EECF244321}">
                <p14:modId xmlns:p14="http://schemas.microsoft.com/office/powerpoint/2010/main" val="2410221187"/>
              </p:ext>
            </p:extLst>
          </p:nvPr>
        </p:nvGraphicFramePr>
        <p:xfrm>
          <a:off x="242886" y="1096266"/>
          <a:ext cx="1814514" cy="1313135"/>
        </p:xfrm>
        <a:graphic>
          <a:graphicData uri="http://schemas.openxmlformats.org/presentationml/2006/ole">
            <mc:AlternateContent xmlns:mc="http://schemas.openxmlformats.org/markup-compatibility/2006">
              <mc:Choice xmlns:v="urn:schemas-microsoft-com:vml" Requires="v">
                <p:oleObj spid="_x0000_s66590" name="Equation" r:id="rId8" imgW="965160" imgH="698400" progId="Equation.DSMT4">
                  <p:embed/>
                </p:oleObj>
              </mc:Choice>
              <mc:Fallback>
                <p:oleObj name="Equation" r:id="rId8" imgW="965160" imgH="698400" progId="Equation.DSMT4">
                  <p:embed/>
                  <p:pic>
                    <p:nvPicPr>
                      <p:cNvPr id="0" name=""/>
                      <p:cNvPicPr/>
                      <p:nvPr/>
                    </p:nvPicPr>
                    <p:blipFill>
                      <a:blip r:embed="rId9"/>
                      <a:stretch>
                        <a:fillRect/>
                      </a:stretch>
                    </p:blipFill>
                    <p:spPr>
                      <a:xfrm>
                        <a:off x="242886" y="1096266"/>
                        <a:ext cx="1814514" cy="1313135"/>
                      </a:xfrm>
                      <a:prstGeom prst="rect">
                        <a:avLst/>
                      </a:prstGeom>
                      <a:solidFill>
                        <a:srgbClr val="FFC000"/>
                      </a:solidFill>
                    </p:spPr>
                  </p:pic>
                </p:oleObj>
              </mc:Fallback>
            </mc:AlternateContent>
          </a:graphicData>
        </a:graphic>
      </p:graphicFrame>
    </p:spTree>
    <p:custDataLst>
      <p:tags r:id="rId2"/>
    </p:custDataLst>
    <p:extLst>
      <p:ext uri="{BB962C8B-B14F-4D97-AF65-F5344CB8AC3E}">
        <p14:creationId xmlns:p14="http://schemas.microsoft.com/office/powerpoint/2010/main" val="87928370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ChangeArrowheads="1"/>
          </p:cNvSpPr>
          <p:nvPr/>
        </p:nvSpPr>
        <p:spPr bwMode="auto">
          <a:xfrm>
            <a:off x="6858000" y="228600"/>
            <a:ext cx="1524000" cy="1752600"/>
          </a:xfrm>
          <a:prstGeom prst="rect">
            <a:avLst/>
          </a:prstGeom>
          <a:solidFill>
            <a:schemeClr val="bg1"/>
          </a:solidFill>
          <a:ln w="9525">
            <a:solidFill>
              <a:schemeClr val="tx1"/>
            </a:solidFill>
            <a:miter lim="800000"/>
            <a:headEnd/>
            <a:tailEnd/>
          </a:ln>
        </p:spPr>
        <p:txBody>
          <a:bodyPr wrap="none" anchor="ctr"/>
          <a:lstStyle/>
          <a:p>
            <a:endParaRPr lang="en-US"/>
          </a:p>
        </p:txBody>
      </p:sp>
      <p:pic>
        <p:nvPicPr>
          <p:cNvPr id="23555" name="Picture 3"/>
          <p:cNvPicPr>
            <a:picLocks noChangeAspect="1" noChangeArrowheads="1"/>
          </p:cNvPicPr>
          <p:nvPr/>
        </p:nvPicPr>
        <p:blipFill>
          <a:blip r:embed="rId3">
            <a:extLst>
              <a:ext uri="{28A0092B-C50C-407E-A947-70E740481C1C}">
                <a14:useLocalDpi xmlns:a14="http://schemas.microsoft.com/office/drawing/2010/main" val="0"/>
              </a:ext>
            </a:extLst>
          </a:blip>
          <a:srcRect r="30089"/>
          <a:stretch>
            <a:fillRect/>
          </a:stretch>
        </p:blipFill>
        <p:spPr bwMode="auto">
          <a:xfrm>
            <a:off x="6842125" y="304800"/>
            <a:ext cx="1519238" cy="19812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20484" name="Rectangle 4"/>
          <p:cNvSpPr>
            <a:spLocks noGrp="1" noChangeArrowheads="1"/>
          </p:cNvSpPr>
          <p:nvPr>
            <p:ph type="title"/>
          </p:nvPr>
        </p:nvSpPr>
        <p:spPr>
          <a:xfrm>
            <a:off x="152400" y="0"/>
            <a:ext cx="6553200" cy="838200"/>
          </a:xfrm>
        </p:spPr>
        <p:txBody>
          <a:bodyPr>
            <a:normAutofit fontScale="90000"/>
          </a:bodyPr>
          <a:lstStyle/>
          <a:p>
            <a:pPr>
              <a:defRPr/>
            </a:pPr>
            <a:r>
              <a:rPr lang="en-US" sz="2800" dirty="0" smtClean="0">
                <a:solidFill>
                  <a:srgbClr val="333399"/>
                </a:solidFill>
                <a:latin typeface="Arial" charset="0"/>
              </a:rPr>
              <a:t>Medication side effects (hypothesis test for p)</a:t>
            </a:r>
          </a:p>
        </p:txBody>
      </p:sp>
      <p:sp>
        <p:nvSpPr>
          <p:cNvPr id="23557" name="Text Box 5"/>
          <p:cNvSpPr txBox="1">
            <a:spLocks noChangeArrowheads="1"/>
          </p:cNvSpPr>
          <p:nvPr/>
        </p:nvSpPr>
        <p:spPr bwMode="auto">
          <a:xfrm>
            <a:off x="228600" y="838200"/>
            <a:ext cx="6553200" cy="1570038"/>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eaLnBrk="1" hangingPunct="1">
              <a:lnSpc>
                <a:spcPct val="120000"/>
              </a:lnSpc>
            </a:pPr>
            <a:r>
              <a:rPr lang="en-US" sz="1600" dirty="0"/>
              <a:t>Arthritis is a painful, chronic inflammation of the joints. </a:t>
            </a:r>
          </a:p>
          <a:p>
            <a:pPr eaLnBrk="1" hangingPunct="1">
              <a:lnSpc>
                <a:spcPct val="120000"/>
              </a:lnSpc>
            </a:pPr>
            <a:r>
              <a:rPr lang="en-US" sz="1600" dirty="0"/>
              <a:t>An experiment on the side effects of the pain reliever ibuprofen examined arthritis patients to find the proportion of patients who suffer side effects.  </a:t>
            </a:r>
            <a:r>
              <a:rPr lang="en-US" sz="1600" u="sng" dirty="0"/>
              <a:t>If more than 3% of users suffer side effects</a:t>
            </a:r>
            <a:r>
              <a:rPr lang="en-US" sz="1600" dirty="0"/>
              <a:t>, the FDA will put a stronger warning label on packages of ibuprofen</a:t>
            </a:r>
          </a:p>
        </p:txBody>
      </p:sp>
      <p:sp>
        <p:nvSpPr>
          <p:cNvPr id="23558" name="Rectangle 6"/>
          <p:cNvSpPr>
            <a:spLocks noChangeArrowheads="1"/>
          </p:cNvSpPr>
          <p:nvPr/>
        </p:nvSpPr>
        <p:spPr bwMode="auto">
          <a:xfrm>
            <a:off x="3505200" y="2266950"/>
            <a:ext cx="5486400" cy="435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0000"/>
              </a:lnSpc>
            </a:pPr>
            <a:r>
              <a:rPr lang="en-US" sz="1400">
                <a:solidFill>
                  <a:srgbClr val="000000"/>
                </a:solidFill>
              </a:rPr>
              <a:t>Serious side effects (seek medical attention immediately):</a:t>
            </a:r>
          </a:p>
          <a:p>
            <a:pPr>
              <a:lnSpc>
                <a:spcPct val="110000"/>
              </a:lnSpc>
            </a:pPr>
            <a:r>
              <a:rPr lang="en-US" sz="1400">
                <a:solidFill>
                  <a:srgbClr val="000000"/>
                </a:solidFill>
              </a:rPr>
              <a:t>	Allergic reaction (difficulty breathing, swelling, or hives),</a:t>
            </a:r>
          </a:p>
          <a:p>
            <a:pPr>
              <a:lnSpc>
                <a:spcPct val="110000"/>
              </a:lnSpc>
            </a:pPr>
            <a:r>
              <a:rPr lang="en-US" sz="1400">
                <a:solidFill>
                  <a:srgbClr val="000000"/>
                </a:solidFill>
              </a:rPr>
              <a:t>	Muscle cramps, numbness, or tingling,</a:t>
            </a:r>
          </a:p>
          <a:p>
            <a:pPr>
              <a:lnSpc>
                <a:spcPct val="110000"/>
              </a:lnSpc>
            </a:pPr>
            <a:r>
              <a:rPr lang="en-US" sz="1400">
                <a:solidFill>
                  <a:srgbClr val="000000"/>
                </a:solidFill>
              </a:rPr>
              <a:t>	Ulcers (open sores) in the mouth,</a:t>
            </a:r>
          </a:p>
          <a:p>
            <a:pPr>
              <a:lnSpc>
                <a:spcPct val="110000"/>
              </a:lnSpc>
            </a:pPr>
            <a:r>
              <a:rPr lang="en-US" sz="1400">
                <a:solidFill>
                  <a:srgbClr val="000000"/>
                </a:solidFill>
              </a:rPr>
              <a:t>	Rapid weight gain (fluid retention),</a:t>
            </a:r>
          </a:p>
          <a:p>
            <a:pPr>
              <a:lnSpc>
                <a:spcPct val="110000"/>
              </a:lnSpc>
            </a:pPr>
            <a:r>
              <a:rPr lang="en-US" sz="1400">
                <a:solidFill>
                  <a:srgbClr val="000000"/>
                </a:solidFill>
              </a:rPr>
              <a:t>	Seizures,</a:t>
            </a:r>
          </a:p>
          <a:p>
            <a:pPr>
              <a:lnSpc>
                <a:spcPct val="110000"/>
              </a:lnSpc>
            </a:pPr>
            <a:r>
              <a:rPr lang="en-US" sz="1400">
                <a:solidFill>
                  <a:srgbClr val="000000"/>
                </a:solidFill>
              </a:rPr>
              <a:t>	Black, bloody, or tarry stools,</a:t>
            </a:r>
          </a:p>
          <a:p>
            <a:pPr>
              <a:lnSpc>
                <a:spcPct val="110000"/>
              </a:lnSpc>
            </a:pPr>
            <a:r>
              <a:rPr lang="en-US" sz="1400">
                <a:solidFill>
                  <a:srgbClr val="000000"/>
                </a:solidFill>
              </a:rPr>
              <a:t>	Blood in your urine or vomit,</a:t>
            </a:r>
          </a:p>
          <a:p>
            <a:pPr>
              <a:lnSpc>
                <a:spcPct val="110000"/>
              </a:lnSpc>
            </a:pPr>
            <a:r>
              <a:rPr lang="en-US" sz="1400">
                <a:solidFill>
                  <a:srgbClr val="000000"/>
                </a:solidFill>
              </a:rPr>
              <a:t>	Decreased hearing or ringing in the ears,</a:t>
            </a:r>
          </a:p>
          <a:p>
            <a:pPr>
              <a:lnSpc>
                <a:spcPct val="110000"/>
              </a:lnSpc>
            </a:pPr>
            <a:r>
              <a:rPr lang="en-US" sz="1400">
                <a:solidFill>
                  <a:srgbClr val="000000"/>
                </a:solidFill>
              </a:rPr>
              <a:t>	Jaundice (yellowing of the skin or eyes), or</a:t>
            </a:r>
          </a:p>
          <a:p>
            <a:pPr>
              <a:lnSpc>
                <a:spcPct val="110000"/>
              </a:lnSpc>
            </a:pPr>
            <a:r>
              <a:rPr lang="en-US" sz="1400">
                <a:solidFill>
                  <a:srgbClr val="000000"/>
                </a:solidFill>
              </a:rPr>
              <a:t>	Abdominal cramping, indigestion, or heartburn,</a:t>
            </a:r>
          </a:p>
          <a:p>
            <a:pPr>
              <a:lnSpc>
                <a:spcPct val="110000"/>
              </a:lnSpc>
            </a:pPr>
            <a:r>
              <a:rPr lang="en-US" sz="1400">
                <a:solidFill>
                  <a:srgbClr val="000000"/>
                </a:solidFill>
              </a:rPr>
              <a:t>Less serious side effects (discuss with your doctor):</a:t>
            </a:r>
          </a:p>
          <a:p>
            <a:pPr>
              <a:lnSpc>
                <a:spcPct val="110000"/>
              </a:lnSpc>
            </a:pPr>
            <a:r>
              <a:rPr lang="en-US" sz="1400">
                <a:solidFill>
                  <a:srgbClr val="000000"/>
                </a:solidFill>
              </a:rPr>
              <a:t>	Dizziness or headache,</a:t>
            </a:r>
          </a:p>
          <a:p>
            <a:pPr>
              <a:lnSpc>
                <a:spcPct val="110000"/>
              </a:lnSpc>
            </a:pPr>
            <a:r>
              <a:rPr lang="en-US" sz="1400">
                <a:solidFill>
                  <a:srgbClr val="000000"/>
                </a:solidFill>
              </a:rPr>
              <a:t>	Nausea, gaseousness, diarrhea, or constipation,</a:t>
            </a:r>
          </a:p>
          <a:p>
            <a:pPr>
              <a:lnSpc>
                <a:spcPct val="110000"/>
              </a:lnSpc>
            </a:pPr>
            <a:r>
              <a:rPr lang="en-US" sz="1400">
                <a:solidFill>
                  <a:srgbClr val="000000"/>
                </a:solidFill>
              </a:rPr>
              <a:t>	Depression,</a:t>
            </a:r>
          </a:p>
          <a:p>
            <a:pPr>
              <a:lnSpc>
                <a:spcPct val="110000"/>
              </a:lnSpc>
            </a:pPr>
            <a:r>
              <a:rPr lang="en-US" sz="1400">
                <a:solidFill>
                  <a:srgbClr val="000000"/>
                </a:solidFill>
              </a:rPr>
              <a:t>	Fatigue or weakness,</a:t>
            </a:r>
          </a:p>
          <a:p>
            <a:pPr>
              <a:lnSpc>
                <a:spcPct val="110000"/>
              </a:lnSpc>
            </a:pPr>
            <a:r>
              <a:rPr lang="en-US" sz="1400">
                <a:solidFill>
                  <a:srgbClr val="000000"/>
                </a:solidFill>
              </a:rPr>
              <a:t>	Dry mouth, or</a:t>
            </a:r>
          </a:p>
          <a:p>
            <a:pPr>
              <a:lnSpc>
                <a:spcPct val="110000"/>
              </a:lnSpc>
            </a:pPr>
            <a:r>
              <a:rPr lang="en-US" sz="1400">
                <a:solidFill>
                  <a:srgbClr val="000000"/>
                </a:solidFill>
              </a:rPr>
              <a:t>	Irregular menstrual periods</a:t>
            </a:r>
          </a:p>
        </p:txBody>
      </p:sp>
      <p:pic>
        <p:nvPicPr>
          <p:cNvPr id="23559" name="Picture 7"/>
          <p:cNvPicPr>
            <a:picLocks noChangeAspect="1" noChangeArrowheads="1"/>
          </p:cNvPicPr>
          <p:nvPr/>
        </p:nvPicPr>
        <p:blipFill>
          <a:blip r:embed="rId4">
            <a:clrChange>
              <a:clrFrom>
                <a:srgbClr val="FFFFFF"/>
              </a:clrFrom>
              <a:clrTo>
                <a:srgbClr val="FFFFFF">
                  <a:alpha val="0"/>
                </a:srgbClr>
              </a:clrTo>
            </a:clrChange>
            <a:lum bright="-2000" contrast="12000"/>
            <a:extLst>
              <a:ext uri="{28A0092B-C50C-407E-A947-70E740481C1C}">
                <a14:useLocalDpi xmlns:a14="http://schemas.microsoft.com/office/drawing/2010/main" val="0"/>
              </a:ext>
            </a:extLst>
          </a:blip>
          <a:srcRect l="16902" t="15492" r="11267" b="16902"/>
          <a:stretch>
            <a:fillRect/>
          </a:stretch>
        </p:blipFill>
        <p:spPr bwMode="auto">
          <a:xfrm>
            <a:off x="1295400" y="5041900"/>
            <a:ext cx="1524000"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0" name="Picture 8"/>
          <p:cNvPicPr>
            <a:picLocks noChangeAspect="1" noChangeArrowheads="1"/>
          </p:cNvPicPr>
          <p:nvPr/>
        </p:nvPicPr>
        <p:blipFill>
          <a:blip r:embed="rId5">
            <a:lum bright="-10000" contrast="6000"/>
            <a:extLst>
              <a:ext uri="{28A0092B-C50C-407E-A947-70E740481C1C}">
                <a14:useLocalDpi xmlns:a14="http://schemas.microsoft.com/office/drawing/2010/main" val="0"/>
              </a:ext>
            </a:extLst>
          </a:blip>
          <a:srcRect t="7408" b="3703"/>
          <a:stretch>
            <a:fillRect/>
          </a:stretch>
        </p:blipFill>
        <p:spPr bwMode="auto">
          <a:xfrm>
            <a:off x="152400" y="2895600"/>
            <a:ext cx="34290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61" name="TextBox 8"/>
          <p:cNvSpPr txBox="1">
            <a:spLocks noChangeArrowheads="1"/>
          </p:cNvSpPr>
          <p:nvPr/>
        </p:nvSpPr>
        <p:spPr bwMode="auto">
          <a:xfrm>
            <a:off x="152400" y="2514600"/>
            <a:ext cx="3657600"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eaLnBrk="1" hangingPunct="1">
              <a:lnSpc>
                <a:spcPct val="110000"/>
              </a:lnSpc>
            </a:pPr>
            <a:r>
              <a:rPr lang="en-US" sz="1400" b="1">
                <a:solidFill>
                  <a:srgbClr val="000000"/>
                </a:solidFill>
              </a:rPr>
              <a:t>What are some side effects of ibuprofen?</a:t>
            </a:r>
            <a:endParaRPr lang="en-US" sz="1400">
              <a:solidFill>
                <a:srgbClr val="000000"/>
              </a:solidFill>
            </a:endParaRPr>
          </a:p>
        </p:txBody>
      </p:sp>
    </p:spTree>
    <p:custDataLst>
      <p:tags r:id="rId1"/>
    </p:custDataLst>
    <p:extLst>
      <p:ext uri="{BB962C8B-B14F-4D97-AF65-F5344CB8AC3E}">
        <p14:creationId xmlns:p14="http://schemas.microsoft.com/office/powerpoint/2010/main" val="129779848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0" name="Rectangle 2"/>
          <p:cNvSpPr>
            <a:spLocks noChangeArrowheads="1"/>
          </p:cNvSpPr>
          <p:nvPr/>
        </p:nvSpPr>
        <p:spPr bwMode="auto">
          <a:xfrm>
            <a:off x="4876800" y="2179638"/>
            <a:ext cx="1524000" cy="457200"/>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sz="1800" dirty="0"/>
              <a:t>Test statistic:</a:t>
            </a:r>
          </a:p>
        </p:txBody>
      </p:sp>
      <p:sp>
        <p:nvSpPr>
          <p:cNvPr id="24579" name="Text Box 3"/>
          <p:cNvSpPr txBox="1">
            <a:spLocks noChangeArrowheads="1"/>
          </p:cNvSpPr>
          <p:nvPr/>
        </p:nvSpPr>
        <p:spPr bwMode="auto">
          <a:xfrm>
            <a:off x="471487" y="838144"/>
            <a:ext cx="5815013" cy="701731"/>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eaLnBrk="1" hangingPunct="1">
              <a:lnSpc>
                <a:spcPct val="110000"/>
              </a:lnSpc>
            </a:pPr>
            <a:r>
              <a:rPr lang="en-US" sz="1800" dirty="0"/>
              <a:t>H</a:t>
            </a:r>
            <a:r>
              <a:rPr lang="en-US" sz="1800" baseline="-25000" dirty="0"/>
              <a:t>0</a:t>
            </a:r>
            <a:r>
              <a:rPr lang="en-US" sz="1800" dirty="0"/>
              <a:t> : p =.03     H</a:t>
            </a:r>
            <a:r>
              <a:rPr lang="en-US" sz="1800" baseline="-25000" dirty="0"/>
              <a:t>A</a:t>
            </a:r>
            <a:r>
              <a:rPr lang="en-US" sz="1800" dirty="0"/>
              <a:t> : p &gt; .03 where </a:t>
            </a:r>
            <a:r>
              <a:rPr lang="en-US" sz="1800" i="1" dirty="0"/>
              <a:t>p</a:t>
            </a:r>
            <a:r>
              <a:rPr lang="en-US" sz="1800" dirty="0"/>
              <a:t> is the proportion </a:t>
            </a:r>
            <a:r>
              <a:rPr lang="en-US" sz="1800" dirty="0" smtClean="0"/>
              <a:t>of</a:t>
            </a:r>
          </a:p>
          <a:p>
            <a:pPr eaLnBrk="1" hangingPunct="1">
              <a:lnSpc>
                <a:spcPct val="110000"/>
              </a:lnSpc>
            </a:pPr>
            <a:r>
              <a:rPr lang="en-US" sz="1800" dirty="0" smtClean="0"/>
              <a:t>Ibuprofen users </a:t>
            </a:r>
            <a:r>
              <a:rPr lang="en-US" sz="1800" dirty="0"/>
              <a:t>who suffer side effects</a:t>
            </a:r>
            <a:r>
              <a:rPr lang="en-US" sz="1800" dirty="0" smtClean="0"/>
              <a:t>. Let </a:t>
            </a:r>
            <a:r>
              <a:rPr lang="en-US" sz="1800" dirty="0" smtClean="0">
                <a:sym typeface="Mathematica1"/>
              </a:rPr>
              <a:t> = .05</a:t>
            </a:r>
            <a:endParaRPr lang="en-US" sz="1800" dirty="0"/>
          </a:p>
        </p:txBody>
      </p:sp>
      <p:graphicFrame>
        <p:nvGraphicFramePr>
          <p:cNvPr id="55300" name="Object 4"/>
          <p:cNvGraphicFramePr>
            <a:graphicFrameLocks noChangeAspect="1"/>
          </p:cNvGraphicFramePr>
          <p:nvPr>
            <p:extLst>
              <p:ext uri="{D42A27DB-BD31-4B8C-83A1-F6EECF244321}">
                <p14:modId xmlns:p14="http://schemas.microsoft.com/office/powerpoint/2010/main" val="1886620756"/>
              </p:ext>
            </p:extLst>
          </p:nvPr>
        </p:nvGraphicFramePr>
        <p:xfrm>
          <a:off x="4418012" y="2752838"/>
          <a:ext cx="3965575" cy="762000"/>
        </p:xfrm>
        <a:graphic>
          <a:graphicData uri="http://schemas.openxmlformats.org/presentationml/2006/ole">
            <mc:AlternateContent xmlns:mc="http://schemas.openxmlformats.org/markup-compatibility/2006">
              <mc:Choice xmlns:v="urn:schemas-microsoft-com:vml" Requires="v">
                <p:oleObj spid="_x0000_s69702" name="Equation" r:id="rId4" imgW="1930320" imgH="419040" progId="Equation.DSMT4">
                  <p:embed/>
                </p:oleObj>
              </mc:Choice>
              <mc:Fallback>
                <p:oleObj name="Equation" r:id="rId4" imgW="1930320" imgH="419040" progId="Equation.DSMT4">
                  <p:embed/>
                  <p:pic>
                    <p:nvPicPr>
                      <p:cNvPr id="0" name=""/>
                      <p:cNvPicPr>
                        <a:picLocks noChangeAspect="1" noChangeArrowheads="1"/>
                      </p:cNvPicPr>
                      <p:nvPr/>
                    </p:nvPicPr>
                    <p:blipFill>
                      <a:blip r:embed="rId5"/>
                      <a:srcRect/>
                      <a:stretch>
                        <a:fillRect/>
                      </a:stretch>
                    </p:blipFill>
                    <p:spPr bwMode="auto">
                      <a:xfrm>
                        <a:off x="4418012" y="2752838"/>
                        <a:ext cx="3965575" cy="762000"/>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301" name="Object 5"/>
          <p:cNvGraphicFramePr>
            <a:graphicFrameLocks noChangeAspect="1"/>
          </p:cNvGraphicFramePr>
          <p:nvPr/>
        </p:nvGraphicFramePr>
        <p:xfrm>
          <a:off x="387350" y="1524000"/>
          <a:ext cx="2044700" cy="722313"/>
        </p:xfrm>
        <a:graphic>
          <a:graphicData uri="http://schemas.openxmlformats.org/presentationml/2006/ole">
            <mc:AlternateContent xmlns:mc="http://schemas.openxmlformats.org/markup-compatibility/2006">
              <mc:Choice xmlns:v="urn:schemas-microsoft-com:vml" Requires="v">
                <p:oleObj spid="_x0000_s69703" name="Equation" r:id="rId6" imgW="1117115" imgH="393529" progId="Equation.DSMT4">
                  <p:embed/>
                </p:oleObj>
              </mc:Choice>
              <mc:Fallback>
                <p:oleObj name="Equation" r:id="rId6" imgW="1117115" imgH="393529"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7350" y="1524000"/>
                        <a:ext cx="2044700" cy="7223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4582" name="Picture 7"/>
          <p:cNvPicPr>
            <a:picLocks noChangeAspect="1" noChangeArrowheads="1"/>
          </p:cNvPicPr>
          <p:nvPr/>
        </p:nvPicPr>
        <p:blipFill>
          <a:blip r:embed="rId8">
            <a:clrChange>
              <a:clrFrom>
                <a:srgbClr val="FFFFFF"/>
              </a:clrFrom>
              <a:clrTo>
                <a:srgbClr val="FFFFFF">
                  <a:alpha val="0"/>
                </a:srgbClr>
              </a:clrTo>
            </a:clrChange>
            <a:lum bright="-2000" contrast="12000"/>
            <a:extLst>
              <a:ext uri="{28A0092B-C50C-407E-A947-70E740481C1C}">
                <a14:useLocalDpi xmlns:a14="http://schemas.microsoft.com/office/drawing/2010/main" val="0"/>
              </a:ext>
            </a:extLst>
          </a:blip>
          <a:srcRect l="16902" t="15492" r="11267" b="16902"/>
          <a:stretch>
            <a:fillRect/>
          </a:stretch>
        </p:blipFill>
        <p:spPr bwMode="auto">
          <a:xfrm>
            <a:off x="7848600" y="0"/>
            <a:ext cx="12954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4" name="Text Box 8"/>
          <p:cNvSpPr txBox="1">
            <a:spLocks noChangeArrowheads="1"/>
          </p:cNvSpPr>
          <p:nvPr/>
        </p:nvSpPr>
        <p:spPr bwMode="auto">
          <a:xfrm>
            <a:off x="3676649" y="3469297"/>
            <a:ext cx="5219702" cy="1754326"/>
          </a:xfrm>
          <a:prstGeom prst="rect">
            <a:avLst/>
          </a:prstGeom>
          <a:solidFill>
            <a:srgbClr val="FFCC66"/>
          </a:solidFill>
          <a:ln w="9525">
            <a:noFill/>
            <a:miter lim="800000"/>
            <a:headEnd/>
            <a:tailEnd/>
          </a:ln>
        </p:spPr>
        <p:txBody>
          <a:bodyPr wrap="square">
            <a:spAutoFit/>
          </a:bodyPr>
          <a:lstStyle/>
          <a:p>
            <a:pPr>
              <a:lnSpc>
                <a:spcPct val="120000"/>
              </a:lnSpc>
              <a:buFont typeface="Times" charset="0"/>
              <a:buNone/>
              <a:defRPr/>
            </a:pPr>
            <a:r>
              <a:rPr lang="en-US" sz="1800" b="1" dirty="0"/>
              <a:t>Conclusion:</a:t>
            </a:r>
            <a:r>
              <a:rPr lang="en-US" sz="1800" dirty="0"/>
              <a:t> since the </a:t>
            </a:r>
            <a:r>
              <a:rPr lang="en-US" sz="1800" dirty="0" smtClean="0"/>
              <a:t>test statistic value 2.75 is in the RR, </a:t>
            </a:r>
            <a:r>
              <a:rPr lang="en-US" sz="1800" u="sng" dirty="0" smtClean="0">
                <a:solidFill>
                  <a:schemeClr val="accent6"/>
                </a:solidFill>
              </a:rPr>
              <a:t>reject </a:t>
            </a:r>
            <a:r>
              <a:rPr lang="en-US" sz="1800" u="sng" dirty="0">
                <a:solidFill>
                  <a:schemeClr val="accent6"/>
                </a:solidFill>
              </a:rPr>
              <a:t>H</a:t>
            </a:r>
            <a:r>
              <a:rPr lang="en-US" sz="1800" u="sng" baseline="-25000" dirty="0">
                <a:solidFill>
                  <a:schemeClr val="accent6"/>
                </a:solidFill>
              </a:rPr>
              <a:t>0</a:t>
            </a:r>
            <a:r>
              <a:rPr lang="en-US" sz="1800" u="sng" dirty="0">
                <a:solidFill>
                  <a:schemeClr val="accent6"/>
                </a:solidFill>
              </a:rPr>
              <a:t> : p =.</a:t>
            </a:r>
            <a:r>
              <a:rPr lang="en-US" sz="1800" u="sng" dirty="0" smtClean="0">
                <a:solidFill>
                  <a:schemeClr val="accent6"/>
                </a:solidFill>
              </a:rPr>
              <a:t>03</a:t>
            </a:r>
            <a:r>
              <a:rPr lang="en-US" sz="1800" dirty="0" smtClean="0"/>
              <a:t>;</a:t>
            </a:r>
          </a:p>
          <a:p>
            <a:pPr>
              <a:lnSpc>
                <a:spcPct val="120000"/>
              </a:lnSpc>
              <a:buFont typeface="Times" charset="0"/>
              <a:buNone/>
              <a:defRPr/>
            </a:pPr>
            <a:r>
              <a:rPr lang="en-US" sz="1800" dirty="0" smtClean="0"/>
              <a:t>there </a:t>
            </a:r>
            <a:r>
              <a:rPr lang="en-US" sz="1800" dirty="0"/>
              <a:t>is sufficient evidence to </a:t>
            </a:r>
            <a:r>
              <a:rPr lang="en-US" sz="1800" dirty="0" smtClean="0"/>
              <a:t>conclude that </a:t>
            </a:r>
            <a:r>
              <a:rPr lang="en-US" sz="1800" dirty="0"/>
              <a:t>the proportion of ibuprofen </a:t>
            </a:r>
            <a:r>
              <a:rPr lang="en-US" sz="1800" dirty="0" smtClean="0"/>
              <a:t>users who </a:t>
            </a:r>
            <a:r>
              <a:rPr lang="en-US" sz="1800" dirty="0"/>
              <a:t>suffer side effects is greater than .03 </a:t>
            </a:r>
          </a:p>
        </p:txBody>
      </p:sp>
      <p:graphicFrame>
        <p:nvGraphicFramePr>
          <p:cNvPr id="55305" name="Object 9"/>
          <p:cNvGraphicFramePr>
            <a:graphicFrameLocks noChangeAspect="1"/>
          </p:cNvGraphicFramePr>
          <p:nvPr>
            <p:extLst>
              <p:ext uri="{D42A27DB-BD31-4B8C-83A1-F6EECF244321}">
                <p14:modId xmlns:p14="http://schemas.microsoft.com/office/powerpoint/2010/main" val="845753996"/>
              </p:ext>
            </p:extLst>
          </p:nvPr>
        </p:nvGraphicFramePr>
        <p:xfrm>
          <a:off x="251619" y="5242673"/>
          <a:ext cx="4625181" cy="762000"/>
        </p:xfrm>
        <a:graphic>
          <a:graphicData uri="http://schemas.openxmlformats.org/presentationml/2006/ole">
            <mc:AlternateContent xmlns:mc="http://schemas.openxmlformats.org/markup-compatibility/2006">
              <mc:Choice xmlns:v="urn:schemas-microsoft-com:vml" Requires="v">
                <p:oleObj spid="_x0000_s69704" name="Equation" r:id="rId9" imgW="2552400" imgH="406080" progId="Equation.DSMT4">
                  <p:embed/>
                </p:oleObj>
              </mc:Choice>
              <mc:Fallback>
                <p:oleObj name="Equation" r:id="rId9" imgW="2552400" imgH="406080" progId="Equation.DSMT4">
                  <p:embed/>
                  <p:pic>
                    <p:nvPicPr>
                      <p:cNvPr id="0" name=""/>
                      <p:cNvPicPr>
                        <a:picLocks noChangeAspect="1" noChangeArrowheads="1"/>
                      </p:cNvPicPr>
                      <p:nvPr/>
                    </p:nvPicPr>
                    <p:blipFill>
                      <a:blip r:embed="rId10"/>
                      <a:srcRect/>
                      <a:stretch>
                        <a:fillRect/>
                      </a:stretch>
                    </p:blipFill>
                    <p:spPr bwMode="auto">
                      <a:xfrm>
                        <a:off x="251619" y="5242673"/>
                        <a:ext cx="4625181" cy="762000"/>
                      </a:xfrm>
                      <a:prstGeom prst="rect">
                        <a:avLst/>
                      </a:prstGeom>
                      <a:solidFill>
                        <a:srgbClr val="FFFF99"/>
                      </a:solidFill>
                      <a:ln>
                        <a:noFill/>
                      </a:ln>
                      <a:effectLst/>
                    </p:spPr>
                  </p:pic>
                </p:oleObj>
              </mc:Fallback>
            </mc:AlternateContent>
          </a:graphicData>
        </a:graphic>
      </p:graphicFrame>
      <p:sp>
        <p:nvSpPr>
          <p:cNvPr id="24585" name="Text Box 11"/>
          <p:cNvSpPr txBox="1">
            <a:spLocks noChangeArrowheads="1"/>
          </p:cNvSpPr>
          <p:nvPr/>
        </p:nvSpPr>
        <p:spPr bwMode="auto">
          <a:xfrm>
            <a:off x="457200" y="228600"/>
            <a:ext cx="7239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eaLnBrk="1" hangingPunct="1">
              <a:spcBef>
                <a:spcPct val="50000"/>
              </a:spcBef>
            </a:pPr>
            <a:r>
              <a:rPr lang="en-US" sz="1800">
                <a:solidFill>
                  <a:srgbClr val="0000FF"/>
                </a:solidFill>
              </a:rPr>
              <a:t>440 subjects with chronic arthritis were given ibuprofen for pain relief; 23 subjects suffered from adverse side effects.</a:t>
            </a:r>
          </a:p>
        </p:txBody>
      </p:sp>
      <p:pic>
        <p:nvPicPr>
          <p:cNvPr id="24586" name="Picture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667500" y="1142206"/>
            <a:ext cx="2057400" cy="142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5" name="Object 7"/>
          <p:cNvGraphicFramePr>
            <a:graphicFrameLocks noChangeAspect="1"/>
          </p:cNvGraphicFramePr>
          <p:nvPr/>
        </p:nvGraphicFramePr>
        <p:xfrm>
          <a:off x="2743200" y="1447800"/>
          <a:ext cx="3205163" cy="795338"/>
        </p:xfrm>
        <a:graphic>
          <a:graphicData uri="http://schemas.openxmlformats.org/presentationml/2006/ole">
            <mc:AlternateContent xmlns:mc="http://schemas.openxmlformats.org/markup-compatibility/2006">
              <mc:Choice xmlns:v="urn:schemas-microsoft-com:vml" Requires="v">
                <p:oleObj spid="_x0000_s69705" name="Equation" r:id="rId12" imgW="1790700" imgH="444500" progId="Equation.DSMT4">
                  <p:embed/>
                </p:oleObj>
              </mc:Choice>
              <mc:Fallback>
                <p:oleObj name="Equation" r:id="rId12" imgW="1790700" imgH="444500"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743200" y="1447800"/>
                        <a:ext cx="3205163" cy="795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 name="TextBox 15"/>
          <p:cNvSpPr txBox="1">
            <a:spLocks noChangeArrowheads="1"/>
          </p:cNvSpPr>
          <p:nvPr/>
        </p:nvSpPr>
        <p:spPr bwMode="auto">
          <a:xfrm>
            <a:off x="352425" y="2218471"/>
            <a:ext cx="3352800" cy="400110"/>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eaLnBrk="1" hangingPunct="1"/>
            <a:r>
              <a:rPr lang="en-US" sz="2000" dirty="0" smtClean="0"/>
              <a:t>Rejection Region: z &gt; 1.645</a:t>
            </a:r>
            <a:endParaRPr lang="en-US" sz="2000" dirty="0"/>
          </a:p>
        </p:txBody>
      </p:sp>
      <p:graphicFrame>
        <p:nvGraphicFramePr>
          <p:cNvPr id="14" name="ETC"/>
          <p:cNvGraphicFramePr>
            <a:graphicFrameLocks/>
          </p:cNvGraphicFramePr>
          <p:nvPr>
            <p:extLst>
              <p:ext uri="{D42A27DB-BD31-4B8C-83A1-F6EECF244321}">
                <p14:modId xmlns:p14="http://schemas.microsoft.com/office/powerpoint/2010/main" val="2290152830"/>
              </p:ext>
            </p:extLst>
          </p:nvPr>
        </p:nvGraphicFramePr>
        <p:xfrm>
          <a:off x="352425" y="2618581"/>
          <a:ext cx="3276600" cy="2057217"/>
        </p:xfrm>
        <a:graphic>
          <a:graphicData uri="http://schemas.openxmlformats.org/drawingml/2006/chart">
            <c:chart xmlns:c="http://schemas.openxmlformats.org/drawingml/2006/chart" xmlns:r="http://schemas.openxmlformats.org/officeDocument/2006/relationships" r:id="rId14"/>
          </a:graphicData>
        </a:graphic>
      </p:graphicFrame>
      <p:graphicFrame>
        <p:nvGraphicFramePr>
          <p:cNvPr id="20" name="ETC"/>
          <p:cNvGraphicFramePr>
            <a:graphicFrameLocks/>
          </p:cNvGraphicFramePr>
          <p:nvPr>
            <p:extLst>
              <p:ext uri="{D42A27DB-BD31-4B8C-83A1-F6EECF244321}">
                <p14:modId xmlns:p14="http://schemas.microsoft.com/office/powerpoint/2010/main" val="1990794703"/>
              </p:ext>
            </p:extLst>
          </p:nvPr>
        </p:nvGraphicFramePr>
        <p:xfrm>
          <a:off x="5029200" y="4876800"/>
          <a:ext cx="3581400" cy="1752601"/>
        </p:xfrm>
        <a:graphic>
          <a:graphicData uri="http://schemas.openxmlformats.org/drawingml/2006/chart">
            <c:chart xmlns:c="http://schemas.openxmlformats.org/drawingml/2006/chart" xmlns:r="http://schemas.openxmlformats.org/officeDocument/2006/relationships" r:id="rId15"/>
          </a:graphicData>
        </a:graphic>
      </p:graphicFrame>
      <p:sp>
        <p:nvSpPr>
          <p:cNvPr id="21" name="TextBox 1"/>
          <p:cNvSpPr txBox="1"/>
          <p:nvPr/>
        </p:nvSpPr>
        <p:spPr>
          <a:xfrm>
            <a:off x="7308884" y="5463620"/>
            <a:ext cx="1187416" cy="425099"/>
          </a:xfrm>
          <a:prstGeom prst="rect">
            <a:avLst/>
          </a:prstGeom>
          <a:solidFill>
            <a:srgbClr val="FFC000"/>
          </a:solidFill>
          <a:ln w="15875" cmpd="sng">
            <a:solidFill>
              <a:schemeClr val="tx1"/>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1100"/>
              <a:t>P-value=</a:t>
            </a:r>
          </a:p>
          <a:p>
            <a:r>
              <a:rPr lang="en-US" sz="1100"/>
              <a:t>P(z&gt;2.75) = . 003</a:t>
            </a:r>
          </a:p>
        </p:txBody>
      </p:sp>
    </p:spTree>
    <p:custDataLst>
      <p:tags r:id="rId2"/>
    </p:custDataLst>
    <p:extLst>
      <p:ext uri="{BB962C8B-B14F-4D97-AF65-F5344CB8AC3E}">
        <p14:creationId xmlns:p14="http://schemas.microsoft.com/office/powerpoint/2010/main" val="22534384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530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8"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500" fill="hold"/>
                                        <p:tgtEl>
                                          <p:spTgt spid="16"/>
                                        </p:tgtEl>
                                        <p:attrNameLst>
                                          <p:attrName>ppt_x</p:attrName>
                                        </p:attrNameLst>
                                      </p:cBhvr>
                                      <p:tavLst>
                                        <p:tav tm="0">
                                          <p:val>
                                            <p:strVal val="0-#ppt_w/2"/>
                                          </p:val>
                                        </p:tav>
                                        <p:tav tm="100000">
                                          <p:val>
                                            <p:strVal val="#ppt_x"/>
                                          </p:val>
                                        </p:tav>
                                      </p:tavLst>
                                    </p:anim>
                                    <p:anim calcmode="lin" valueType="num">
                                      <p:cBhvr additive="base">
                                        <p:cTn id="16" dur="500" fill="hold"/>
                                        <p:tgtEl>
                                          <p:spTgt spid="16"/>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0-#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8200"/>
                                        </p:tgtEl>
                                        <p:attrNameLst>
                                          <p:attrName>style.visibility</p:attrName>
                                        </p:attrNameLst>
                                      </p:cBhvr>
                                      <p:to>
                                        <p:strVal val="visible"/>
                                      </p:to>
                                    </p:set>
                                    <p:anim calcmode="lin" valueType="num">
                                      <p:cBhvr additive="base">
                                        <p:cTn id="25" dur="500" fill="hold"/>
                                        <p:tgtEl>
                                          <p:spTgt spid="8200"/>
                                        </p:tgtEl>
                                        <p:attrNameLst>
                                          <p:attrName>ppt_x</p:attrName>
                                        </p:attrNameLst>
                                      </p:cBhvr>
                                      <p:tavLst>
                                        <p:tav tm="0">
                                          <p:val>
                                            <p:strVal val="1+#ppt_w/2"/>
                                          </p:val>
                                        </p:tav>
                                        <p:tav tm="100000">
                                          <p:val>
                                            <p:strVal val="#ppt_x"/>
                                          </p:val>
                                        </p:tav>
                                      </p:tavLst>
                                    </p:anim>
                                    <p:anim calcmode="lin" valueType="num">
                                      <p:cBhvr additive="base">
                                        <p:cTn id="26" dur="500" fill="hold"/>
                                        <p:tgtEl>
                                          <p:spTgt spid="8200"/>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5530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5530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499"/>
                                          </p:stCondLst>
                                        </p:cTn>
                                        <p:tgtEl>
                                          <p:spTgt spid="55305"/>
                                        </p:tgtEl>
                                        <p:attrNameLst>
                                          <p:attrName>style.visibility</p:attrName>
                                        </p:attrNameLst>
                                      </p:cBhvr>
                                      <p:to>
                                        <p:strVal val="visible"/>
                                      </p:to>
                                    </p:set>
                                  </p:childTnLst>
                                </p:cTn>
                              </p:par>
                              <p:par>
                                <p:cTn id="39" presetID="2" presetClass="entr" presetSubtype="4"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anim calcmode="lin" valueType="num">
                                      <p:cBhvr additive="base">
                                        <p:cTn id="41" dur="500" fill="hold"/>
                                        <p:tgtEl>
                                          <p:spTgt spid="20"/>
                                        </p:tgtEl>
                                        <p:attrNameLst>
                                          <p:attrName>ppt_x</p:attrName>
                                        </p:attrNameLst>
                                      </p:cBhvr>
                                      <p:tavLst>
                                        <p:tav tm="0">
                                          <p:val>
                                            <p:strVal val="#ppt_x"/>
                                          </p:val>
                                        </p:tav>
                                        <p:tav tm="100000">
                                          <p:val>
                                            <p:strVal val="#ppt_x"/>
                                          </p:val>
                                        </p:tav>
                                      </p:tavLst>
                                    </p:anim>
                                    <p:anim calcmode="lin" valueType="num">
                                      <p:cBhvr additive="base">
                                        <p:cTn id="42" dur="500" fill="hold"/>
                                        <p:tgtEl>
                                          <p:spTgt spid="20"/>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anim calcmode="lin" valueType="num">
                                      <p:cBhvr additive="base">
                                        <p:cTn id="45" dur="500" fill="hold"/>
                                        <p:tgtEl>
                                          <p:spTgt spid="21"/>
                                        </p:tgtEl>
                                        <p:attrNameLst>
                                          <p:attrName>ppt_x</p:attrName>
                                        </p:attrNameLst>
                                      </p:cBhvr>
                                      <p:tavLst>
                                        <p:tav tm="0">
                                          <p:val>
                                            <p:strVal val="#ppt_x"/>
                                          </p:val>
                                        </p:tav>
                                        <p:tav tm="100000">
                                          <p:val>
                                            <p:strVal val="#ppt_x"/>
                                          </p:val>
                                        </p:tav>
                                      </p:tavLst>
                                    </p:anim>
                                    <p:anim calcmode="lin" valueType="num">
                                      <p:cBhvr additive="base">
                                        <p:cTn id="46"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00" grpId="0" animBg="1"/>
      <p:bldP spid="55304" grpId="0" animBg="1" autoUpdateAnimBg="0"/>
      <p:bldP spid="16" grpId="0" animBg="1"/>
      <p:bldGraphic spid="14" grpId="0">
        <p:bldAsOne/>
      </p:bldGraphic>
      <p:bldGraphic spid="20" grpId="0">
        <p:bldAsOne/>
      </p:bldGraphic>
      <p:bldP spid="2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en-US" sz="1800"/>
          </a:p>
        </p:txBody>
      </p:sp>
      <p:sp>
        <p:nvSpPr>
          <p:cNvPr id="15363"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en-US" sz="1800"/>
          </a:p>
        </p:txBody>
      </p:sp>
      <p:sp>
        <p:nvSpPr>
          <p:cNvPr id="15364" name="Date Placeholder 29"/>
          <p:cNvSpPr>
            <a:spLocks/>
          </p:cNvSpPr>
          <p:nvPr/>
        </p:nvSpPr>
        <p:spPr bwMode="auto">
          <a:xfrm>
            <a:off x="152400" y="6324600"/>
            <a:ext cx="22463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endParaRPr lang="en-US" sz="1000" b="1">
              <a:solidFill>
                <a:srgbClr val="FFFFFF"/>
              </a:solidFill>
              <a:latin typeface="Verdana" pitchFamily="34" charset="0"/>
            </a:endParaRPr>
          </a:p>
        </p:txBody>
      </p:sp>
      <p:sp>
        <p:nvSpPr>
          <p:cNvPr id="15365" name="Slide Number Placeholder 5"/>
          <p:cNvSpPr txBox="1">
            <a:spLocks noGrp="1"/>
          </p:cNvSpPr>
          <p:nvPr/>
        </p:nvSpPr>
        <p:spPr bwMode="auto">
          <a:xfrm>
            <a:off x="8291513" y="6107113"/>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algn="r" eaLnBrk="1" hangingPunct="1"/>
            <a:fld id="{BF4766AF-7A72-4DF5-B989-244167115A16}" type="slidenum">
              <a:rPr lang="en-US" sz="1000" b="1">
                <a:latin typeface="Verdana" pitchFamily="34" charset="0"/>
              </a:rPr>
              <a:pPr algn="r" eaLnBrk="1" hangingPunct="1"/>
              <a:t>8</a:t>
            </a:fld>
            <a:endParaRPr lang="en-US" sz="1000" b="1">
              <a:latin typeface="Verdana" pitchFamily="34" charset="0"/>
            </a:endParaRPr>
          </a:p>
        </p:txBody>
      </p:sp>
      <p:sp>
        <p:nvSpPr>
          <p:cNvPr id="15366" name="Text Box 6"/>
          <p:cNvSpPr txBox="1">
            <a:spLocks noChangeArrowheads="1"/>
          </p:cNvSpPr>
          <p:nvPr/>
        </p:nvSpPr>
        <p:spPr bwMode="auto">
          <a:xfrm>
            <a:off x="304800" y="23812"/>
            <a:ext cx="48768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marL="457200" indent="-457200" eaLnBrk="1" hangingPunct="1">
              <a:buFont typeface="Mathematica1" pitchFamily="2" charset="2"/>
              <a:buChar char="a"/>
            </a:pPr>
            <a:r>
              <a:rPr lang="en-US" sz="3200" b="1" dirty="0" smtClean="0">
                <a:solidFill>
                  <a:srgbClr val="0033CC"/>
                </a:solidFill>
              </a:rPr>
              <a:t>Levels and</a:t>
            </a:r>
          </a:p>
          <a:p>
            <a:pPr eaLnBrk="1" hangingPunct="1"/>
            <a:r>
              <a:rPr lang="en-US" sz="3200" b="1" dirty="0" smtClean="0">
                <a:solidFill>
                  <a:srgbClr val="0033CC"/>
                </a:solidFill>
              </a:rPr>
              <a:t>Rejection Regions 1-Tail </a:t>
            </a:r>
            <a:endParaRPr lang="en-US" sz="3200" b="1" dirty="0">
              <a:solidFill>
                <a:srgbClr val="0033CC"/>
              </a:solidFill>
            </a:endParaRPr>
          </a:p>
        </p:txBody>
      </p:sp>
      <p:sp>
        <p:nvSpPr>
          <p:cNvPr id="9" name="TextBox 8"/>
          <p:cNvSpPr txBox="1"/>
          <p:nvPr/>
        </p:nvSpPr>
        <p:spPr>
          <a:xfrm>
            <a:off x="2212974" y="1110555"/>
            <a:ext cx="3267075" cy="830997"/>
          </a:xfrm>
          <a:prstGeom prst="rect">
            <a:avLst/>
          </a:prstGeom>
          <a:noFill/>
        </p:spPr>
        <p:txBody>
          <a:bodyPr wrap="square">
            <a:spAutoFit/>
          </a:bodyPr>
          <a:lstStyle/>
          <a:p>
            <a:pPr>
              <a:defRPr/>
            </a:pPr>
            <a:r>
              <a:rPr lang="en-US" dirty="0">
                <a:latin typeface="+mn-lt"/>
              </a:rPr>
              <a:t>If </a:t>
            </a:r>
            <a:r>
              <a:rPr lang="en-US" i="1" dirty="0">
                <a:latin typeface="+mn-lt"/>
              </a:rPr>
              <a:t>H</a:t>
            </a:r>
            <a:r>
              <a:rPr lang="en-US" i="1" baseline="-25000" dirty="0">
                <a:latin typeface="+mn-lt"/>
              </a:rPr>
              <a:t>A</a:t>
            </a:r>
            <a:r>
              <a:rPr lang="en-US" dirty="0">
                <a:latin typeface="+mn-lt"/>
              </a:rPr>
              <a:t>: p </a:t>
            </a:r>
            <a:r>
              <a:rPr lang="en-US" dirty="0" smtClean="0">
                <a:latin typeface="+mn-lt"/>
              </a:rPr>
              <a:t>&lt; p</a:t>
            </a:r>
            <a:r>
              <a:rPr lang="en-US" baseline="-25000" dirty="0" smtClean="0">
                <a:latin typeface="+mn-lt"/>
              </a:rPr>
              <a:t>0</a:t>
            </a:r>
            <a:r>
              <a:rPr lang="en-US" dirty="0">
                <a:latin typeface="+mn-lt"/>
              </a:rPr>
              <a:t> </a:t>
            </a:r>
            <a:r>
              <a:rPr lang="en-US" dirty="0" smtClean="0">
                <a:latin typeface="+mn-lt"/>
              </a:rPr>
              <a:t>and </a:t>
            </a:r>
            <a:r>
              <a:rPr lang="en-US" dirty="0" smtClean="0">
                <a:latin typeface="+mn-lt"/>
                <a:sym typeface="Mathematica1"/>
              </a:rPr>
              <a:t>=.10</a:t>
            </a:r>
            <a:endParaRPr lang="en-US" dirty="0">
              <a:latin typeface="+mn-lt"/>
              <a:sym typeface="Mathematica1"/>
            </a:endParaRPr>
          </a:p>
          <a:p>
            <a:pPr>
              <a:defRPr/>
            </a:pPr>
            <a:r>
              <a:rPr lang="en-US" dirty="0">
                <a:latin typeface="+mn-lt"/>
              </a:rPr>
              <a:t>t</a:t>
            </a:r>
            <a:r>
              <a:rPr lang="en-US" dirty="0" smtClean="0">
                <a:latin typeface="+mn-lt"/>
              </a:rPr>
              <a:t>hen RR={z: z &lt; -1.28}</a:t>
            </a:r>
            <a:endParaRPr lang="en-US" dirty="0">
              <a:latin typeface="+mn-lt"/>
            </a:endParaRPr>
          </a:p>
        </p:txBody>
      </p:sp>
      <p:sp>
        <p:nvSpPr>
          <p:cNvPr id="11" name="TextBox 10"/>
          <p:cNvSpPr txBox="1"/>
          <p:nvPr/>
        </p:nvSpPr>
        <p:spPr>
          <a:xfrm>
            <a:off x="2241548" y="2743199"/>
            <a:ext cx="3238501" cy="830997"/>
          </a:xfrm>
          <a:prstGeom prst="rect">
            <a:avLst/>
          </a:prstGeom>
          <a:noFill/>
        </p:spPr>
        <p:txBody>
          <a:bodyPr wrap="square">
            <a:spAutoFit/>
          </a:bodyPr>
          <a:lstStyle/>
          <a:p>
            <a:pPr>
              <a:defRPr/>
            </a:pPr>
            <a:r>
              <a:rPr lang="en-US" dirty="0">
                <a:latin typeface="+mn-lt"/>
              </a:rPr>
              <a:t>If </a:t>
            </a:r>
            <a:r>
              <a:rPr lang="en-US" i="1" dirty="0">
                <a:latin typeface="+mn-lt"/>
              </a:rPr>
              <a:t>H</a:t>
            </a:r>
            <a:r>
              <a:rPr lang="en-US" i="1" baseline="-25000" dirty="0">
                <a:latin typeface="+mn-lt"/>
              </a:rPr>
              <a:t>A</a:t>
            </a:r>
            <a:r>
              <a:rPr lang="en-US" dirty="0">
                <a:latin typeface="+mn-lt"/>
              </a:rPr>
              <a:t>: p </a:t>
            </a:r>
            <a:r>
              <a:rPr lang="en-US" dirty="0" smtClean="0">
                <a:latin typeface="+mn-lt"/>
              </a:rPr>
              <a:t>&lt; </a:t>
            </a:r>
            <a:r>
              <a:rPr lang="en-US" dirty="0">
                <a:latin typeface="+mn-lt"/>
              </a:rPr>
              <a:t>p</a:t>
            </a:r>
            <a:r>
              <a:rPr lang="en-US" baseline="-25000" dirty="0">
                <a:latin typeface="+mn-lt"/>
              </a:rPr>
              <a:t>0</a:t>
            </a:r>
            <a:r>
              <a:rPr lang="en-US" dirty="0">
                <a:latin typeface="+mn-lt"/>
              </a:rPr>
              <a:t> and </a:t>
            </a:r>
            <a:r>
              <a:rPr lang="en-US" dirty="0">
                <a:latin typeface="+mn-lt"/>
                <a:sym typeface="Mathematica1"/>
              </a:rPr>
              <a:t></a:t>
            </a:r>
            <a:r>
              <a:rPr lang="en-US" dirty="0" smtClean="0">
                <a:latin typeface="+mn-lt"/>
                <a:sym typeface="Mathematica1"/>
              </a:rPr>
              <a:t>=.05</a:t>
            </a:r>
            <a:r>
              <a:rPr lang="en-US" dirty="0" smtClean="0">
                <a:latin typeface="+mn-lt"/>
              </a:rPr>
              <a:t> then RR</a:t>
            </a:r>
            <a:r>
              <a:rPr lang="en-US" dirty="0">
                <a:latin typeface="+mn-lt"/>
              </a:rPr>
              <a:t>={z: z </a:t>
            </a:r>
            <a:r>
              <a:rPr lang="en-US" dirty="0" smtClean="0">
                <a:latin typeface="+mn-lt"/>
              </a:rPr>
              <a:t>&lt; -1.645}</a:t>
            </a:r>
            <a:endParaRPr lang="en-US" dirty="0">
              <a:latin typeface="+mn-lt"/>
            </a:endParaRPr>
          </a:p>
        </p:txBody>
      </p:sp>
      <p:sp>
        <p:nvSpPr>
          <p:cNvPr id="14" name="TextBox 13"/>
          <p:cNvSpPr txBox="1"/>
          <p:nvPr/>
        </p:nvSpPr>
        <p:spPr>
          <a:xfrm>
            <a:off x="2336799" y="4638675"/>
            <a:ext cx="3124200" cy="830997"/>
          </a:xfrm>
          <a:prstGeom prst="rect">
            <a:avLst/>
          </a:prstGeom>
          <a:noFill/>
        </p:spPr>
        <p:txBody>
          <a:bodyPr wrap="square">
            <a:spAutoFit/>
          </a:bodyPr>
          <a:lstStyle/>
          <a:p>
            <a:pPr>
              <a:defRPr/>
            </a:pPr>
            <a:r>
              <a:rPr lang="en-US" dirty="0">
                <a:latin typeface="+mn-lt"/>
              </a:rPr>
              <a:t>If </a:t>
            </a:r>
            <a:r>
              <a:rPr lang="en-US" i="1" dirty="0">
                <a:latin typeface="+mn-lt"/>
              </a:rPr>
              <a:t>H</a:t>
            </a:r>
            <a:r>
              <a:rPr lang="en-US" i="1" baseline="-25000" dirty="0">
                <a:latin typeface="+mn-lt"/>
              </a:rPr>
              <a:t>A</a:t>
            </a:r>
            <a:r>
              <a:rPr lang="en-US" dirty="0">
                <a:latin typeface="+mn-lt"/>
              </a:rPr>
              <a:t>: p </a:t>
            </a:r>
            <a:r>
              <a:rPr lang="en-US" dirty="0" smtClean="0">
                <a:latin typeface="+mn-lt"/>
              </a:rPr>
              <a:t>&lt; </a:t>
            </a:r>
            <a:r>
              <a:rPr lang="en-US" dirty="0">
                <a:latin typeface="+mn-lt"/>
              </a:rPr>
              <a:t>p</a:t>
            </a:r>
            <a:r>
              <a:rPr lang="en-US" baseline="-25000" dirty="0">
                <a:latin typeface="+mn-lt"/>
              </a:rPr>
              <a:t>0</a:t>
            </a:r>
            <a:r>
              <a:rPr lang="en-US" dirty="0">
                <a:latin typeface="+mn-lt"/>
              </a:rPr>
              <a:t> and </a:t>
            </a:r>
            <a:r>
              <a:rPr lang="en-US" dirty="0">
                <a:latin typeface="+mn-lt"/>
                <a:sym typeface="Mathematica1"/>
              </a:rPr>
              <a:t></a:t>
            </a:r>
            <a:r>
              <a:rPr lang="en-US" dirty="0" smtClean="0">
                <a:latin typeface="+mn-lt"/>
                <a:sym typeface="Mathematica1"/>
              </a:rPr>
              <a:t>=.01</a:t>
            </a:r>
            <a:endParaRPr lang="en-US" dirty="0">
              <a:latin typeface="+mn-lt"/>
              <a:sym typeface="Mathematica1"/>
            </a:endParaRPr>
          </a:p>
          <a:p>
            <a:pPr>
              <a:defRPr/>
            </a:pPr>
            <a:r>
              <a:rPr lang="en-US" dirty="0">
                <a:latin typeface="+mn-lt"/>
              </a:rPr>
              <a:t>t</a:t>
            </a:r>
            <a:r>
              <a:rPr lang="en-US" dirty="0" smtClean="0">
                <a:latin typeface="+mn-lt"/>
              </a:rPr>
              <a:t>hen RR</a:t>
            </a:r>
            <a:r>
              <a:rPr lang="en-US" dirty="0">
                <a:latin typeface="+mn-lt"/>
              </a:rPr>
              <a:t>={z: z </a:t>
            </a:r>
            <a:r>
              <a:rPr lang="en-US" dirty="0" smtClean="0">
                <a:latin typeface="+mn-lt"/>
              </a:rPr>
              <a:t>&lt; -2.33}</a:t>
            </a:r>
            <a:endParaRPr lang="en-US" dirty="0">
              <a:latin typeface="+mn-lt"/>
            </a:endParaRPr>
          </a:p>
        </p:txBody>
      </p:sp>
      <p:graphicFrame>
        <p:nvGraphicFramePr>
          <p:cNvPr id="28" name="Table 27"/>
          <p:cNvGraphicFramePr>
            <a:graphicFrameLocks noGrp="1"/>
          </p:cNvGraphicFramePr>
          <p:nvPr>
            <p:extLst>
              <p:ext uri="{D42A27DB-BD31-4B8C-83A1-F6EECF244321}">
                <p14:modId xmlns:p14="http://schemas.microsoft.com/office/powerpoint/2010/main" val="1740640036"/>
              </p:ext>
            </p:extLst>
          </p:nvPr>
        </p:nvGraphicFramePr>
        <p:xfrm>
          <a:off x="361156" y="3352800"/>
          <a:ext cx="1828800" cy="1483360"/>
        </p:xfrm>
        <a:graphic>
          <a:graphicData uri="http://schemas.openxmlformats.org/drawingml/2006/table">
            <a:tbl>
              <a:tblPr firstRow="1" bandRow="1">
                <a:tableStyleId>{5C22544A-7EE6-4342-B048-85BDC9FD1C3A}</a:tableStyleId>
              </a:tblPr>
              <a:tblGrid>
                <a:gridCol w="525318"/>
                <a:gridCol w="1303482"/>
              </a:tblGrid>
              <a:tr h="370840">
                <a:tc>
                  <a:txBody>
                    <a:bodyPr/>
                    <a:lstStyle/>
                    <a:p>
                      <a:r>
                        <a:rPr lang="en-US" dirty="0" smtClean="0">
                          <a:sym typeface="Mathematica1"/>
                        </a:rPr>
                        <a:t></a:t>
                      </a:r>
                      <a:endParaRPr lang="en-US" dirty="0"/>
                    </a:p>
                  </a:txBody>
                  <a:tcPr/>
                </a:tc>
                <a:tc>
                  <a:txBody>
                    <a:bodyPr/>
                    <a:lstStyle/>
                    <a:p>
                      <a:r>
                        <a:rPr lang="en-US" dirty="0" err="1" smtClean="0"/>
                        <a:t>Rej</a:t>
                      </a:r>
                      <a:r>
                        <a:rPr lang="en-US" dirty="0" smtClean="0"/>
                        <a:t> Region</a:t>
                      </a:r>
                      <a:endParaRPr lang="en-US" dirty="0"/>
                    </a:p>
                  </a:txBody>
                  <a:tcPr/>
                </a:tc>
              </a:tr>
              <a:tr h="370840">
                <a:tc>
                  <a:txBody>
                    <a:bodyPr/>
                    <a:lstStyle/>
                    <a:p>
                      <a:r>
                        <a:rPr lang="en-US" dirty="0" smtClean="0"/>
                        <a:t>.10</a:t>
                      </a:r>
                    </a:p>
                  </a:txBody>
                  <a:tcPr/>
                </a:tc>
                <a:tc>
                  <a:txBody>
                    <a:bodyPr/>
                    <a:lstStyle/>
                    <a:p>
                      <a:r>
                        <a:rPr lang="en-US" dirty="0" smtClean="0"/>
                        <a:t>Z &lt; -1.28</a:t>
                      </a:r>
                      <a:endParaRPr lang="en-US" dirty="0"/>
                    </a:p>
                  </a:txBody>
                  <a:tcPr/>
                </a:tc>
              </a:tr>
              <a:tr h="370840">
                <a:tc>
                  <a:txBody>
                    <a:bodyPr/>
                    <a:lstStyle/>
                    <a:p>
                      <a:r>
                        <a:rPr lang="en-US" dirty="0" smtClean="0"/>
                        <a:t>.05</a:t>
                      </a:r>
                      <a:endParaRPr lang="en-US" dirty="0"/>
                    </a:p>
                  </a:txBody>
                  <a:tcPr/>
                </a:tc>
                <a:tc>
                  <a:txBody>
                    <a:bodyPr/>
                    <a:lstStyle/>
                    <a:p>
                      <a:r>
                        <a:rPr lang="en-US" dirty="0" smtClean="0"/>
                        <a:t>Z &lt; -1.645</a:t>
                      </a:r>
                      <a:endParaRPr lang="en-US" dirty="0"/>
                    </a:p>
                  </a:txBody>
                  <a:tcPr/>
                </a:tc>
              </a:tr>
              <a:tr h="370840">
                <a:tc>
                  <a:txBody>
                    <a:bodyPr/>
                    <a:lstStyle/>
                    <a:p>
                      <a:r>
                        <a:rPr lang="en-US" dirty="0" smtClean="0"/>
                        <a:t>.01</a:t>
                      </a:r>
                      <a:endParaRPr lang="en-US" dirty="0"/>
                    </a:p>
                  </a:txBody>
                  <a:tcPr/>
                </a:tc>
                <a:tc>
                  <a:txBody>
                    <a:bodyPr/>
                    <a:lstStyle/>
                    <a:p>
                      <a:r>
                        <a:rPr lang="en-US" dirty="0" smtClean="0"/>
                        <a:t>Z &lt; -2.33</a:t>
                      </a:r>
                      <a:endParaRPr lang="en-US" dirty="0"/>
                    </a:p>
                  </a:txBody>
                  <a:tcPr/>
                </a:tc>
              </a:tr>
            </a:tbl>
          </a:graphicData>
        </a:graphic>
      </p:graphicFrame>
      <p:graphicFrame>
        <p:nvGraphicFramePr>
          <p:cNvPr id="2" name="Object 1"/>
          <p:cNvGraphicFramePr>
            <a:graphicFrameLocks noChangeAspect="1"/>
          </p:cNvGraphicFramePr>
          <p:nvPr>
            <p:extLst>
              <p:ext uri="{D42A27DB-BD31-4B8C-83A1-F6EECF244321}">
                <p14:modId xmlns:p14="http://schemas.microsoft.com/office/powerpoint/2010/main" val="1827720476"/>
              </p:ext>
            </p:extLst>
          </p:nvPr>
        </p:nvGraphicFramePr>
        <p:xfrm>
          <a:off x="242886" y="1096266"/>
          <a:ext cx="1814514" cy="1313135"/>
        </p:xfrm>
        <a:graphic>
          <a:graphicData uri="http://schemas.openxmlformats.org/presentationml/2006/ole">
            <mc:AlternateContent xmlns:mc="http://schemas.openxmlformats.org/markup-compatibility/2006">
              <mc:Choice xmlns:v="urn:schemas-microsoft-com:vml" Requires="v">
                <p:oleObj spid="_x0000_s67610" name="Equation" r:id="rId5" imgW="965160" imgH="698400" progId="Equation.DSMT4">
                  <p:embed/>
                </p:oleObj>
              </mc:Choice>
              <mc:Fallback>
                <p:oleObj name="Equation" r:id="rId5" imgW="965160" imgH="698400" progId="Equation.DSMT4">
                  <p:embed/>
                  <p:pic>
                    <p:nvPicPr>
                      <p:cNvPr id="0" name=""/>
                      <p:cNvPicPr/>
                      <p:nvPr/>
                    </p:nvPicPr>
                    <p:blipFill>
                      <a:blip r:embed="rId6"/>
                      <a:stretch>
                        <a:fillRect/>
                      </a:stretch>
                    </p:blipFill>
                    <p:spPr>
                      <a:xfrm>
                        <a:off x="242886" y="1096266"/>
                        <a:ext cx="1814514" cy="1313135"/>
                      </a:xfrm>
                      <a:prstGeom prst="rect">
                        <a:avLst/>
                      </a:prstGeom>
                      <a:solidFill>
                        <a:srgbClr val="FFC000"/>
                      </a:solidFill>
                    </p:spPr>
                  </p:pic>
                </p:oleObj>
              </mc:Fallback>
            </mc:AlternateContent>
          </a:graphicData>
        </a:graphic>
      </p:graphicFrame>
      <p:graphicFrame>
        <p:nvGraphicFramePr>
          <p:cNvPr id="15" name="ETC"/>
          <p:cNvGraphicFramePr>
            <a:graphicFrameLocks/>
          </p:cNvGraphicFramePr>
          <p:nvPr>
            <p:extLst>
              <p:ext uri="{D42A27DB-BD31-4B8C-83A1-F6EECF244321}">
                <p14:modId xmlns:p14="http://schemas.microsoft.com/office/powerpoint/2010/main" val="1735346616"/>
              </p:ext>
            </p:extLst>
          </p:nvPr>
        </p:nvGraphicFramePr>
        <p:xfrm>
          <a:off x="5460999" y="23812"/>
          <a:ext cx="3562350" cy="2238375"/>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6" name="ETC"/>
          <p:cNvGraphicFramePr>
            <a:graphicFrameLocks/>
          </p:cNvGraphicFramePr>
          <p:nvPr>
            <p:extLst>
              <p:ext uri="{D42A27DB-BD31-4B8C-83A1-F6EECF244321}">
                <p14:modId xmlns:p14="http://schemas.microsoft.com/office/powerpoint/2010/main" val="1947935764"/>
              </p:ext>
            </p:extLst>
          </p:nvPr>
        </p:nvGraphicFramePr>
        <p:xfrm>
          <a:off x="5480050" y="2362200"/>
          <a:ext cx="3463926" cy="1981200"/>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17" name="ETC"/>
          <p:cNvGraphicFramePr>
            <a:graphicFrameLocks/>
          </p:cNvGraphicFramePr>
          <p:nvPr>
            <p:extLst>
              <p:ext uri="{D42A27DB-BD31-4B8C-83A1-F6EECF244321}">
                <p14:modId xmlns:p14="http://schemas.microsoft.com/office/powerpoint/2010/main" val="2190450152"/>
              </p:ext>
            </p:extLst>
          </p:nvPr>
        </p:nvGraphicFramePr>
        <p:xfrm>
          <a:off x="5562600" y="4295774"/>
          <a:ext cx="3381375" cy="2033588"/>
        </p:xfrm>
        <a:graphic>
          <a:graphicData uri="http://schemas.openxmlformats.org/drawingml/2006/chart">
            <c:chart xmlns:c="http://schemas.openxmlformats.org/drawingml/2006/chart" xmlns:r="http://schemas.openxmlformats.org/officeDocument/2006/relationships" r:id="rId9"/>
          </a:graphicData>
        </a:graphic>
      </p:graphicFrame>
    </p:spTree>
    <p:custDataLst>
      <p:tags r:id="rId2"/>
    </p:custDataLst>
    <p:extLst>
      <p:ext uri="{BB962C8B-B14F-4D97-AF65-F5344CB8AC3E}">
        <p14:creationId xmlns:p14="http://schemas.microsoft.com/office/powerpoint/2010/main" val="193993039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w0087-n"/>
          <p:cNvPicPr>
            <a:picLocks noChangeAspect="1" noChangeArrowheads="1"/>
          </p:cNvPicPr>
          <p:nvPr/>
        </p:nvPicPr>
        <p:blipFill>
          <a:blip r:embed="rId3">
            <a:clrChange>
              <a:clrFrom>
                <a:srgbClr val="FFFFFF"/>
              </a:clrFrom>
              <a:clrTo>
                <a:srgbClr val="FFFFFF">
                  <a:alpha val="0"/>
                </a:srgbClr>
              </a:clrTo>
            </a:clrChange>
            <a:lum bright="-32000" contrast="32000"/>
            <a:extLst>
              <a:ext uri="{28A0092B-C50C-407E-A947-70E740481C1C}">
                <a14:useLocalDpi xmlns:a14="http://schemas.microsoft.com/office/drawing/2010/main" val="0"/>
              </a:ext>
            </a:extLst>
          </a:blip>
          <a:srcRect/>
          <a:stretch>
            <a:fillRect/>
          </a:stretch>
        </p:blipFill>
        <p:spPr bwMode="auto">
          <a:xfrm>
            <a:off x="4191000" y="1295400"/>
            <a:ext cx="45720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7" name="Rectangle 3"/>
          <p:cNvSpPr>
            <a:spLocks noGrp="1" noChangeArrowheads="1"/>
          </p:cNvSpPr>
          <p:nvPr>
            <p:ph type="title"/>
          </p:nvPr>
        </p:nvSpPr>
        <p:spPr>
          <a:xfrm>
            <a:off x="533400" y="381000"/>
            <a:ext cx="8305800" cy="533400"/>
          </a:xfrm>
        </p:spPr>
        <p:txBody>
          <a:bodyPr>
            <a:normAutofit/>
          </a:bodyPr>
          <a:lstStyle/>
          <a:p>
            <a:pPr eaLnBrk="1" hangingPunct="1">
              <a:defRPr/>
            </a:pPr>
            <a:r>
              <a:rPr lang="en-US" sz="2400" dirty="0" smtClean="0">
                <a:solidFill>
                  <a:srgbClr val="333399"/>
                </a:solidFill>
              </a:rPr>
              <a:t>Rejection region for a </a:t>
            </a:r>
            <a:r>
              <a:rPr lang="en-US" sz="2400" dirty="0">
                <a:solidFill>
                  <a:srgbClr val="333399"/>
                </a:solidFill>
              </a:rPr>
              <a:t>2</a:t>
            </a:r>
            <a:r>
              <a:rPr lang="en-US" sz="2400" dirty="0" smtClean="0">
                <a:solidFill>
                  <a:srgbClr val="333399"/>
                </a:solidFill>
              </a:rPr>
              <a:t>-tail test of </a:t>
            </a:r>
            <a:r>
              <a:rPr lang="en-US" sz="2400" i="1" dirty="0">
                <a:solidFill>
                  <a:srgbClr val="333399"/>
                </a:solidFill>
                <a:sym typeface="Symbol" charset="2"/>
              </a:rPr>
              <a:t>p</a:t>
            </a:r>
            <a:r>
              <a:rPr lang="en-US" sz="2400" dirty="0" smtClean="0">
                <a:solidFill>
                  <a:srgbClr val="333399"/>
                </a:solidFill>
              </a:rPr>
              <a:t> with </a:t>
            </a:r>
            <a:r>
              <a:rPr lang="el-GR" sz="2400" i="1" dirty="0" smtClean="0">
                <a:solidFill>
                  <a:srgbClr val="333399"/>
                </a:solidFill>
              </a:rPr>
              <a:t>α</a:t>
            </a:r>
            <a:r>
              <a:rPr lang="en-US" sz="2400" dirty="0" smtClean="0">
                <a:solidFill>
                  <a:srgbClr val="333399"/>
                </a:solidFill>
              </a:rPr>
              <a:t> = 0.05 </a:t>
            </a:r>
          </a:p>
        </p:txBody>
      </p:sp>
      <p:sp>
        <p:nvSpPr>
          <p:cNvPr id="16388" name="Rectangle 6"/>
          <p:cNvSpPr>
            <a:spLocks noChangeArrowheads="1"/>
          </p:cNvSpPr>
          <p:nvPr/>
        </p:nvSpPr>
        <p:spPr bwMode="auto">
          <a:xfrm>
            <a:off x="184943" y="2533650"/>
            <a:ext cx="3934619" cy="3409950"/>
          </a:xfrm>
          <a:prstGeom prst="rect">
            <a:avLst/>
          </a:prstGeom>
          <a:solidFill>
            <a:srgbClr val="FFFF00"/>
          </a:solidFill>
          <a:ln>
            <a:noFill/>
          </a:ln>
        </p:spPr>
        <p:txBody>
          <a:bodyPr/>
          <a:lstStyle/>
          <a:p>
            <a:pPr>
              <a:spcAft>
                <a:spcPct val="55000"/>
              </a:spcAft>
            </a:pPr>
            <a:r>
              <a:rPr lang="en-US" dirty="0"/>
              <a:t>A 2</a:t>
            </a:r>
            <a:r>
              <a:rPr lang="en-US" dirty="0" smtClean="0"/>
              <a:t>-tailed </a:t>
            </a:r>
            <a:r>
              <a:rPr lang="en-US" dirty="0"/>
              <a:t>test means </a:t>
            </a:r>
            <a:r>
              <a:rPr lang="en-US" dirty="0" smtClean="0"/>
              <a:t>that area </a:t>
            </a:r>
            <a:r>
              <a:rPr lang="el-GR" dirty="0" smtClean="0"/>
              <a:t>α</a:t>
            </a:r>
            <a:r>
              <a:rPr lang="en-US" dirty="0" smtClean="0"/>
              <a:t>/2 </a:t>
            </a:r>
            <a:r>
              <a:rPr lang="en-US" dirty="0"/>
              <a:t>is </a:t>
            </a:r>
            <a:r>
              <a:rPr lang="en-US" dirty="0" smtClean="0"/>
              <a:t>in each tail, </a:t>
            </a:r>
            <a:r>
              <a:rPr lang="en-US" dirty="0"/>
              <a:t>thus:</a:t>
            </a:r>
            <a:br>
              <a:rPr lang="en-US" dirty="0"/>
            </a:br>
            <a:r>
              <a:rPr lang="en-US" sz="1000" dirty="0"/>
              <a:t/>
            </a:r>
            <a:br>
              <a:rPr lang="en-US" sz="1000" dirty="0"/>
            </a:br>
            <a:r>
              <a:rPr lang="en-US" dirty="0"/>
              <a:t>-A middle </a:t>
            </a:r>
            <a:r>
              <a:rPr lang="en-US" dirty="0" smtClean="0"/>
              <a:t>area </a:t>
            </a:r>
            <a:r>
              <a:rPr lang="en-US" dirty="0"/>
              <a:t>of 1 − </a:t>
            </a:r>
            <a:r>
              <a:rPr lang="el-GR" i="1" dirty="0"/>
              <a:t>α</a:t>
            </a:r>
            <a:r>
              <a:rPr lang="en-US" dirty="0">
                <a:latin typeface="Symbol" pitchFamily="18" charset="2"/>
              </a:rPr>
              <a:t> </a:t>
            </a:r>
            <a:r>
              <a:rPr lang="en-US" dirty="0"/>
              <a:t>= </a:t>
            </a:r>
            <a:r>
              <a:rPr lang="en-US" dirty="0" smtClean="0"/>
              <a:t>.95, and </a:t>
            </a:r>
            <a:r>
              <a:rPr lang="en-US" dirty="0"/>
              <a:t>tail </a:t>
            </a:r>
            <a:r>
              <a:rPr lang="en-US" dirty="0" smtClean="0"/>
              <a:t>areas </a:t>
            </a:r>
            <a:r>
              <a:rPr lang="en-US" dirty="0"/>
              <a:t>of </a:t>
            </a:r>
            <a:r>
              <a:rPr lang="el-GR" i="1" dirty="0"/>
              <a:t>α</a:t>
            </a:r>
            <a:r>
              <a:rPr lang="en-US" dirty="0">
                <a:latin typeface="Symbol" pitchFamily="18" charset="2"/>
              </a:rPr>
              <a:t> </a:t>
            </a:r>
            <a:r>
              <a:rPr lang="en-US" dirty="0"/>
              <a:t>/2 = 0.025</a:t>
            </a:r>
            <a:r>
              <a:rPr lang="en-US" dirty="0" smtClean="0"/>
              <a:t>.</a:t>
            </a:r>
          </a:p>
          <a:p>
            <a:pPr>
              <a:spcAft>
                <a:spcPct val="55000"/>
              </a:spcAft>
            </a:pPr>
            <a:r>
              <a:rPr lang="en-US" dirty="0" smtClean="0"/>
              <a:t>RR={z &lt; -1.96, z &gt; 1.96}</a:t>
            </a:r>
          </a:p>
        </p:txBody>
      </p:sp>
      <p:sp>
        <p:nvSpPr>
          <p:cNvPr id="16389" name="Text Box 7"/>
          <p:cNvSpPr txBox="1">
            <a:spLocks noChangeArrowheads="1"/>
          </p:cNvSpPr>
          <p:nvPr/>
        </p:nvSpPr>
        <p:spPr bwMode="auto">
          <a:xfrm>
            <a:off x="5430838" y="4502150"/>
            <a:ext cx="20923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eaLnBrk="1" hangingPunct="1"/>
            <a:r>
              <a:rPr lang="en-US" b="1"/>
              <a:t>From Z Table</a:t>
            </a:r>
          </a:p>
        </p:txBody>
      </p:sp>
      <p:sp>
        <p:nvSpPr>
          <p:cNvPr id="16390" name="Text Box 12"/>
          <p:cNvSpPr txBox="1">
            <a:spLocks noChangeArrowheads="1"/>
          </p:cNvSpPr>
          <p:nvPr/>
        </p:nvSpPr>
        <p:spPr bwMode="auto">
          <a:xfrm>
            <a:off x="8077200" y="3276600"/>
            <a:ext cx="6270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eaLnBrk="1" hangingPunct="1"/>
            <a:r>
              <a:rPr lang="en-US" sz="1400" b="1"/>
              <a:t>0.025</a:t>
            </a:r>
          </a:p>
        </p:txBody>
      </p:sp>
      <p:sp>
        <p:nvSpPr>
          <p:cNvPr id="16391" name="Text Box 13"/>
          <p:cNvSpPr txBox="1">
            <a:spLocks noChangeArrowheads="1"/>
          </p:cNvSpPr>
          <p:nvPr/>
        </p:nvSpPr>
        <p:spPr bwMode="auto">
          <a:xfrm>
            <a:off x="4267200" y="3276600"/>
            <a:ext cx="6270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eaLnBrk="1" hangingPunct="1"/>
            <a:r>
              <a:rPr lang="en-US" sz="1400" b="1"/>
              <a:t>0.025</a:t>
            </a:r>
          </a:p>
        </p:txBody>
      </p:sp>
      <p:cxnSp>
        <p:nvCxnSpPr>
          <p:cNvPr id="3" name="Straight Arrow Connector 2"/>
          <p:cNvCxnSpPr/>
          <p:nvPr/>
        </p:nvCxnSpPr>
        <p:spPr>
          <a:xfrm flipH="1" flipV="1">
            <a:off x="5105400" y="3962400"/>
            <a:ext cx="325438" cy="539750"/>
          </a:xfrm>
          <a:prstGeom prst="straightConnector1">
            <a:avLst/>
          </a:prstGeom>
          <a:ln w="12700">
            <a:solidFill>
              <a:schemeClr val="accent2"/>
            </a:solidFill>
            <a:tailEnd type="arrow"/>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flipV="1">
            <a:off x="7523163" y="3962400"/>
            <a:ext cx="325437" cy="539750"/>
          </a:xfrm>
          <a:prstGeom prst="straightConnector1">
            <a:avLst/>
          </a:prstGeom>
          <a:ln w="12700">
            <a:solidFill>
              <a:schemeClr val="accent2"/>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2" name="Object 1"/>
          <p:cNvGraphicFramePr>
            <a:graphicFrameLocks noChangeAspect="1"/>
          </p:cNvGraphicFramePr>
          <p:nvPr>
            <p:extLst>
              <p:ext uri="{D42A27DB-BD31-4B8C-83A1-F6EECF244321}">
                <p14:modId xmlns:p14="http://schemas.microsoft.com/office/powerpoint/2010/main" val="2077519344"/>
              </p:ext>
            </p:extLst>
          </p:nvPr>
        </p:nvGraphicFramePr>
        <p:xfrm>
          <a:off x="533400" y="946150"/>
          <a:ext cx="2667000" cy="1424126"/>
        </p:xfrm>
        <a:graphic>
          <a:graphicData uri="http://schemas.openxmlformats.org/presentationml/2006/ole">
            <mc:AlternateContent xmlns:mc="http://schemas.openxmlformats.org/markup-compatibility/2006">
              <mc:Choice xmlns:v="urn:schemas-microsoft-com:vml" Requires="v">
                <p:oleObj spid="_x0000_s16416" name="Equation" r:id="rId4" imgW="1307880" imgH="698400" progId="Equation.DSMT4">
                  <p:embed/>
                </p:oleObj>
              </mc:Choice>
              <mc:Fallback>
                <p:oleObj name="Equation" r:id="rId4" imgW="1307880" imgH="698400" progId="Equation.DSMT4">
                  <p:embed/>
                  <p:pic>
                    <p:nvPicPr>
                      <p:cNvPr id="0" name=""/>
                      <p:cNvPicPr/>
                      <p:nvPr/>
                    </p:nvPicPr>
                    <p:blipFill>
                      <a:blip r:embed="rId5"/>
                      <a:stretch>
                        <a:fillRect/>
                      </a:stretch>
                    </p:blipFill>
                    <p:spPr>
                      <a:xfrm>
                        <a:off x="533400" y="946150"/>
                        <a:ext cx="2667000" cy="1424126"/>
                      </a:xfrm>
                      <a:prstGeom prst="rect">
                        <a:avLst/>
                      </a:prstGeom>
                      <a:solidFill>
                        <a:srgbClr val="FFC000"/>
                      </a:solidFill>
                    </p:spPr>
                  </p:pic>
                </p:oleObj>
              </mc:Fallback>
            </mc:AlternateContent>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en-US" sz="1800"/>
          </a:p>
        </p:txBody>
      </p:sp>
      <p:sp>
        <p:nvSpPr>
          <p:cNvPr id="15363"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en-US" sz="1800"/>
          </a:p>
        </p:txBody>
      </p:sp>
      <p:sp>
        <p:nvSpPr>
          <p:cNvPr id="15364" name="Date Placeholder 29"/>
          <p:cNvSpPr>
            <a:spLocks/>
          </p:cNvSpPr>
          <p:nvPr/>
        </p:nvSpPr>
        <p:spPr bwMode="auto">
          <a:xfrm>
            <a:off x="152400" y="6324600"/>
            <a:ext cx="22463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endParaRPr lang="en-US" sz="1000" b="1">
              <a:solidFill>
                <a:srgbClr val="FFFFFF"/>
              </a:solidFill>
              <a:latin typeface="Verdana" pitchFamily="34" charset="0"/>
            </a:endParaRPr>
          </a:p>
        </p:txBody>
      </p:sp>
      <p:sp>
        <p:nvSpPr>
          <p:cNvPr id="15365" name="Slide Number Placeholder 5"/>
          <p:cNvSpPr txBox="1">
            <a:spLocks noGrp="1"/>
          </p:cNvSpPr>
          <p:nvPr/>
        </p:nvSpPr>
        <p:spPr bwMode="auto">
          <a:xfrm>
            <a:off x="8291513" y="6107113"/>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algn="r" eaLnBrk="1" hangingPunct="1"/>
            <a:fld id="{BF4766AF-7A72-4DF5-B989-244167115A16}" type="slidenum">
              <a:rPr lang="en-US" sz="1000" b="1">
                <a:latin typeface="Verdana" pitchFamily="34" charset="0"/>
              </a:rPr>
              <a:pPr algn="r" eaLnBrk="1" hangingPunct="1"/>
              <a:t>10</a:t>
            </a:fld>
            <a:endParaRPr lang="en-US" sz="1000" b="1">
              <a:latin typeface="Verdana" pitchFamily="34" charset="0"/>
            </a:endParaRPr>
          </a:p>
        </p:txBody>
      </p:sp>
      <p:sp>
        <p:nvSpPr>
          <p:cNvPr id="15366" name="Text Box 6"/>
          <p:cNvSpPr txBox="1">
            <a:spLocks noChangeArrowheads="1"/>
          </p:cNvSpPr>
          <p:nvPr/>
        </p:nvSpPr>
        <p:spPr bwMode="auto">
          <a:xfrm>
            <a:off x="304800" y="23812"/>
            <a:ext cx="42672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marL="457200" indent="-457200" eaLnBrk="1" hangingPunct="1">
              <a:buFont typeface="Mathematica1" pitchFamily="2" charset="2"/>
              <a:buChar char="a"/>
            </a:pPr>
            <a:r>
              <a:rPr lang="en-US" sz="2800" b="1" dirty="0" smtClean="0">
                <a:solidFill>
                  <a:srgbClr val="0033CC"/>
                </a:solidFill>
              </a:rPr>
              <a:t>Levels and Rejection Regions 2-Tail </a:t>
            </a:r>
            <a:endParaRPr lang="en-US" sz="2800" b="1" dirty="0">
              <a:solidFill>
                <a:srgbClr val="0033CC"/>
              </a:solidFill>
            </a:endParaRPr>
          </a:p>
        </p:txBody>
      </p:sp>
      <p:sp>
        <p:nvSpPr>
          <p:cNvPr id="9" name="TextBox 8"/>
          <p:cNvSpPr txBox="1"/>
          <p:nvPr/>
        </p:nvSpPr>
        <p:spPr>
          <a:xfrm>
            <a:off x="1905000" y="1110555"/>
            <a:ext cx="3267075" cy="707886"/>
          </a:xfrm>
          <a:prstGeom prst="rect">
            <a:avLst/>
          </a:prstGeom>
          <a:noFill/>
        </p:spPr>
        <p:txBody>
          <a:bodyPr wrap="square">
            <a:spAutoFit/>
          </a:bodyPr>
          <a:lstStyle/>
          <a:p>
            <a:pPr>
              <a:defRPr/>
            </a:pPr>
            <a:r>
              <a:rPr lang="en-US" sz="2000" dirty="0">
                <a:latin typeface="+mn-lt"/>
              </a:rPr>
              <a:t>If </a:t>
            </a:r>
            <a:r>
              <a:rPr lang="en-US" sz="2000" i="1" dirty="0">
                <a:latin typeface="+mn-lt"/>
              </a:rPr>
              <a:t>H</a:t>
            </a:r>
            <a:r>
              <a:rPr lang="en-US" sz="2000" i="1" baseline="-25000" dirty="0">
                <a:latin typeface="+mn-lt"/>
              </a:rPr>
              <a:t>A</a:t>
            </a:r>
            <a:r>
              <a:rPr lang="en-US" sz="2000" dirty="0">
                <a:latin typeface="+mn-lt"/>
              </a:rPr>
              <a:t>: p </a:t>
            </a:r>
            <a:r>
              <a:rPr lang="en-US" sz="2000" dirty="0">
                <a:latin typeface="+mn-lt"/>
                <a:sym typeface="Mathematica1"/>
              </a:rPr>
              <a:t></a:t>
            </a:r>
            <a:r>
              <a:rPr lang="en-US" sz="2000" dirty="0" smtClean="0">
                <a:latin typeface="+mn-lt"/>
              </a:rPr>
              <a:t> p</a:t>
            </a:r>
            <a:r>
              <a:rPr lang="en-US" sz="2000" baseline="-25000" dirty="0" smtClean="0">
                <a:latin typeface="+mn-lt"/>
              </a:rPr>
              <a:t>0</a:t>
            </a:r>
            <a:r>
              <a:rPr lang="en-US" sz="2000" dirty="0">
                <a:latin typeface="+mn-lt"/>
              </a:rPr>
              <a:t> </a:t>
            </a:r>
            <a:r>
              <a:rPr lang="en-US" sz="2000" dirty="0" smtClean="0">
                <a:latin typeface="+mn-lt"/>
              </a:rPr>
              <a:t>and </a:t>
            </a:r>
            <a:r>
              <a:rPr lang="en-US" sz="2000" dirty="0" smtClean="0">
                <a:latin typeface="+mn-lt"/>
                <a:sym typeface="Mathematica1"/>
              </a:rPr>
              <a:t>=.10, then</a:t>
            </a:r>
            <a:endParaRPr lang="en-US" sz="2000" dirty="0">
              <a:latin typeface="+mn-lt"/>
              <a:sym typeface="Mathematica1"/>
            </a:endParaRPr>
          </a:p>
          <a:p>
            <a:pPr>
              <a:defRPr/>
            </a:pPr>
            <a:r>
              <a:rPr lang="en-US" sz="2000" dirty="0" smtClean="0">
                <a:latin typeface="+mn-lt"/>
              </a:rPr>
              <a:t>RR={z: z &lt; -1.645, z&gt;1.645}</a:t>
            </a:r>
            <a:endParaRPr lang="en-US" sz="2000" dirty="0">
              <a:latin typeface="+mn-lt"/>
            </a:endParaRPr>
          </a:p>
        </p:txBody>
      </p:sp>
      <p:sp>
        <p:nvSpPr>
          <p:cNvPr id="11" name="TextBox 10"/>
          <p:cNvSpPr txBox="1"/>
          <p:nvPr/>
        </p:nvSpPr>
        <p:spPr>
          <a:xfrm>
            <a:off x="1933574" y="2590800"/>
            <a:ext cx="3238501" cy="707886"/>
          </a:xfrm>
          <a:prstGeom prst="rect">
            <a:avLst/>
          </a:prstGeom>
          <a:noFill/>
        </p:spPr>
        <p:txBody>
          <a:bodyPr wrap="square">
            <a:spAutoFit/>
          </a:bodyPr>
          <a:lstStyle/>
          <a:p>
            <a:pPr>
              <a:defRPr/>
            </a:pPr>
            <a:r>
              <a:rPr lang="en-US" sz="2000" dirty="0">
                <a:latin typeface="+mn-lt"/>
              </a:rPr>
              <a:t>If </a:t>
            </a:r>
            <a:r>
              <a:rPr lang="en-US" sz="2000" i="1" dirty="0">
                <a:latin typeface="+mn-lt"/>
              </a:rPr>
              <a:t>H</a:t>
            </a:r>
            <a:r>
              <a:rPr lang="en-US" sz="2000" i="1" baseline="-25000" dirty="0">
                <a:latin typeface="+mn-lt"/>
              </a:rPr>
              <a:t>A</a:t>
            </a:r>
            <a:r>
              <a:rPr lang="en-US" sz="2000" dirty="0">
                <a:latin typeface="+mn-lt"/>
              </a:rPr>
              <a:t>: p </a:t>
            </a:r>
            <a:r>
              <a:rPr lang="en-US" sz="2000" dirty="0">
                <a:sym typeface="Mathematica1"/>
              </a:rPr>
              <a:t></a:t>
            </a:r>
            <a:r>
              <a:rPr lang="en-US" sz="2000" dirty="0" smtClean="0">
                <a:latin typeface="+mn-lt"/>
              </a:rPr>
              <a:t> </a:t>
            </a:r>
            <a:r>
              <a:rPr lang="en-US" sz="2000" dirty="0">
                <a:latin typeface="+mn-lt"/>
              </a:rPr>
              <a:t>p</a:t>
            </a:r>
            <a:r>
              <a:rPr lang="en-US" sz="2000" baseline="-25000" dirty="0">
                <a:latin typeface="+mn-lt"/>
              </a:rPr>
              <a:t>0</a:t>
            </a:r>
            <a:r>
              <a:rPr lang="en-US" sz="2000" dirty="0">
                <a:latin typeface="+mn-lt"/>
              </a:rPr>
              <a:t> and </a:t>
            </a:r>
            <a:r>
              <a:rPr lang="en-US" sz="2000" dirty="0">
                <a:latin typeface="+mn-lt"/>
                <a:sym typeface="Mathematica1"/>
              </a:rPr>
              <a:t></a:t>
            </a:r>
            <a:r>
              <a:rPr lang="en-US" sz="2000" dirty="0" smtClean="0">
                <a:latin typeface="+mn-lt"/>
                <a:sym typeface="Mathematica1"/>
              </a:rPr>
              <a:t>=.05, then</a:t>
            </a:r>
            <a:r>
              <a:rPr lang="en-US" sz="2000" dirty="0" smtClean="0">
                <a:latin typeface="+mn-lt"/>
              </a:rPr>
              <a:t> RR</a:t>
            </a:r>
            <a:r>
              <a:rPr lang="en-US" sz="2000" dirty="0">
                <a:latin typeface="+mn-lt"/>
              </a:rPr>
              <a:t>={z: z </a:t>
            </a:r>
            <a:r>
              <a:rPr lang="en-US" sz="2000" dirty="0" smtClean="0">
                <a:latin typeface="+mn-lt"/>
              </a:rPr>
              <a:t>&lt; -1.96, z &gt; 1.96}</a:t>
            </a:r>
            <a:endParaRPr lang="en-US" sz="2000" dirty="0">
              <a:latin typeface="+mn-lt"/>
            </a:endParaRPr>
          </a:p>
        </p:txBody>
      </p:sp>
      <p:sp>
        <p:nvSpPr>
          <p:cNvPr id="14" name="TextBox 13"/>
          <p:cNvSpPr txBox="1"/>
          <p:nvPr/>
        </p:nvSpPr>
        <p:spPr>
          <a:xfrm>
            <a:off x="2260598" y="4987855"/>
            <a:ext cx="3219451" cy="707886"/>
          </a:xfrm>
          <a:prstGeom prst="rect">
            <a:avLst/>
          </a:prstGeom>
          <a:noFill/>
        </p:spPr>
        <p:txBody>
          <a:bodyPr wrap="square">
            <a:spAutoFit/>
          </a:bodyPr>
          <a:lstStyle/>
          <a:p>
            <a:pPr>
              <a:defRPr/>
            </a:pPr>
            <a:r>
              <a:rPr lang="en-US" sz="2000" dirty="0">
                <a:latin typeface="+mn-lt"/>
              </a:rPr>
              <a:t>If </a:t>
            </a:r>
            <a:r>
              <a:rPr lang="en-US" sz="2000" i="1" dirty="0">
                <a:latin typeface="+mn-lt"/>
              </a:rPr>
              <a:t>H</a:t>
            </a:r>
            <a:r>
              <a:rPr lang="en-US" sz="2000" i="1" baseline="-25000" dirty="0">
                <a:latin typeface="+mn-lt"/>
              </a:rPr>
              <a:t>A</a:t>
            </a:r>
            <a:r>
              <a:rPr lang="en-US" sz="2000" dirty="0">
                <a:latin typeface="+mn-lt"/>
              </a:rPr>
              <a:t>: p </a:t>
            </a:r>
            <a:r>
              <a:rPr lang="en-US" sz="2000" dirty="0">
                <a:sym typeface="Mathematica1"/>
              </a:rPr>
              <a:t></a:t>
            </a:r>
            <a:r>
              <a:rPr lang="en-US" sz="2000" dirty="0" smtClean="0">
                <a:latin typeface="+mn-lt"/>
              </a:rPr>
              <a:t> </a:t>
            </a:r>
            <a:r>
              <a:rPr lang="en-US" sz="2000" dirty="0">
                <a:latin typeface="+mn-lt"/>
              </a:rPr>
              <a:t>p</a:t>
            </a:r>
            <a:r>
              <a:rPr lang="en-US" sz="2000" baseline="-25000" dirty="0">
                <a:latin typeface="+mn-lt"/>
              </a:rPr>
              <a:t>0</a:t>
            </a:r>
            <a:r>
              <a:rPr lang="en-US" sz="2000" dirty="0">
                <a:latin typeface="+mn-lt"/>
              </a:rPr>
              <a:t> and </a:t>
            </a:r>
            <a:r>
              <a:rPr lang="en-US" sz="2000" dirty="0">
                <a:latin typeface="+mn-lt"/>
                <a:sym typeface="Mathematica1"/>
              </a:rPr>
              <a:t></a:t>
            </a:r>
            <a:r>
              <a:rPr lang="en-US" sz="2000" dirty="0" smtClean="0">
                <a:latin typeface="+mn-lt"/>
                <a:sym typeface="Mathematica1"/>
              </a:rPr>
              <a:t>=.01, then</a:t>
            </a:r>
            <a:endParaRPr lang="en-US" sz="2000" dirty="0">
              <a:latin typeface="+mn-lt"/>
              <a:sym typeface="Mathematica1"/>
            </a:endParaRPr>
          </a:p>
          <a:p>
            <a:pPr>
              <a:defRPr/>
            </a:pPr>
            <a:r>
              <a:rPr lang="en-US" sz="2000" dirty="0" smtClean="0">
                <a:latin typeface="+mn-lt"/>
              </a:rPr>
              <a:t>RR</a:t>
            </a:r>
            <a:r>
              <a:rPr lang="en-US" sz="2000" dirty="0">
                <a:latin typeface="+mn-lt"/>
              </a:rPr>
              <a:t>={z: z </a:t>
            </a:r>
            <a:r>
              <a:rPr lang="en-US" sz="2000" dirty="0" smtClean="0">
                <a:latin typeface="+mn-lt"/>
              </a:rPr>
              <a:t>&lt; -2.58, z &gt; 2.58}</a:t>
            </a:r>
            <a:endParaRPr lang="en-US" sz="2000" dirty="0">
              <a:latin typeface="+mn-lt"/>
            </a:endParaRPr>
          </a:p>
        </p:txBody>
      </p:sp>
      <p:graphicFrame>
        <p:nvGraphicFramePr>
          <p:cNvPr id="28" name="Table 27"/>
          <p:cNvGraphicFramePr>
            <a:graphicFrameLocks noGrp="1"/>
          </p:cNvGraphicFramePr>
          <p:nvPr>
            <p:extLst>
              <p:ext uri="{D42A27DB-BD31-4B8C-83A1-F6EECF244321}">
                <p14:modId xmlns:p14="http://schemas.microsoft.com/office/powerpoint/2010/main" val="3765936560"/>
              </p:ext>
            </p:extLst>
          </p:nvPr>
        </p:nvGraphicFramePr>
        <p:xfrm>
          <a:off x="361156" y="3352800"/>
          <a:ext cx="2686844" cy="1483360"/>
        </p:xfrm>
        <a:graphic>
          <a:graphicData uri="http://schemas.openxmlformats.org/drawingml/2006/table">
            <a:tbl>
              <a:tblPr firstRow="1" bandRow="1">
                <a:tableStyleId>{5C22544A-7EE6-4342-B048-85BDC9FD1C3A}</a:tableStyleId>
              </a:tblPr>
              <a:tblGrid>
                <a:gridCol w="477044"/>
                <a:gridCol w="2209800"/>
              </a:tblGrid>
              <a:tr h="370840">
                <a:tc>
                  <a:txBody>
                    <a:bodyPr/>
                    <a:lstStyle/>
                    <a:p>
                      <a:r>
                        <a:rPr lang="en-US" dirty="0" smtClean="0">
                          <a:sym typeface="Mathematica1"/>
                        </a:rPr>
                        <a:t></a:t>
                      </a:r>
                      <a:endParaRPr lang="en-US" dirty="0"/>
                    </a:p>
                  </a:txBody>
                  <a:tcPr/>
                </a:tc>
                <a:tc>
                  <a:txBody>
                    <a:bodyPr/>
                    <a:lstStyle/>
                    <a:p>
                      <a:r>
                        <a:rPr lang="en-US" dirty="0" smtClean="0"/>
                        <a:t>Rejection Region</a:t>
                      </a:r>
                      <a:endParaRPr lang="en-US" dirty="0"/>
                    </a:p>
                  </a:txBody>
                  <a:tcPr/>
                </a:tc>
              </a:tr>
              <a:tr h="370840">
                <a:tc>
                  <a:txBody>
                    <a:bodyPr/>
                    <a:lstStyle/>
                    <a:p>
                      <a:r>
                        <a:rPr lang="en-US" dirty="0" smtClean="0"/>
                        <a:t>.10</a:t>
                      </a:r>
                    </a:p>
                  </a:txBody>
                  <a:tcPr/>
                </a:tc>
                <a:tc>
                  <a:txBody>
                    <a:bodyPr/>
                    <a:lstStyle/>
                    <a:p>
                      <a:r>
                        <a:rPr lang="en-US" dirty="0" smtClean="0"/>
                        <a:t>Z &lt; -1.645,</a:t>
                      </a:r>
                      <a:r>
                        <a:rPr lang="en-US" baseline="0" dirty="0" smtClean="0"/>
                        <a:t> Z &gt; 1.645</a:t>
                      </a:r>
                      <a:endParaRPr lang="en-US" dirty="0"/>
                    </a:p>
                  </a:txBody>
                  <a:tcPr/>
                </a:tc>
              </a:tr>
              <a:tr h="370840">
                <a:tc>
                  <a:txBody>
                    <a:bodyPr/>
                    <a:lstStyle/>
                    <a:p>
                      <a:r>
                        <a:rPr lang="en-US" dirty="0" smtClean="0"/>
                        <a:t>.05</a:t>
                      </a:r>
                      <a:endParaRPr lang="en-US" dirty="0"/>
                    </a:p>
                  </a:txBody>
                  <a:tcPr/>
                </a:tc>
                <a:tc>
                  <a:txBody>
                    <a:bodyPr/>
                    <a:lstStyle/>
                    <a:p>
                      <a:r>
                        <a:rPr lang="en-US" dirty="0" smtClean="0"/>
                        <a:t>Z &lt; -1.96, Z</a:t>
                      </a:r>
                      <a:r>
                        <a:rPr lang="en-US" baseline="0" dirty="0" smtClean="0"/>
                        <a:t> &gt; 1.96</a:t>
                      </a:r>
                      <a:endParaRPr lang="en-US" dirty="0"/>
                    </a:p>
                  </a:txBody>
                  <a:tcPr/>
                </a:tc>
              </a:tr>
              <a:tr h="370840">
                <a:tc>
                  <a:txBody>
                    <a:bodyPr/>
                    <a:lstStyle/>
                    <a:p>
                      <a:r>
                        <a:rPr lang="en-US" dirty="0" smtClean="0"/>
                        <a:t>.01</a:t>
                      </a:r>
                      <a:endParaRPr lang="en-US" dirty="0"/>
                    </a:p>
                  </a:txBody>
                  <a:tcPr/>
                </a:tc>
                <a:tc>
                  <a:txBody>
                    <a:bodyPr/>
                    <a:lstStyle/>
                    <a:p>
                      <a:r>
                        <a:rPr lang="en-US" dirty="0" smtClean="0"/>
                        <a:t>Z &lt; -2.58,</a:t>
                      </a:r>
                      <a:r>
                        <a:rPr lang="en-US" baseline="0" dirty="0" smtClean="0"/>
                        <a:t> Z &gt; 2.58</a:t>
                      </a:r>
                      <a:endParaRPr lang="en-US" dirty="0"/>
                    </a:p>
                  </a:txBody>
                  <a:tcPr/>
                </a:tc>
              </a:tr>
            </a:tbl>
          </a:graphicData>
        </a:graphic>
      </p:graphicFrame>
      <p:graphicFrame>
        <p:nvGraphicFramePr>
          <p:cNvPr id="2" name="Object 1"/>
          <p:cNvGraphicFramePr>
            <a:graphicFrameLocks noChangeAspect="1"/>
          </p:cNvGraphicFramePr>
          <p:nvPr>
            <p:extLst>
              <p:ext uri="{D42A27DB-BD31-4B8C-83A1-F6EECF244321}">
                <p14:modId xmlns:p14="http://schemas.microsoft.com/office/powerpoint/2010/main" val="2216032774"/>
              </p:ext>
            </p:extLst>
          </p:nvPr>
        </p:nvGraphicFramePr>
        <p:xfrm>
          <a:off x="0" y="977919"/>
          <a:ext cx="1814514" cy="1313135"/>
        </p:xfrm>
        <a:graphic>
          <a:graphicData uri="http://schemas.openxmlformats.org/presentationml/2006/ole">
            <mc:AlternateContent xmlns:mc="http://schemas.openxmlformats.org/markup-compatibility/2006">
              <mc:Choice xmlns:v="urn:schemas-microsoft-com:vml" Requires="v">
                <p:oleObj spid="_x0000_s68632" name="Equation" r:id="rId5" imgW="965160" imgH="698400" progId="Equation.DSMT4">
                  <p:embed/>
                </p:oleObj>
              </mc:Choice>
              <mc:Fallback>
                <p:oleObj name="Equation" r:id="rId5" imgW="965160" imgH="698400" progId="Equation.DSMT4">
                  <p:embed/>
                  <p:pic>
                    <p:nvPicPr>
                      <p:cNvPr id="0" name=""/>
                      <p:cNvPicPr/>
                      <p:nvPr/>
                    </p:nvPicPr>
                    <p:blipFill>
                      <a:blip r:embed="rId6"/>
                      <a:stretch>
                        <a:fillRect/>
                      </a:stretch>
                    </p:blipFill>
                    <p:spPr>
                      <a:xfrm>
                        <a:off x="0" y="977919"/>
                        <a:ext cx="1814514" cy="1313135"/>
                      </a:xfrm>
                      <a:prstGeom prst="rect">
                        <a:avLst/>
                      </a:prstGeom>
                      <a:solidFill>
                        <a:srgbClr val="FFC000"/>
                      </a:solidFill>
                    </p:spPr>
                  </p:pic>
                </p:oleObj>
              </mc:Fallback>
            </mc:AlternateContent>
          </a:graphicData>
        </a:graphic>
      </p:graphicFrame>
      <p:graphicFrame>
        <p:nvGraphicFramePr>
          <p:cNvPr id="18" name="ETC"/>
          <p:cNvGraphicFramePr>
            <a:graphicFrameLocks/>
          </p:cNvGraphicFramePr>
          <p:nvPr>
            <p:extLst>
              <p:ext uri="{D42A27DB-BD31-4B8C-83A1-F6EECF244321}">
                <p14:modId xmlns:p14="http://schemas.microsoft.com/office/powerpoint/2010/main" val="66075429"/>
              </p:ext>
            </p:extLst>
          </p:nvPr>
        </p:nvGraphicFramePr>
        <p:xfrm>
          <a:off x="5257800" y="27740"/>
          <a:ext cx="3733800" cy="2238375"/>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9" name="ETC"/>
          <p:cNvGraphicFramePr>
            <a:graphicFrameLocks/>
          </p:cNvGraphicFramePr>
          <p:nvPr>
            <p:extLst>
              <p:ext uri="{D42A27DB-BD31-4B8C-83A1-F6EECF244321}">
                <p14:modId xmlns:p14="http://schemas.microsoft.com/office/powerpoint/2010/main" val="2349975812"/>
              </p:ext>
            </p:extLst>
          </p:nvPr>
        </p:nvGraphicFramePr>
        <p:xfrm>
          <a:off x="5334000" y="2057400"/>
          <a:ext cx="3562350" cy="2238375"/>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20" name="ETC"/>
          <p:cNvGraphicFramePr>
            <a:graphicFrameLocks/>
          </p:cNvGraphicFramePr>
          <p:nvPr>
            <p:extLst>
              <p:ext uri="{D42A27DB-BD31-4B8C-83A1-F6EECF244321}">
                <p14:modId xmlns:p14="http://schemas.microsoft.com/office/powerpoint/2010/main" val="960820142"/>
              </p:ext>
            </p:extLst>
          </p:nvPr>
        </p:nvGraphicFramePr>
        <p:xfrm>
          <a:off x="5334000" y="4276725"/>
          <a:ext cx="3562350" cy="2238375"/>
        </p:xfrm>
        <a:graphic>
          <a:graphicData uri="http://schemas.openxmlformats.org/drawingml/2006/chart">
            <c:chart xmlns:c="http://schemas.openxmlformats.org/drawingml/2006/chart" xmlns:r="http://schemas.openxmlformats.org/officeDocument/2006/relationships" r:id="rId9"/>
          </a:graphicData>
        </a:graphic>
      </p:graphicFrame>
    </p:spTree>
    <p:custDataLst>
      <p:tags r:id="rId2"/>
    </p:custDataLst>
    <p:extLst>
      <p:ext uri="{BB962C8B-B14F-4D97-AF65-F5344CB8AC3E}">
        <p14:creationId xmlns:p14="http://schemas.microsoft.com/office/powerpoint/2010/main" val="215928047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4"/>
          <p:cNvSpPr>
            <a:spLocks noGrp="1"/>
          </p:cNvSpPr>
          <p:nvPr>
            <p:ph type="sldNum" sz="quarter" idx="4294967295"/>
          </p:nvPr>
        </p:nvSpPr>
        <p:spPr bwMode="auto">
          <a:xfrm>
            <a:off x="7086600" y="6400800"/>
            <a:ext cx="1905000" cy="3095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eaLnBrk="1" hangingPunct="1"/>
            <a:r>
              <a:rPr lang="en-US" sz="1000" smtClean="0">
                <a:latin typeface="Verdana" pitchFamily="34" charset="0"/>
              </a:rPr>
              <a:t>Chap 9-</a:t>
            </a:r>
            <a:fld id="{1EF9C598-F9D6-436C-B6CA-77B614D43D8E}" type="slidenum">
              <a:rPr lang="en-US" sz="1000" smtClean="0">
                <a:latin typeface="Verdana" pitchFamily="34" charset="0"/>
              </a:rPr>
              <a:pPr eaLnBrk="1" hangingPunct="1"/>
              <a:t>11</a:t>
            </a:fld>
            <a:endParaRPr lang="en-US" sz="1000" smtClean="0">
              <a:latin typeface="Verdana" pitchFamily="34" charset="0"/>
            </a:endParaRPr>
          </a:p>
        </p:txBody>
      </p:sp>
      <p:sp>
        <p:nvSpPr>
          <p:cNvPr id="171010" name="Rectangle 2"/>
          <p:cNvSpPr>
            <a:spLocks noGrp="1" noChangeArrowheads="1"/>
          </p:cNvSpPr>
          <p:nvPr>
            <p:ph type="title"/>
          </p:nvPr>
        </p:nvSpPr>
        <p:spPr>
          <a:xfrm>
            <a:off x="685800" y="152400"/>
            <a:ext cx="7793037" cy="762000"/>
          </a:xfrm>
        </p:spPr>
        <p:txBody>
          <a:bodyPr/>
          <a:lstStyle/>
          <a:p>
            <a:pPr eaLnBrk="1" hangingPunct="1">
              <a:defRPr/>
            </a:pPr>
            <a:r>
              <a:rPr lang="en-US" sz="3600" dirty="0"/>
              <a:t>Example:  </a:t>
            </a:r>
            <a:r>
              <a:rPr lang="en-US" sz="3600" dirty="0" smtClean="0"/>
              <a:t>one-proportion z test</a:t>
            </a:r>
            <a:endParaRPr lang="en-US" sz="3600" dirty="0"/>
          </a:p>
        </p:txBody>
      </p:sp>
      <p:sp>
        <p:nvSpPr>
          <p:cNvPr id="25604" name="Rectangle 3"/>
          <p:cNvSpPr>
            <a:spLocks noChangeArrowheads="1"/>
          </p:cNvSpPr>
          <p:nvPr/>
        </p:nvSpPr>
        <p:spPr bwMode="auto">
          <a:xfrm>
            <a:off x="609600" y="5029200"/>
            <a:ext cx="4133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25605" name="Rectangle 5"/>
          <p:cNvSpPr>
            <a:spLocks noGrp="1" noChangeArrowheads="1"/>
          </p:cNvSpPr>
          <p:nvPr>
            <p:ph type="body" idx="1"/>
          </p:nvPr>
        </p:nvSpPr>
        <p:spPr>
          <a:xfrm>
            <a:off x="381000" y="1143000"/>
            <a:ext cx="4343400" cy="4648200"/>
          </a:xfrm>
          <a:solidFill>
            <a:srgbClr val="FFFFC3"/>
          </a:solidFill>
          <a:ln w="19050">
            <a:solidFill>
              <a:schemeClr val="tx1"/>
            </a:solidFill>
            <a:miter lim="800000"/>
            <a:headEnd/>
            <a:tailEnd/>
          </a:ln>
        </p:spPr>
        <p:txBody>
          <a:bodyPr/>
          <a:lstStyle/>
          <a:p>
            <a:pPr eaLnBrk="1" hangingPunct="1">
              <a:buFont typeface="Wingdings" charset="2"/>
              <a:buNone/>
            </a:pPr>
            <a:r>
              <a:rPr lang="en-US" dirty="0" smtClean="0"/>
              <a:t>   A marketing company claims that it receives 8% responses from its mailing.  To test this claim, a random sample of 500 were surveyed  with 25 responses.  Perform a 2-sided hypothesis test to evaluate the company’s claim. Use </a:t>
            </a:r>
            <a:r>
              <a:rPr lang="en-US" dirty="0" smtClean="0">
                <a:sym typeface="Mathematica1"/>
              </a:rPr>
              <a:t> = .05</a:t>
            </a:r>
            <a:endParaRPr lang="en-US" dirty="0" smtClean="0"/>
          </a:p>
        </p:txBody>
      </p:sp>
      <p:sp>
        <p:nvSpPr>
          <p:cNvPr id="25606" name="Text Box 7"/>
          <p:cNvSpPr txBox="1">
            <a:spLocks noChangeArrowheads="1"/>
          </p:cNvSpPr>
          <p:nvPr/>
        </p:nvSpPr>
        <p:spPr bwMode="auto">
          <a:xfrm>
            <a:off x="5181600" y="4267200"/>
            <a:ext cx="3124200" cy="1514475"/>
          </a:xfrm>
          <a:prstGeom prst="rect">
            <a:avLst/>
          </a:prstGeom>
          <a:solidFill>
            <a:srgbClr val="E1FFF7"/>
          </a:solidFill>
          <a:ln w="19050" algn="ctr">
            <a:solidFill>
              <a:schemeClr val="tx1"/>
            </a:solidFill>
            <a:miter lim="800000"/>
            <a:headEnd/>
            <a:tailEnd/>
          </a:ln>
        </p:spPr>
        <p:txBody>
          <a:bodyPr>
            <a:spAutoFit/>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eaLnBrk="1" hangingPunct="1">
              <a:spcBef>
                <a:spcPct val="50000"/>
              </a:spcBef>
            </a:pPr>
            <a:r>
              <a:rPr lang="en-US" sz="2000"/>
              <a:t>Check:  </a:t>
            </a:r>
          </a:p>
          <a:p>
            <a:pPr eaLnBrk="1" hangingPunct="1">
              <a:spcBef>
                <a:spcPct val="50000"/>
              </a:spcBef>
            </a:pPr>
            <a:r>
              <a:rPr lang="en-US" sz="2000"/>
              <a:t>     n</a:t>
            </a:r>
            <a:r>
              <a:rPr lang="en-US" sz="1000"/>
              <a:t> </a:t>
            </a:r>
            <a:r>
              <a:rPr lang="en-US" sz="2000">
                <a:solidFill>
                  <a:srgbClr val="000066"/>
                </a:solidFill>
                <a:sym typeface="Symbol" pitchFamily="18" charset="2"/>
              </a:rPr>
              <a:t>p</a:t>
            </a:r>
            <a:r>
              <a:rPr lang="en-US" sz="2000"/>
              <a:t> = (500)(.08) = 40</a:t>
            </a:r>
          </a:p>
          <a:p>
            <a:pPr eaLnBrk="1" hangingPunct="1">
              <a:spcBef>
                <a:spcPct val="50000"/>
              </a:spcBef>
            </a:pPr>
            <a:r>
              <a:rPr lang="en-US" sz="2000"/>
              <a:t>n(1-</a:t>
            </a:r>
            <a:r>
              <a:rPr lang="en-US" sz="2000">
                <a:solidFill>
                  <a:srgbClr val="000066"/>
                </a:solidFill>
                <a:sym typeface="Symbol" pitchFamily="18" charset="2"/>
              </a:rPr>
              <a:t>p</a:t>
            </a:r>
            <a:r>
              <a:rPr lang="en-US" sz="2000"/>
              <a:t>) = (500)(.92) = 460</a:t>
            </a:r>
          </a:p>
          <a:p>
            <a:pPr eaLnBrk="1" hangingPunct="1">
              <a:spcBef>
                <a:spcPct val="50000"/>
              </a:spcBef>
            </a:pPr>
            <a:endParaRPr lang="en-US" sz="800"/>
          </a:p>
        </p:txBody>
      </p:sp>
      <p:pic>
        <p:nvPicPr>
          <p:cNvPr id="25607" name="Picture 10" descr="j019641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86400" y="1828800"/>
            <a:ext cx="2590800" cy="196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8" name="Text Box 11"/>
          <p:cNvSpPr txBox="1">
            <a:spLocks noChangeArrowheads="1"/>
          </p:cNvSpPr>
          <p:nvPr/>
        </p:nvSpPr>
        <p:spPr bwMode="auto">
          <a:xfrm>
            <a:off x="8305800" y="47244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a:spAutoFit/>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eaLnBrk="1" hangingPunct="1">
              <a:spcBef>
                <a:spcPct val="50000"/>
              </a:spcBef>
            </a:pPr>
            <a:r>
              <a:rPr lang="en-US" b="1">
                <a:solidFill>
                  <a:schemeClr val="hlink"/>
                </a:solidFill>
                <a:sym typeface="Wingdings" charset="2"/>
              </a:rPr>
              <a:t></a:t>
            </a:r>
          </a:p>
        </p:txBody>
      </p:sp>
    </p:spTree>
    <p:custDataLst>
      <p:tags r:id="rId1"/>
    </p:custDataLst>
    <p:extLst>
      <p:ext uri="{BB962C8B-B14F-4D97-AF65-F5344CB8AC3E}">
        <p14:creationId xmlns:p14="http://schemas.microsoft.com/office/powerpoint/2010/main" val="243610661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4"/>
          <p:cNvSpPr>
            <a:spLocks noGrp="1"/>
          </p:cNvSpPr>
          <p:nvPr>
            <p:ph type="sldNum" sz="quarter" idx="4294967295"/>
          </p:nvPr>
        </p:nvSpPr>
        <p:spPr bwMode="auto">
          <a:xfrm>
            <a:off x="7086600" y="6400800"/>
            <a:ext cx="1905000" cy="3095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eaLnBrk="1" hangingPunct="1"/>
            <a:endParaRPr lang="en-US" sz="1000" smtClean="0">
              <a:latin typeface="Verdana" pitchFamily="34" charset="0"/>
            </a:endParaRPr>
          </a:p>
        </p:txBody>
      </p:sp>
      <p:sp>
        <p:nvSpPr>
          <p:cNvPr id="26627" name="Line 22"/>
          <p:cNvSpPr>
            <a:spLocks noChangeShapeType="1"/>
          </p:cNvSpPr>
          <p:nvPr/>
        </p:nvSpPr>
        <p:spPr bwMode="auto">
          <a:xfrm>
            <a:off x="2438400" y="4267200"/>
            <a:ext cx="0" cy="1371600"/>
          </a:xfrm>
          <a:prstGeom prst="line">
            <a:avLst/>
          </a:prstGeom>
          <a:noFill/>
          <a:ln w="12700">
            <a:solidFill>
              <a:schemeClr val="tx2"/>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629" name="Rectangle 5"/>
          <p:cNvSpPr>
            <a:spLocks noChangeArrowheads="1"/>
          </p:cNvSpPr>
          <p:nvPr/>
        </p:nvSpPr>
        <p:spPr bwMode="auto">
          <a:xfrm>
            <a:off x="1600200" y="5715000"/>
            <a:ext cx="609600" cy="228600"/>
          </a:xfrm>
          <a:prstGeom prst="rect">
            <a:avLst/>
          </a:prstGeom>
          <a:solidFill>
            <a:srgbClr val="FDDBE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26630" name="Rectangle 6"/>
          <p:cNvSpPr>
            <a:spLocks noChangeArrowheads="1"/>
          </p:cNvSpPr>
          <p:nvPr/>
        </p:nvSpPr>
        <p:spPr bwMode="auto">
          <a:xfrm>
            <a:off x="2962275" y="5721350"/>
            <a:ext cx="531813" cy="227013"/>
          </a:xfrm>
          <a:prstGeom prst="rect">
            <a:avLst/>
          </a:prstGeom>
          <a:solidFill>
            <a:srgbClr val="FDDBE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26631" name="Freeform 8"/>
          <p:cNvSpPr>
            <a:spLocks/>
          </p:cNvSpPr>
          <p:nvPr/>
        </p:nvSpPr>
        <p:spPr bwMode="auto">
          <a:xfrm>
            <a:off x="3119438" y="5200650"/>
            <a:ext cx="698500" cy="442913"/>
          </a:xfrm>
          <a:custGeom>
            <a:avLst/>
            <a:gdLst>
              <a:gd name="T0" fmla="*/ 0 w 440"/>
              <a:gd name="T1" fmla="*/ 0 h 279"/>
              <a:gd name="T2" fmla="*/ 2147483647 w 440"/>
              <a:gd name="T3" fmla="*/ 2147483647 h 279"/>
              <a:gd name="T4" fmla="*/ 2147483647 w 440"/>
              <a:gd name="T5" fmla="*/ 2147483647 h 279"/>
              <a:gd name="T6" fmla="*/ 2147483647 w 440"/>
              <a:gd name="T7" fmla="*/ 2147483647 h 279"/>
              <a:gd name="T8" fmla="*/ 2147483647 w 440"/>
              <a:gd name="T9" fmla="*/ 2147483647 h 279"/>
              <a:gd name="T10" fmla="*/ 2147483647 w 440"/>
              <a:gd name="T11" fmla="*/ 2147483647 h 279"/>
              <a:gd name="T12" fmla="*/ 2147483647 w 440"/>
              <a:gd name="T13" fmla="*/ 2147483647 h 279"/>
              <a:gd name="T14" fmla="*/ 2147483647 w 440"/>
              <a:gd name="T15" fmla="*/ 2147483647 h 279"/>
              <a:gd name="T16" fmla="*/ 2147483647 w 440"/>
              <a:gd name="T17" fmla="*/ 2147483647 h 27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40"/>
              <a:gd name="T28" fmla="*/ 0 h 279"/>
              <a:gd name="T29" fmla="*/ 440 w 440"/>
              <a:gd name="T30" fmla="*/ 279 h 27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40" h="279">
                <a:moveTo>
                  <a:pt x="0" y="0"/>
                </a:moveTo>
                <a:lnTo>
                  <a:pt x="3" y="279"/>
                </a:lnTo>
                <a:lnTo>
                  <a:pt x="440" y="273"/>
                </a:lnTo>
                <a:lnTo>
                  <a:pt x="440" y="255"/>
                </a:lnTo>
                <a:lnTo>
                  <a:pt x="269" y="225"/>
                </a:lnTo>
                <a:lnTo>
                  <a:pt x="195" y="192"/>
                </a:lnTo>
                <a:lnTo>
                  <a:pt x="161" y="168"/>
                </a:lnTo>
                <a:lnTo>
                  <a:pt x="111" y="135"/>
                </a:lnTo>
                <a:lnTo>
                  <a:pt x="32" y="51"/>
                </a:lnTo>
              </a:path>
            </a:pathLst>
          </a:custGeom>
          <a:solidFill>
            <a:srgbClr val="E1FFF7"/>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en-US"/>
          </a:p>
        </p:txBody>
      </p:sp>
      <p:sp>
        <p:nvSpPr>
          <p:cNvPr id="172041" name="Rectangle 9"/>
          <p:cNvSpPr>
            <a:spLocks noGrp="1" noChangeArrowheads="1"/>
          </p:cNvSpPr>
          <p:nvPr>
            <p:ph type="title"/>
          </p:nvPr>
        </p:nvSpPr>
        <p:spPr>
          <a:xfrm>
            <a:off x="1285081" y="28575"/>
            <a:ext cx="5964237" cy="581025"/>
          </a:xfrm>
        </p:spPr>
        <p:txBody>
          <a:bodyPr/>
          <a:lstStyle/>
          <a:p>
            <a:pPr algn="ctr" eaLnBrk="1" hangingPunct="1">
              <a:defRPr/>
            </a:pPr>
            <a:r>
              <a:rPr lang="en-US" sz="3200" dirty="0" smtClean="0"/>
              <a:t>Solution</a:t>
            </a:r>
            <a:endParaRPr lang="en-US" sz="3200" i="1" dirty="0"/>
          </a:p>
        </p:txBody>
      </p:sp>
      <p:sp>
        <p:nvSpPr>
          <p:cNvPr id="26633" name="Freeform 10"/>
          <p:cNvSpPr>
            <a:spLocks/>
          </p:cNvSpPr>
          <p:nvPr/>
        </p:nvSpPr>
        <p:spPr bwMode="auto">
          <a:xfrm>
            <a:off x="1066800" y="5224463"/>
            <a:ext cx="690563" cy="409575"/>
          </a:xfrm>
          <a:custGeom>
            <a:avLst/>
            <a:gdLst>
              <a:gd name="T0" fmla="*/ 2147483647 w 435"/>
              <a:gd name="T1" fmla="*/ 0 h 258"/>
              <a:gd name="T2" fmla="*/ 2147483647 w 435"/>
              <a:gd name="T3" fmla="*/ 2147483647 h 258"/>
              <a:gd name="T4" fmla="*/ 0 w 435"/>
              <a:gd name="T5" fmla="*/ 2147483647 h 258"/>
              <a:gd name="T6" fmla="*/ 0 w 435"/>
              <a:gd name="T7" fmla="*/ 2147483647 h 258"/>
              <a:gd name="T8" fmla="*/ 2147483647 w 435"/>
              <a:gd name="T9" fmla="*/ 2147483647 h 258"/>
              <a:gd name="T10" fmla="*/ 2147483647 w 435"/>
              <a:gd name="T11" fmla="*/ 2147483647 h 258"/>
              <a:gd name="T12" fmla="*/ 2147483647 w 435"/>
              <a:gd name="T13" fmla="*/ 2147483647 h 258"/>
              <a:gd name="T14" fmla="*/ 2147483647 w 435"/>
              <a:gd name="T15" fmla="*/ 2147483647 h 258"/>
              <a:gd name="T16" fmla="*/ 2147483647 w 435"/>
              <a:gd name="T17" fmla="*/ 2147483647 h 258"/>
              <a:gd name="T18" fmla="*/ 2147483647 w 435"/>
              <a:gd name="T19" fmla="*/ 2147483647 h 25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35"/>
              <a:gd name="T31" fmla="*/ 0 h 258"/>
              <a:gd name="T32" fmla="*/ 435 w 435"/>
              <a:gd name="T33" fmla="*/ 258 h 25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35" h="258">
                <a:moveTo>
                  <a:pt x="429" y="0"/>
                </a:moveTo>
                <a:lnTo>
                  <a:pt x="435" y="258"/>
                </a:lnTo>
                <a:lnTo>
                  <a:pt x="0" y="258"/>
                </a:lnTo>
                <a:lnTo>
                  <a:pt x="0" y="240"/>
                </a:lnTo>
                <a:lnTo>
                  <a:pt x="15" y="236"/>
                </a:lnTo>
                <a:lnTo>
                  <a:pt x="92" y="230"/>
                </a:lnTo>
                <a:lnTo>
                  <a:pt x="224" y="186"/>
                </a:lnTo>
                <a:lnTo>
                  <a:pt x="260" y="165"/>
                </a:lnTo>
                <a:lnTo>
                  <a:pt x="308" y="137"/>
                </a:lnTo>
                <a:lnTo>
                  <a:pt x="362" y="84"/>
                </a:lnTo>
              </a:path>
            </a:pathLst>
          </a:custGeom>
          <a:solidFill>
            <a:srgbClr val="E1FFF7"/>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en-US"/>
          </a:p>
        </p:txBody>
      </p:sp>
      <p:sp>
        <p:nvSpPr>
          <p:cNvPr id="26634" name="Rectangle 13"/>
          <p:cNvSpPr>
            <a:spLocks noChangeArrowheads="1"/>
          </p:cNvSpPr>
          <p:nvPr/>
        </p:nvSpPr>
        <p:spPr bwMode="auto">
          <a:xfrm>
            <a:off x="436563" y="12304"/>
            <a:ext cx="2057400" cy="151169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488" tIns="44450" rIns="90488" bIns="44450">
            <a:spAutoFit/>
          </a:bodyPr>
          <a:lstStyle/>
          <a:p>
            <a:pPr eaLnBrk="0" hangingPunct="0">
              <a:lnSpc>
                <a:spcPct val="110000"/>
              </a:lnSpc>
              <a:spcBef>
                <a:spcPts val="0"/>
              </a:spcBef>
            </a:pPr>
            <a:r>
              <a:rPr lang="en-US" sz="2800" b="1" dirty="0"/>
              <a:t>H</a:t>
            </a:r>
            <a:r>
              <a:rPr lang="en-US" sz="2800" b="1" baseline="-25000" dirty="0"/>
              <a:t>0</a:t>
            </a:r>
            <a:r>
              <a:rPr lang="en-US" sz="2800" b="1" dirty="0"/>
              <a:t>: </a:t>
            </a:r>
            <a:r>
              <a:rPr lang="en-US" sz="2800" b="1" dirty="0">
                <a:solidFill>
                  <a:srgbClr val="000066"/>
                </a:solidFill>
                <a:sym typeface="Symbol" pitchFamily="18" charset="2"/>
              </a:rPr>
              <a:t>p</a:t>
            </a:r>
            <a:r>
              <a:rPr lang="en-US" sz="2800" b="1" dirty="0"/>
              <a:t> = .08</a:t>
            </a:r>
            <a:r>
              <a:rPr lang="en-US" sz="2800" b="1" dirty="0">
                <a:latin typeface="Times New Roman" pitchFamily="18" charset="0"/>
              </a:rPr>
              <a:t>    </a:t>
            </a:r>
            <a:r>
              <a:rPr lang="en-US" sz="2800" b="1" dirty="0"/>
              <a:t>H</a:t>
            </a:r>
            <a:r>
              <a:rPr lang="en-US" sz="2800" b="1" baseline="-25000" dirty="0"/>
              <a:t>A</a:t>
            </a:r>
            <a:r>
              <a:rPr lang="en-US" sz="2800" b="1" dirty="0"/>
              <a:t>: </a:t>
            </a:r>
            <a:r>
              <a:rPr lang="en-US" sz="2800" b="1" dirty="0">
                <a:solidFill>
                  <a:srgbClr val="000066"/>
                </a:solidFill>
                <a:sym typeface="Symbol" pitchFamily="18" charset="2"/>
              </a:rPr>
              <a:t>p</a:t>
            </a:r>
            <a:r>
              <a:rPr lang="en-US" sz="2800" b="1" dirty="0">
                <a:latin typeface="Times New Roman" pitchFamily="18" charset="0"/>
              </a:rPr>
              <a:t> </a:t>
            </a:r>
            <a:r>
              <a:rPr lang="en-US" sz="2800" b="1" dirty="0">
                <a:latin typeface="Symbol" pitchFamily="18" charset="2"/>
              </a:rPr>
              <a:t>¹</a:t>
            </a:r>
            <a:r>
              <a:rPr lang="en-US" sz="2800" b="1" dirty="0">
                <a:latin typeface="Times New Roman" pitchFamily="18" charset="0"/>
              </a:rPr>
              <a:t> </a:t>
            </a:r>
            <a:r>
              <a:rPr lang="en-US" sz="2800" b="1" dirty="0"/>
              <a:t>.</a:t>
            </a:r>
            <a:r>
              <a:rPr lang="en-US" sz="2800" b="1" dirty="0" smtClean="0"/>
              <a:t>08</a:t>
            </a:r>
          </a:p>
          <a:p>
            <a:pPr eaLnBrk="0" hangingPunct="0">
              <a:lnSpc>
                <a:spcPct val="110000"/>
              </a:lnSpc>
              <a:spcBef>
                <a:spcPts val="0"/>
              </a:spcBef>
            </a:pPr>
            <a:r>
              <a:rPr lang="en-US" sz="2800" b="1" dirty="0" smtClean="0">
                <a:sym typeface="Mathematica1"/>
              </a:rPr>
              <a:t> = .05</a:t>
            </a:r>
            <a:endParaRPr lang="en-US" sz="2800" b="1" dirty="0" smtClean="0"/>
          </a:p>
        </p:txBody>
      </p:sp>
      <p:sp>
        <p:nvSpPr>
          <p:cNvPr id="26635" name="Rectangle 15"/>
          <p:cNvSpPr>
            <a:spLocks noChangeArrowheads="1"/>
          </p:cNvSpPr>
          <p:nvPr/>
        </p:nvSpPr>
        <p:spPr bwMode="auto">
          <a:xfrm>
            <a:off x="1676400" y="1524000"/>
            <a:ext cx="2438400"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488" tIns="44450" rIns="90488" bIns="44450">
            <a:spAutoFit/>
          </a:bodyPr>
          <a:lstStyle/>
          <a:p>
            <a:pPr eaLnBrk="0" hangingPunct="0">
              <a:spcBef>
                <a:spcPct val="50000"/>
              </a:spcBef>
            </a:pPr>
            <a:r>
              <a:rPr lang="en-US" b="1" dirty="0"/>
              <a:t>Test Statistic:</a:t>
            </a:r>
          </a:p>
        </p:txBody>
      </p:sp>
      <p:sp>
        <p:nvSpPr>
          <p:cNvPr id="26638" name="Freeform 18"/>
          <p:cNvSpPr>
            <a:spLocks/>
          </p:cNvSpPr>
          <p:nvPr/>
        </p:nvSpPr>
        <p:spPr bwMode="auto">
          <a:xfrm>
            <a:off x="1066800" y="4267200"/>
            <a:ext cx="1389063" cy="1338263"/>
          </a:xfrm>
          <a:custGeom>
            <a:avLst/>
            <a:gdLst>
              <a:gd name="T0" fmla="*/ 0 w 875"/>
              <a:gd name="T1" fmla="*/ 2147483647 h 843"/>
              <a:gd name="T2" fmla="*/ 2147483647 w 875"/>
              <a:gd name="T3" fmla="*/ 2147483647 h 843"/>
              <a:gd name="T4" fmla="*/ 2147483647 w 875"/>
              <a:gd name="T5" fmla="*/ 2147483647 h 843"/>
              <a:gd name="T6" fmla="*/ 2147483647 w 875"/>
              <a:gd name="T7" fmla="*/ 2147483647 h 843"/>
              <a:gd name="T8" fmla="*/ 2147483647 w 875"/>
              <a:gd name="T9" fmla="*/ 2147483647 h 843"/>
              <a:gd name="T10" fmla="*/ 2147483647 w 875"/>
              <a:gd name="T11" fmla="*/ 2147483647 h 843"/>
              <a:gd name="T12" fmla="*/ 2147483647 w 875"/>
              <a:gd name="T13" fmla="*/ 2147483647 h 843"/>
              <a:gd name="T14" fmla="*/ 2147483647 w 875"/>
              <a:gd name="T15" fmla="*/ 2147483647 h 843"/>
              <a:gd name="T16" fmla="*/ 2147483647 w 875"/>
              <a:gd name="T17" fmla="*/ 2147483647 h 843"/>
              <a:gd name="T18" fmla="*/ 2147483647 w 875"/>
              <a:gd name="T19" fmla="*/ 2147483647 h 843"/>
              <a:gd name="T20" fmla="*/ 2147483647 w 875"/>
              <a:gd name="T21" fmla="*/ 2147483647 h 843"/>
              <a:gd name="T22" fmla="*/ 2147483647 w 875"/>
              <a:gd name="T23" fmla="*/ 2147483647 h 843"/>
              <a:gd name="T24" fmla="*/ 2147483647 w 875"/>
              <a:gd name="T25" fmla="*/ 2147483647 h 843"/>
              <a:gd name="T26" fmla="*/ 2147483647 w 875"/>
              <a:gd name="T27" fmla="*/ 2147483647 h 843"/>
              <a:gd name="T28" fmla="*/ 2147483647 w 875"/>
              <a:gd name="T29" fmla="*/ 2147483647 h 843"/>
              <a:gd name="T30" fmla="*/ 2147483647 w 875"/>
              <a:gd name="T31" fmla="*/ 0 h 84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75"/>
              <a:gd name="T49" fmla="*/ 0 h 843"/>
              <a:gd name="T50" fmla="*/ 875 w 875"/>
              <a:gd name="T51" fmla="*/ 843 h 84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75" h="843">
                <a:moveTo>
                  <a:pt x="0" y="842"/>
                </a:moveTo>
                <a:lnTo>
                  <a:pt x="92" y="831"/>
                </a:lnTo>
                <a:lnTo>
                  <a:pt x="137" y="822"/>
                </a:lnTo>
                <a:lnTo>
                  <a:pt x="183" y="808"/>
                </a:lnTo>
                <a:lnTo>
                  <a:pt x="229" y="789"/>
                </a:lnTo>
                <a:lnTo>
                  <a:pt x="276" y="763"/>
                </a:lnTo>
                <a:lnTo>
                  <a:pt x="321" y="729"/>
                </a:lnTo>
                <a:lnTo>
                  <a:pt x="414" y="631"/>
                </a:lnTo>
                <a:lnTo>
                  <a:pt x="506" y="493"/>
                </a:lnTo>
                <a:lnTo>
                  <a:pt x="598" y="329"/>
                </a:lnTo>
                <a:lnTo>
                  <a:pt x="643" y="245"/>
                </a:lnTo>
                <a:lnTo>
                  <a:pt x="690" y="165"/>
                </a:lnTo>
                <a:lnTo>
                  <a:pt x="735" y="98"/>
                </a:lnTo>
                <a:lnTo>
                  <a:pt x="782" y="45"/>
                </a:lnTo>
                <a:lnTo>
                  <a:pt x="827" y="11"/>
                </a:lnTo>
                <a:lnTo>
                  <a:pt x="874" y="0"/>
                </a:lnTo>
              </a:path>
            </a:pathLst>
          </a:custGeom>
          <a:noFill/>
          <a:ln w="25400" cap="rnd" cmpd="sng">
            <a:solidFill>
              <a:srgbClr val="FF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639" name="Freeform 19"/>
          <p:cNvSpPr>
            <a:spLocks/>
          </p:cNvSpPr>
          <p:nvPr/>
        </p:nvSpPr>
        <p:spPr bwMode="auto">
          <a:xfrm>
            <a:off x="2438400" y="4267200"/>
            <a:ext cx="1389063" cy="1338263"/>
          </a:xfrm>
          <a:custGeom>
            <a:avLst/>
            <a:gdLst>
              <a:gd name="T0" fmla="*/ 2147483647 w 875"/>
              <a:gd name="T1" fmla="*/ 2147483647 h 843"/>
              <a:gd name="T2" fmla="*/ 2147483647 w 875"/>
              <a:gd name="T3" fmla="*/ 2147483647 h 843"/>
              <a:gd name="T4" fmla="*/ 2147483647 w 875"/>
              <a:gd name="T5" fmla="*/ 2147483647 h 843"/>
              <a:gd name="T6" fmla="*/ 2147483647 w 875"/>
              <a:gd name="T7" fmla="*/ 2147483647 h 843"/>
              <a:gd name="T8" fmla="*/ 2147483647 w 875"/>
              <a:gd name="T9" fmla="*/ 2147483647 h 843"/>
              <a:gd name="T10" fmla="*/ 2147483647 w 875"/>
              <a:gd name="T11" fmla="*/ 2147483647 h 843"/>
              <a:gd name="T12" fmla="*/ 2147483647 w 875"/>
              <a:gd name="T13" fmla="*/ 2147483647 h 843"/>
              <a:gd name="T14" fmla="*/ 2147483647 w 875"/>
              <a:gd name="T15" fmla="*/ 2147483647 h 843"/>
              <a:gd name="T16" fmla="*/ 2147483647 w 875"/>
              <a:gd name="T17" fmla="*/ 2147483647 h 843"/>
              <a:gd name="T18" fmla="*/ 2147483647 w 875"/>
              <a:gd name="T19" fmla="*/ 2147483647 h 843"/>
              <a:gd name="T20" fmla="*/ 2147483647 w 875"/>
              <a:gd name="T21" fmla="*/ 2147483647 h 843"/>
              <a:gd name="T22" fmla="*/ 2147483647 w 875"/>
              <a:gd name="T23" fmla="*/ 2147483647 h 843"/>
              <a:gd name="T24" fmla="*/ 2147483647 w 875"/>
              <a:gd name="T25" fmla="*/ 2147483647 h 843"/>
              <a:gd name="T26" fmla="*/ 2147483647 w 875"/>
              <a:gd name="T27" fmla="*/ 2147483647 h 843"/>
              <a:gd name="T28" fmla="*/ 2147483647 w 875"/>
              <a:gd name="T29" fmla="*/ 2147483647 h 843"/>
              <a:gd name="T30" fmla="*/ 0 w 875"/>
              <a:gd name="T31" fmla="*/ 0 h 84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75"/>
              <a:gd name="T49" fmla="*/ 0 h 843"/>
              <a:gd name="T50" fmla="*/ 875 w 875"/>
              <a:gd name="T51" fmla="*/ 843 h 84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75" h="843">
                <a:moveTo>
                  <a:pt x="874" y="842"/>
                </a:moveTo>
                <a:lnTo>
                  <a:pt x="782" y="831"/>
                </a:lnTo>
                <a:lnTo>
                  <a:pt x="735" y="822"/>
                </a:lnTo>
                <a:lnTo>
                  <a:pt x="690" y="808"/>
                </a:lnTo>
                <a:lnTo>
                  <a:pt x="643" y="789"/>
                </a:lnTo>
                <a:lnTo>
                  <a:pt x="598" y="763"/>
                </a:lnTo>
                <a:lnTo>
                  <a:pt x="551" y="729"/>
                </a:lnTo>
                <a:lnTo>
                  <a:pt x="459" y="631"/>
                </a:lnTo>
                <a:lnTo>
                  <a:pt x="368" y="493"/>
                </a:lnTo>
                <a:lnTo>
                  <a:pt x="276" y="329"/>
                </a:lnTo>
                <a:lnTo>
                  <a:pt x="230" y="245"/>
                </a:lnTo>
                <a:lnTo>
                  <a:pt x="183" y="165"/>
                </a:lnTo>
                <a:lnTo>
                  <a:pt x="137" y="98"/>
                </a:lnTo>
                <a:lnTo>
                  <a:pt x="92" y="45"/>
                </a:lnTo>
                <a:lnTo>
                  <a:pt x="45" y="11"/>
                </a:lnTo>
                <a:lnTo>
                  <a:pt x="0" y="0"/>
                </a:lnTo>
              </a:path>
            </a:pathLst>
          </a:custGeom>
          <a:noFill/>
          <a:ln w="25400" cap="rnd" cmpd="sng">
            <a:solidFill>
              <a:srgbClr val="FF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640" name="Line 20"/>
          <p:cNvSpPr>
            <a:spLocks noChangeShapeType="1"/>
          </p:cNvSpPr>
          <p:nvPr/>
        </p:nvSpPr>
        <p:spPr bwMode="auto">
          <a:xfrm flipH="1" flipV="1">
            <a:off x="3124200" y="4495800"/>
            <a:ext cx="0" cy="1143000"/>
          </a:xfrm>
          <a:prstGeom prst="line">
            <a:avLst/>
          </a:prstGeom>
          <a:noFill/>
          <a:ln w="12700">
            <a:solidFill>
              <a:schemeClr val="tx2"/>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641" name="Rectangle 23"/>
          <p:cNvSpPr>
            <a:spLocks noChangeArrowheads="1"/>
          </p:cNvSpPr>
          <p:nvPr/>
        </p:nvSpPr>
        <p:spPr bwMode="auto">
          <a:xfrm>
            <a:off x="3733800" y="5486400"/>
            <a:ext cx="33337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pPr eaLnBrk="0" hangingPunct="0"/>
            <a:r>
              <a:rPr lang="en-US" i="1"/>
              <a:t>z</a:t>
            </a:r>
          </a:p>
        </p:txBody>
      </p:sp>
      <p:sp>
        <p:nvSpPr>
          <p:cNvPr id="26642" name="Rectangle 24"/>
          <p:cNvSpPr>
            <a:spLocks noChangeArrowheads="1"/>
          </p:cNvSpPr>
          <p:nvPr/>
        </p:nvSpPr>
        <p:spPr bwMode="auto">
          <a:xfrm>
            <a:off x="2286000" y="5638800"/>
            <a:ext cx="3079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pPr eaLnBrk="0" hangingPunct="0"/>
            <a:r>
              <a:rPr lang="en-US" sz="1800" b="1"/>
              <a:t>0</a:t>
            </a:r>
          </a:p>
        </p:txBody>
      </p:sp>
      <p:sp>
        <p:nvSpPr>
          <p:cNvPr id="26643" name="Rectangle 30"/>
          <p:cNvSpPr>
            <a:spLocks noChangeArrowheads="1"/>
          </p:cNvSpPr>
          <p:nvPr/>
        </p:nvSpPr>
        <p:spPr bwMode="auto">
          <a:xfrm>
            <a:off x="3429000" y="4953000"/>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p>
            <a:pPr eaLnBrk="0" hangingPunct="0">
              <a:spcBef>
                <a:spcPct val="50000"/>
              </a:spcBef>
            </a:pPr>
            <a:r>
              <a:rPr lang="en-US" sz="2000"/>
              <a:t>.0068</a:t>
            </a:r>
          </a:p>
        </p:txBody>
      </p:sp>
      <p:sp>
        <p:nvSpPr>
          <p:cNvPr id="26644" name="Rectangle 31"/>
          <p:cNvSpPr>
            <a:spLocks noChangeArrowheads="1"/>
          </p:cNvSpPr>
          <p:nvPr/>
        </p:nvSpPr>
        <p:spPr bwMode="auto">
          <a:xfrm>
            <a:off x="533400" y="4953000"/>
            <a:ext cx="914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p>
            <a:pPr eaLnBrk="0" hangingPunct="0">
              <a:spcBef>
                <a:spcPct val="50000"/>
              </a:spcBef>
            </a:pPr>
            <a:r>
              <a:rPr lang="en-US" sz="2000" dirty="0"/>
              <a:t>.0068</a:t>
            </a:r>
          </a:p>
        </p:txBody>
      </p:sp>
      <p:sp>
        <p:nvSpPr>
          <p:cNvPr id="26645" name="Line 32"/>
          <p:cNvSpPr>
            <a:spLocks noChangeShapeType="1"/>
          </p:cNvSpPr>
          <p:nvPr/>
        </p:nvSpPr>
        <p:spPr bwMode="auto">
          <a:xfrm>
            <a:off x="1371600" y="5257800"/>
            <a:ext cx="228600" cy="228600"/>
          </a:xfrm>
          <a:prstGeom prst="line">
            <a:avLst/>
          </a:prstGeom>
          <a:noFill/>
          <a:ln w="1905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6646" name="Text Box 33"/>
          <p:cNvSpPr txBox="1">
            <a:spLocks noChangeArrowheads="1"/>
          </p:cNvSpPr>
          <p:nvPr/>
        </p:nvSpPr>
        <p:spPr bwMode="auto">
          <a:xfrm>
            <a:off x="2895600" y="5638800"/>
            <a:ext cx="6334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r>
              <a:rPr lang="en-US" sz="1800" b="1"/>
              <a:t>2.47</a:t>
            </a:r>
          </a:p>
        </p:txBody>
      </p:sp>
      <p:sp>
        <p:nvSpPr>
          <p:cNvPr id="26647" name="Rectangle 36"/>
          <p:cNvSpPr>
            <a:spLocks noChangeArrowheads="1"/>
          </p:cNvSpPr>
          <p:nvPr/>
        </p:nvSpPr>
        <p:spPr bwMode="auto">
          <a:xfrm>
            <a:off x="304800" y="3254102"/>
            <a:ext cx="5476081" cy="1013098"/>
          </a:xfrm>
          <a:prstGeom prst="rect">
            <a:avLst/>
          </a:prstGeom>
          <a:solidFill>
            <a:srgbClr val="FFFFC3"/>
          </a:solidFill>
          <a:ln w="12700">
            <a:solidFill>
              <a:schemeClr val="tx2"/>
            </a:solidFill>
            <a:miter lim="800000"/>
            <a:headEnd/>
            <a:tailEnd/>
          </a:ln>
        </p:spPr>
        <p:txBody>
          <a:bodyPr wrap="square" lIns="90488" tIns="44450" rIns="90488" bIns="44450">
            <a:spAutoFit/>
          </a:bodyPr>
          <a:lstStyle/>
          <a:p>
            <a:pPr eaLnBrk="0" hangingPunct="0">
              <a:spcBef>
                <a:spcPts val="0"/>
              </a:spcBef>
            </a:pPr>
            <a:r>
              <a:rPr lang="en-US" sz="2000" b="1" dirty="0" smtClean="0"/>
              <a:t>Conclusion: </a:t>
            </a:r>
            <a:r>
              <a:rPr lang="en-US" sz="2000" dirty="0" smtClean="0"/>
              <a:t>since the test statistic value</a:t>
            </a:r>
          </a:p>
          <a:p>
            <a:pPr eaLnBrk="0" hangingPunct="0">
              <a:spcBef>
                <a:spcPts val="0"/>
              </a:spcBef>
            </a:pPr>
            <a:r>
              <a:rPr lang="en-US" sz="2000" dirty="0" smtClean="0"/>
              <a:t>z =  -2.47 </a:t>
            </a:r>
            <a:r>
              <a:rPr lang="en-US" sz="2000" dirty="0"/>
              <a:t>is </a:t>
            </a:r>
            <a:r>
              <a:rPr lang="en-US" sz="2000" dirty="0" smtClean="0"/>
              <a:t>in the rejection region, we </a:t>
            </a:r>
            <a:r>
              <a:rPr lang="en-US" sz="2000" dirty="0"/>
              <a:t>reject the company’s claim of 8% response rate.</a:t>
            </a:r>
          </a:p>
        </p:txBody>
      </p:sp>
      <p:sp>
        <p:nvSpPr>
          <p:cNvPr id="26648" name="Line 37"/>
          <p:cNvSpPr>
            <a:spLocks noChangeShapeType="1"/>
          </p:cNvSpPr>
          <p:nvPr/>
        </p:nvSpPr>
        <p:spPr bwMode="auto">
          <a:xfrm flipH="1">
            <a:off x="3276600" y="5334000"/>
            <a:ext cx="304800" cy="152400"/>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aphicFrame>
        <p:nvGraphicFramePr>
          <p:cNvPr id="26649" name="Object 2"/>
          <p:cNvGraphicFramePr>
            <a:graphicFrameLocks noChangeAspect="1"/>
          </p:cNvGraphicFramePr>
          <p:nvPr>
            <p:extLst>
              <p:ext uri="{D42A27DB-BD31-4B8C-83A1-F6EECF244321}">
                <p14:modId xmlns:p14="http://schemas.microsoft.com/office/powerpoint/2010/main" val="3521151575"/>
              </p:ext>
            </p:extLst>
          </p:nvPr>
        </p:nvGraphicFramePr>
        <p:xfrm>
          <a:off x="88901" y="1982788"/>
          <a:ext cx="5397500" cy="1230312"/>
        </p:xfrm>
        <a:graphic>
          <a:graphicData uri="http://schemas.openxmlformats.org/presentationml/2006/ole">
            <mc:AlternateContent xmlns:mc="http://schemas.openxmlformats.org/markup-compatibility/2006">
              <mc:Choice xmlns:v="urn:schemas-microsoft-com:vml" Requires="v">
                <p:oleObj spid="_x0000_s70716" name="Equation" r:id="rId4" imgW="2666880" imgH="571320" progId="Equation.DSMT4">
                  <p:embed/>
                </p:oleObj>
              </mc:Choice>
              <mc:Fallback>
                <p:oleObj name="Equation" r:id="rId4" imgW="2666880" imgH="571320" progId="Equation.DSMT4">
                  <p:embed/>
                  <p:pic>
                    <p:nvPicPr>
                      <p:cNvPr id="0" name=""/>
                      <p:cNvPicPr>
                        <a:picLocks noChangeAspect="1" noChangeArrowheads="1"/>
                      </p:cNvPicPr>
                      <p:nvPr/>
                    </p:nvPicPr>
                    <p:blipFill>
                      <a:blip r:embed="rId5"/>
                      <a:srcRect/>
                      <a:stretch>
                        <a:fillRect/>
                      </a:stretch>
                    </p:blipFill>
                    <p:spPr bwMode="auto">
                      <a:xfrm>
                        <a:off x="88901" y="1982788"/>
                        <a:ext cx="5397500" cy="1230312"/>
                      </a:xfrm>
                      <a:prstGeom prst="rect">
                        <a:avLst/>
                      </a:prstGeom>
                      <a:solidFill>
                        <a:srgbClr val="FFCC00"/>
                      </a:solidFill>
                      <a:ln w="9525">
                        <a:solidFill>
                          <a:schemeClr val="tx1"/>
                        </a:solidFill>
                        <a:miter lim="800000"/>
                        <a:headEnd/>
                        <a:tailEnd/>
                      </a:ln>
                    </p:spPr>
                  </p:pic>
                </p:oleObj>
              </mc:Fallback>
            </mc:AlternateContent>
          </a:graphicData>
        </a:graphic>
      </p:graphicFrame>
      <p:sp>
        <p:nvSpPr>
          <p:cNvPr id="26650" name="Line 41"/>
          <p:cNvSpPr>
            <a:spLocks noChangeShapeType="1"/>
          </p:cNvSpPr>
          <p:nvPr/>
        </p:nvSpPr>
        <p:spPr bwMode="auto">
          <a:xfrm>
            <a:off x="914400" y="5638800"/>
            <a:ext cx="29718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651" name="Text Box 42"/>
          <p:cNvSpPr txBox="1">
            <a:spLocks noChangeArrowheads="1"/>
          </p:cNvSpPr>
          <p:nvPr/>
        </p:nvSpPr>
        <p:spPr bwMode="auto">
          <a:xfrm>
            <a:off x="1524000" y="5638800"/>
            <a:ext cx="711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r>
              <a:rPr lang="en-US" sz="1800" b="1"/>
              <a:t>-2.47</a:t>
            </a:r>
          </a:p>
        </p:txBody>
      </p:sp>
      <p:sp>
        <p:nvSpPr>
          <p:cNvPr id="26652" name="Line 45"/>
          <p:cNvSpPr>
            <a:spLocks noChangeShapeType="1"/>
          </p:cNvSpPr>
          <p:nvPr/>
        </p:nvSpPr>
        <p:spPr bwMode="auto">
          <a:xfrm flipH="1" flipV="1">
            <a:off x="1752600" y="4495800"/>
            <a:ext cx="0" cy="1143000"/>
          </a:xfrm>
          <a:prstGeom prst="line">
            <a:avLst/>
          </a:prstGeom>
          <a:noFill/>
          <a:ln w="12700">
            <a:solidFill>
              <a:schemeClr val="tx2"/>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26653" name="Object 3"/>
          <p:cNvGraphicFramePr>
            <a:graphicFrameLocks noChangeAspect="1"/>
          </p:cNvGraphicFramePr>
          <p:nvPr>
            <p:extLst>
              <p:ext uri="{D42A27DB-BD31-4B8C-83A1-F6EECF244321}">
                <p14:modId xmlns:p14="http://schemas.microsoft.com/office/powerpoint/2010/main" val="1471548880"/>
              </p:ext>
            </p:extLst>
          </p:nvPr>
        </p:nvGraphicFramePr>
        <p:xfrm>
          <a:off x="2613025" y="533400"/>
          <a:ext cx="3541713" cy="762000"/>
        </p:xfrm>
        <a:graphic>
          <a:graphicData uri="http://schemas.openxmlformats.org/presentationml/2006/ole">
            <mc:AlternateContent xmlns:mc="http://schemas.openxmlformats.org/markup-compatibility/2006">
              <mc:Choice xmlns:v="urn:schemas-microsoft-com:vml" Requires="v">
                <p:oleObj spid="_x0000_s70717" name="Equation" r:id="rId6" imgW="1828800" imgH="393480" progId="Equation.DSMT4">
                  <p:embed/>
                </p:oleObj>
              </mc:Choice>
              <mc:Fallback>
                <p:oleObj name="Equation" r:id="rId6" imgW="1828800" imgH="393480" progId="Equation.DSMT4">
                  <p:embed/>
                  <p:pic>
                    <p:nvPicPr>
                      <p:cNvPr id="0" name=""/>
                      <p:cNvPicPr>
                        <a:picLocks noChangeAspect="1" noChangeArrowheads="1"/>
                      </p:cNvPicPr>
                      <p:nvPr/>
                    </p:nvPicPr>
                    <p:blipFill>
                      <a:blip r:embed="rId7"/>
                      <a:srcRect/>
                      <a:stretch>
                        <a:fillRect/>
                      </a:stretch>
                    </p:blipFill>
                    <p:spPr bwMode="auto">
                      <a:xfrm>
                        <a:off x="2613025" y="533400"/>
                        <a:ext cx="3541713"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54" name="Object 4"/>
          <p:cNvGraphicFramePr>
            <a:graphicFrameLocks noChangeAspect="1"/>
          </p:cNvGraphicFramePr>
          <p:nvPr>
            <p:extLst>
              <p:ext uri="{D42A27DB-BD31-4B8C-83A1-F6EECF244321}">
                <p14:modId xmlns:p14="http://schemas.microsoft.com/office/powerpoint/2010/main" val="1889172404"/>
              </p:ext>
            </p:extLst>
          </p:nvPr>
        </p:nvGraphicFramePr>
        <p:xfrm>
          <a:off x="4800600" y="4495800"/>
          <a:ext cx="3343275" cy="1428750"/>
        </p:xfrm>
        <a:graphic>
          <a:graphicData uri="http://schemas.openxmlformats.org/presentationml/2006/ole">
            <mc:AlternateContent xmlns:mc="http://schemas.openxmlformats.org/markup-compatibility/2006">
              <mc:Choice xmlns:v="urn:schemas-microsoft-com:vml" Requires="v">
                <p:oleObj spid="_x0000_s70718" name="Equation" r:id="rId8" imgW="1485720" imgH="634680" progId="Equation.DSMT4">
                  <p:embed/>
                </p:oleObj>
              </mc:Choice>
              <mc:Fallback>
                <p:oleObj name="Equation" r:id="rId8" imgW="1485720" imgH="634680" progId="Equation.DSMT4">
                  <p:embed/>
                  <p:pic>
                    <p:nvPicPr>
                      <p:cNvPr id="0" name=""/>
                      <p:cNvPicPr>
                        <a:picLocks noChangeAspect="1" noChangeArrowheads="1"/>
                      </p:cNvPicPr>
                      <p:nvPr/>
                    </p:nvPicPr>
                    <p:blipFill>
                      <a:blip r:embed="rId9"/>
                      <a:srcRect/>
                      <a:stretch>
                        <a:fillRect/>
                      </a:stretch>
                    </p:blipFill>
                    <p:spPr bwMode="auto">
                      <a:xfrm>
                        <a:off x="4800600" y="4495800"/>
                        <a:ext cx="3343275" cy="1428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 name="ETC"/>
          <p:cNvGraphicFramePr>
            <a:graphicFrameLocks/>
          </p:cNvGraphicFramePr>
          <p:nvPr>
            <p:extLst>
              <p:ext uri="{D42A27DB-BD31-4B8C-83A1-F6EECF244321}">
                <p14:modId xmlns:p14="http://schemas.microsoft.com/office/powerpoint/2010/main" val="2592489447"/>
              </p:ext>
            </p:extLst>
          </p:nvPr>
        </p:nvGraphicFramePr>
        <p:xfrm>
          <a:off x="5638800" y="1219200"/>
          <a:ext cx="3409950" cy="2033588"/>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2" name="Object 1"/>
          <p:cNvGraphicFramePr>
            <a:graphicFrameLocks noChangeAspect="1"/>
          </p:cNvGraphicFramePr>
          <p:nvPr>
            <p:extLst>
              <p:ext uri="{D42A27DB-BD31-4B8C-83A1-F6EECF244321}">
                <p14:modId xmlns:p14="http://schemas.microsoft.com/office/powerpoint/2010/main" val="2643896816"/>
              </p:ext>
            </p:extLst>
          </p:nvPr>
        </p:nvGraphicFramePr>
        <p:xfrm>
          <a:off x="6400800" y="152400"/>
          <a:ext cx="2193925" cy="877888"/>
        </p:xfrm>
        <a:graphic>
          <a:graphicData uri="http://schemas.openxmlformats.org/presentationml/2006/ole">
            <mc:AlternateContent xmlns:mc="http://schemas.openxmlformats.org/markup-compatibility/2006">
              <mc:Choice xmlns:v="urn:schemas-microsoft-com:vml" Requires="v">
                <p:oleObj spid="_x0000_s70719" name="Equation" r:id="rId11" imgW="1079280" imgH="431640" progId="Equation.DSMT4">
                  <p:embed/>
                </p:oleObj>
              </mc:Choice>
              <mc:Fallback>
                <p:oleObj name="Equation" r:id="rId11" imgW="1079280" imgH="431640" progId="Equation.DSMT4">
                  <p:embed/>
                  <p:pic>
                    <p:nvPicPr>
                      <p:cNvPr id="0" name=""/>
                      <p:cNvPicPr/>
                      <p:nvPr/>
                    </p:nvPicPr>
                    <p:blipFill>
                      <a:blip r:embed="rId12"/>
                      <a:stretch>
                        <a:fillRect/>
                      </a:stretch>
                    </p:blipFill>
                    <p:spPr>
                      <a:xfrm>
                        <a:off x="6400800" y="152400"/>
                        <a:ext cx="2193925" cy="877888"/>
                      </a:xfrm>
                      <a:prstGeom prst="rect">
                        <a:avLst/>
                      </a:prstGeom>
                    </p:spPr>
                  </p:pic>
                </p:oleObj>
              </mc:Fallback>
            </mc:AlternateContent>
          </a:graphicData>
        </a:graphic>
      </p:graphicFrame>
    </p:spTree>
    <p:custDataLst>
      <p:tags r:id="rId2"/>
    </p:custDataLst>
    <p:extLst>
      <p:ext uri="{BB962C8B-B14F-4D97-AF65-F5344CB8AC3E}">
        <p14:creationId xmlns:p14="http://schemas.microsoft.com/office/powerpoint/2010/main" val="1819483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26653"/>
                                        </p:tgtEl>
                                        <p:attrNameLst>
                                          <p:attrName>style.visibility</p:attrName>
                                        </p:attrNameLst>
                                      </p:cBhvr>
                                      <p:to>
                                        <p:strVal val="visible"/>
                                      </p:to>
                                    </p:set>
                                    <p:anim calcmode="lin" valueType="num">
                                      <p:cBhvr additive="base">
                                        <p:cTn id="7" dur="500" fill="hold"/>
                                        <p:tgtEl>
                                          <p:spTgt spid="26653"/>
                                        </p:tgtEl>
                                        <p:attrNameLst>
                                          <p:attrName>ppt_x</p:attrName>
                                        </p:attrNameLst>
                                      </p:cBhvr>
                                      <p:tavLst>
                                        <p:tav tm="0">
                                          <p:val>
                                            <p:strVal val="#ppt_x"/>
                                          </p:val>
                                        </p:tav>
                                        <p:tav tm="100000">
                                          <p:val>
                                            <p:strVal val="#ppt_x"/>
                                          </p:val>
                                        </p:tav>
                                      </p:tavLst>
                                    </p:anim>
                                    <p:anim calcmode="lin" valueType="num">
                                      <p:cBhvr additive="base">
                                        <p:cTn id="8" dur="500" fill="hold"/>
                                        <p:tgtEl>
                                          <p:spTgt spid="26653"/>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1+#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anim calcmode="lin" valueType="num">
                                      <p:cBhvr additive="base">
                                        <p:cTn id="17" dur="500" fill="hold"/>
                                        <p:tgtEl>
                                          <p:spTgt spid="31"/>
                                        </p:tgtEl>
                                        <p:attrNameLst>
                                          <p:attrName>ppt_x</p:attrName>
                                        </p:attrNameLst>
                                      </p:cBhvr>
                                      <p:tavLst>
                                        <p:tav tm="0">
                                          <p:val>
                                            <p:strVal val="1+#ppt_w/2"/>
                                          </p:val>
                                        </p:tav>
                                        <p:tav tm="100000">
                                          <p:val>
                                            <p:strVal val="#ppt_x"/>
                                          </p:val>
                                        </p:tav>
                                      </p:tavLst>
                                    </p:anim>
                                    <p:anim calcmode="lin" valueType="num">
                                      <p:cBhvr additive="base">
                                        <p:cTn id="18" dur="500" fill="hold"/>
                                        <p:tgtEl>
                                          <p:spTgt spid="31"/>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26649"/>
                                        </p:tgtEl>
                                        <p:attrNameLst>
                                          <p:attrName>style.visibility</p:attrName>
                                        </p:attrNameLst>
                                      </p:cBhvr>
                                      <p:to>
                                        <p:strVal val="visible"/>
                                      </p:to>
                                    </p:set>
                                    <p:anim calcmode="lin" valueType="num">
                                      <p:cBhvr additive="base">
                                        <p:cTn id="23" dur="500" fill="hold"/>
                                        <p:tgtEl>
                                          <p:spTgt spid="26649"/>
                                        </p:tgtEl>
                                        <p:attrNameLst>
                                          <p:attrName>ppt_x</p:attrName>
                                        </p:attrNameLst>
                                      </p:cBhvr>
                                      <p:tavLst>
                                        <p:tav tm="0">
                                          <p:val>
                                            <p:strVal val="0-#ppt_w/2"/>
                                          </p:val>
                                        </p:tav>
                                        <p:tav tm="100000">
                                          <p:val>
                                            <p:strVal val="#ppt_x"/>
                                          </p:val>
                                        </p:tav>
                                      </p:tavLst>
                                    </p:anim>
                                    <p:anim calcmode="lin" valueType="num">
                                      <p:cBhvr additive="base">
                                        <p:cTn id="24" dur="500" fill="hold"/>
                                        <p:tgtEl>
                                          <p:spTgt spid="26649"/>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26635"/>
                                        </p:tgtEl>
                                        <p:attrNameLst>
                                          <p:attrName>style.visibility</p:attrName>
                                        </p:attrNameLst>
                                      </p:cBhvr>
                                      <p:to>
                                        <p:strVal val="visible"/>
                                      </p:to>
                                    </p:set>
                                    <p:anim calcmode="lin" valueType="num">
                                      <p:cBhvr additive="base">
                                        <p:cTn id="27" dur="500" fill="hold"/>
                                        <p:tgtEl>
                                          <p:spTgt spid="26635"/>
                                        </p:tgtEl>
                                        <p:attrNameLst>
                                          <p:attrName>ppt_x</p:attrName>
                                        </p:attrNameLst>
                                      </p:cBhvr>
                                      <p:tavLst>
                                        <p:tav tm="0">
                                          <p:val>
                                            <p:strVal val="0-#ppt_w/2"/>
                                          </p:val>
                                        </p:tav>
                                        <p:tav tm="100000">
                                          <p:val>
                                            <p:strVal val="#ppt_x"/>
                                          </p:val>
                                        </p:tav>
                                      </p:tavLst>
                                    </p:anim>
                                    <p:anim calcmode="lin" valueType="num">
                                      <p:cBhvr additive="base">
                                        <p:cTn id="28" dur="500" fill="hold"/>
                                        <p:tgtEl>
                                          <p:spTgt spid="26635"/>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26647"/>
                                        </p:tgtEl>
                                        <p:attrNameLst>
                                          <p:attrName>style.visibility</p:attrName>
                                        </p:attrNameLst>
                                      </p:cBhvr>
                                      <p:to>
                                        <p:strVal val="visible"/>
                                      </p:to>
                                    </p:set>
                                    <p:anim calcmode="lin" valueType="num">
                                      <p:cBhvr additive="base">
                                        <p:cTn id="33" dur="500" fill="hold"/>
                                        <p:tgtEl>
                                          <p:spTgt spid="26647"/>
                                        </p:tgtEl>
                                        <p:attrNameLst>
                                          <p:attrName>ppt_x</p:attrName>
                                        </p:attrNameLst>
                                      </p:cBhvr>
                                      <p:tavLst>
                                        <p:tav tm="0">
                                          <p:val>
                                            <p:strVal val="0-#ppt_w/2"/>
                                          </p:val>
                                        </p:tav>
                                        <p:tav tm="100000">
                                          <p:val>
                                            <p:strVal val="#ppt_x"/>
                                          </p:val>
                                        </p:tav>
                                      </p:tavLst>
                                    </p:anim>
                                    <p:anim calcmode="lin" valueType="num">
                                      <p:cBhvr additive="base">
                                        <p:cTn id="34" dur="500" fill="hold"/>
                                        <p:tgtEl>
                                          <p:spTgt spid="26647"/>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26654"/>
                                        </p:tgtEl>
                                        <p:attrNameLst>
                                          <p:attrName>style.visibility</p:attrName>
                                        </p:attrNameLst>
                                      </p:cBhvr>
                                      <p:to>
                                        <p:strVal val="visible"/>
                                      </p:to>
                                    </p:set>
                                    <p:anim calcmode="lin" valueType="num">
                                      <p:cBhvr additive="base">
                                        <p:cTn id="39" dur="500" fill="hold"/>
                                        <p:tgtEl>
                                          <p:spTgt spid="26654"/>
                                        </p:tgtEl>
                                        <p:attrNameLst>
                                          <p:attrName>ppt_x</p:attrName>
                                        </p:attrNameLst>
                                      </p:cBhvr>
                                      <p:tavLst>
                                        <p:tav tm="0">
                                          <p:val>
                                            <p:strVal val="#ppt_x"/>
                                          </p:val>
                                        </p:tav>
                                        <p:tav tm="100000">
                                          <p:val>
                                            <p:strVal val="#ppt_x"/>
                                          </p:val>
                                        </p:tav>
                                      </p:tavLst>
                                    </p:anim>
                                    <p:anim calcmode="lin" valueType="num">
                                      <p:cBhvr additive="base">
                                        <p:cTn id="40" dur="500" fill="hold"/>
                                        <p:tgtEl>
                                          <p:spTgt spid="26654"/>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6638"/>
                                        </p:tgtEl>
                                        <p:attrNameLst>
                                          <p:attrName>style.visibility</p:attrName>
                                        </p:attrNameLst>
                                      </p:cBhvr>
                                      <p:to>
                                        <p:strVal val="visible"/>
                                      </p:to>
                                    </p:set>
                                    <p:anim calcmode="lin" valueType="num">
                                      <p:cBhvr additive="base">
                                        <p:cTn id="43" dur="500" fill="hold"/>
                                        <p:tgtEl>
                                          <p:spTgt spid="26638"/>
                                        </p:tgtEl>
                                        <p:attrNameLst>
                                          <p:attrName>ppt_x</p:attrName>
                                        </p:attrNameLst>
                                      </p:cBhvr>
                                      <p:tavLst>
                                        <p:tav tm="0">
                                          <p:val>
                                            <p:strVal val="#ppt_x"/>
                                          </p:val>
                                        </p:tav>
                                        <p:tav tm="100000">
                                          <p:val>
                                            <p:strVal val="#ppt_x"/>
                                          </p:val>
                                        </p:tav>
                                      </p:tavLst>
                                    </p:anim>
                                    <p:anim calcmode="lin" valueType="num">
                                      <p:cBhvr additive="base">
                                        <p:cTn id="44" dur="500" fill="hold"/>
                                        <p:tgtEl>
                                          <p:spTgt spid="26638"/>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26644"/>
                                        </p:tgtEl>
                                        <p:attrNameLst>
                                          <p:attrName>style.visibility</p:attrName>
                                        </p:attrNameLst>
                                      </p:cBhvr>
                                      <p:to>
                                        <p:strVal val="visible"/>
                                      </p:to>
                                    </p:set>
                                    <p:anim calcmode="lin" valueType="num">
                                      <p:cBhvr additive="base">
                                        <p:cTn id="47" dur="500" fill="hold"/>
                                        <p:tgtEl>
                                          <p:spTgt spid="26644"/>
                                        </p:tgtEl>
                                        <p:attrNameLst>
                                          <p:attrName>ppt_x</p:attrName>
                                        </p:attrNameLst>
                                      </p:cBhvr>
                                      <p:tavLst>
                                        <p:tav tm="0">
                                          <p:val>
                                            <p:strVal val="#ppt_x"/>
                                          </p:val>
                                        </p:tav>
                                        <p:tav tm="100000">
                                          <p:val>
                                            <p:strVal val="#ppt_x"/>
                                          </p:val>
                                        </p:tav>
                                      </p:tavLst>
                                    </p:anim>
                                    <p:anim calcmode="lin" valueType="num">
                                      <p:cBhvr additive="base">
                                        <p:cTn id="48" dur="500" fill="hold"/>
                                        <p:tgtEl>
                                          <p:spTgt spid="26644"/>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26645"/>
                                        </p:tgtEl>
                                        <p:attrNameLst>
                                          <p:attrName>style.visibility</p:attrName>
                                        </p:attrNameLst>
                                      </p:cBhvr>
                                      <p:to>
                                        <p:strVal val="visible"/>
                                      </p:to>
                                    </p:set>
                                    <p:anim calcmode="lin" valueType="num">
                                      <p:cBhvr additive="base">
                                        <p:cTn id="51" dur="500" fill="hold"/>
                                        <p:tgtEl>
                                          <p:spTgt spid="26645"/>
                                        </p:tgtEl>
                                        <p:attrNameLst>
                                          <p:attrName>ppt_x</p:attrName>
                                        </p:attrNameLst>
                                      </p:cBhvr>
                                      <p:tavLst>
                                        <p:tav tm="0">
                                          <p:val>
                                            <p:strVal val="#ppt_x"/>
                                          </p:val>
                                        </p:tav>
                                        <p:tav tm="100000">
                                          <p:val>
                                            <p:strVal val="#ppt_x"/>
                                          </p:val>
                                        </p:tav>
                                      </p:tavLst>
                                    </p:anim>
                                    <p:anim calcmode="lin" valueType="num">
                                      <p:cBhvr additive="base">
                                        <p:cTn id="52" dur="500" fill="hold"/>
                                        <p:tgtEl>
                                          <p:spTgt spid="26645"/>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26651"/>
                                        </p:tgtEl>
                                        <p:attrNameLst>
                                          <p:attrName>style.visibility</p:attrName>
                                        </p:attrNameLst>
                                      </p:cBhvr>
                                      <p:to>
                                        <p:strVal val="visible"/>
                                      </p:to>
                                    </p:set>
                                    <p:anim calcmode="lin" valueType="num">
                                      <p:cBhvr additive="base">
                                        <p:cTn id="55" dur="500" fill="hold"/>
                                        <p:tgtEl>
                                          <p:spTgt spid="26651"/>
                                        </p:tgtEl>
                                        <p:attrNameLst>
                                          <p:attrName>ppt_x</p:attrName>
                                        </p:attrNameLst>
                                      </p:cBhvr>
                                      <p:tavLst>
                                        <p:tav tm="0">
                                          <p:val>
                                            <p:strVal val="#ppt_x"/>
                                          </p:val>
                                        </p:tav>
                                        <p:tav tm="100000">
                                          <p:val>
                                            <p:strVal val="#ppt_x"/>
                                          </p:val>
                                        </p:tav>
                                      </p:tavLst>
                                    </p:anim>
                                    <p:anim calcmode="lin" valueType="num">
                                      <p:cBhvr additive="base">
                                        <p:cTn id="56" dur="500" fill="hold"/>
                                        <p:tgtEl>
                                          <p:spTgt spid="26651"/>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26642"/>
                                        </p:tgtEl>
                                        <p:attrNameLst>
                                          <p:attrName>style.visibility</p:attrName>
                                        </p:attrNameLst>
                                      </p:cBhvr>
                                      <p:to>
                                        <p:strVal val="visible"/>
                                      </p:to>
                                    </p:set>
                                    <p:anim calcmode="lin" valueType="num">
                                      <p:cBhvr additive="base">
                                        <p:cTn id="59" dur="500" fill="hold"/>
                                        <p:tgtEl>
                                          <p:spTgt spid="26642"/>
                                        </p:tgtEl>
                                        <p:attrNameLst>
                                          <p:attrName>ppt_x</p:attrName>
                                        </p:attrNameLst>
                                      </p:cBhvr>
                                      <p:tavLst>
                                        <p:tav tm="0">
                                          <p:val>
                                            <p:strVal val="#ppt_x"/>
                                          </p:val>
                                        </p:tav>
                                        <p:tav tm="100000">
                                          <p:val>
                                            <p:strVal val="#ppt_x"/>
                                          </p:val>
                                        </p:tav>
                                      </p:tavLst>
                                    </p:anim>
                                    <p:anim calcmode="lin" valueType="num">
                                      <p:cBhvr additive="base">
                                        <p:cTn id="60" dur="500" fill="hold"/>
                                        <p:tgtEl>
                                          <p:spTgt spid="26642"/>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26646"/>
                                        </p:tgtEl>
                                        <p:attrNameLst>
                                          <p:attrName>style.visibility</p:attrName>
                                        </p:attrNameLst>
                                      </p:cBhvr>
                                      <p:to>
                                        <p:strVal val="visible"/>
                                      </p:to>
                                    </p:set>
                                    <p:anim calcmode="lin" valueType="num">
                                      <p:cBhvr additive="base">
                                        <p:cTn id="63" dur="500" fill="hold"/>
                                        <p:tgtEl>
                                          <p:spTgt spid="26646"/>
                                        </p:tgtEl>
                                        <p:attrNameLst>
                                          <p:attrName>ppt_x</p:attrName>
                                        </p:attrNameLst>
                                      </p:cBhvr>
                                      <p:tavLst>
                                        <p:tav tm="0">
                                          <p:val>
                                            <p:strVal val="#ppt_x"/>
                                          </p:val>
                                        </p:tav>
                                        <p:tav tm="100000">
                                          <p:val>
                                            <p:strVal val="#ppt_x"/>
                                          </p:val>
                                        </p:tav>
                                      </p:tavLst>
                                    </p:anim>
                                    <p:anim calcmode="lin" valueType="num">
                                      <p:cBhvr additive="base">
                                        <p:cTn id="64" dur="500" fill="hold"/>
                                        <p:tgtEl>
                                          <p:spTgt spid="26646"/>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26641"/>
                                        </p:tgtEl>
                                        <p:attrNameLst>
                                          <p:attrName>style.visibility</p:attrName>
                                        </p:attrNameLst>
                                      </p:cBhvr>
                                      <p:to>
                                        <p:strVal val="visible"/>
                                      </p:to>
                                    </p:set>
                                    <p:anim calcmode="lin" valueType="num">
                                      <p:cBhvr additive="base">
                                        <p:cTn id="67" dur="500" fill="hold"/>
                                        <p:tgtEl>
                                          <p:spTgt spid="26641"/>
                                        </p:tgtEl>
                                        <p:attrNameLst>
                                          <p:attrName>ppt_x</p:attrName>
                                        </p:attrNameLst>
                                      </p:cBhvr>
                                      <p:tavLst>
                                        <p:tav tm="0">
                                          <p:val>
                                            <p:strVal val="#ppt_x"/>
                                          </p:val>
                                        </p:tav>
                                        <p:tav tm="100000">
                                          <p:val>
                                            <p:strVal val="#ppt_x"/>
                                          </p:val>
                                        </p:tav>
                                      </p:tavLst>
                                    </p:anim>
                                    <p:anim calcmode="lin" valueType="num">
                                      <p:cBhvr additive="base">
                                        <p:cTn id="68" dur="500" fill="hold"/>
                                        <p:tgtEl>
                                          <p:spTgt spid="26641"/>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26650"/>
                                        </p:tgtEl>
                                        <p:attrNameLst>
                                          <p:attrName>style.visibility</p:attrName>
                                        </p:attrNameLst>
                                      </p:cBhvr>
                                      <p:to>
                                        <p:strVal val="visible"/>
                                      </p:to>
                                    </p:set>
                                    <p:anim calcmode="lin" valueType="num">
                                      <p:cBhvr additive="base">
                                        <p:cTn id="71" dur="500" fill="hold"/>
                                        <p:tgtEl>
                                          <p:spTgt spid="26650"/>
                                        </p:tgtEl>
                                        <p:attrNameLst>
                                          <p:attrName>ppt_x</p:attrName>
                                        </p:attrNameLst>
                                      </p:cBhvr>
                                      <p:tavLst>
                                        <p:tav tm="0">
                                          <p:val>
                                            <p:strVal val="#ppt_x"/>
                                          </p:val>
                                        </p:tav>
                                        <p:tav tm="100000">
                                          <p:val>
                                            <p:strVal val="#ppt_x"/>
                                          </p:val>
                                        </p:tav>
                                      </p:tavLst>
                                    </p:anim>
                                    <p:anim calcmode="lin" valueType="num">
                                      <p:cBhvr additive="base">
                                        <p:cTn id="72" dur="500" fill="hold"/>
                                        <p:tgtEl>
                                          <p:spTgt spid="26650"/>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26639"/>
                                        </p:tgtEl>
                                        <p:attrNameLst>
                                          <p:attrName>style.visibility</p:attrName>
                                        </p:attrNameLst>
                                      </p:cBhvr>
                                      <p:to>
                                        <p:strVal val="visible"/>
                                      </p:to>
                                    </p:set>
                                    <p:anim calcmode="lin" valueType="num">
                                      <p:cBhvr additive="base">
                                        <p:cTn id="75" dur="500" fill="hold"/>
                                        <p:tgtEl>
                                          <p:spTgt spid="26639"/>
                                        </p:tgtEl>
                                        <p:attrNameLst>
                                          <p:attrName>ppt_x</p:attrName>
                                        </p:attrNameLst>
                                      </p:cBhvr>
                                      <p:tavLst>
                                        <p:tav tm="0">
                                          <p:val>
                                            <p:strVal val="#ppt_x"/>
                                          </p:val>
                                        </p:tav>
                                        <p:tav tm="100000">
                                          <p:val>
                                            <p:strVal val="#ppt_x"/>
                                          </p:val>
                                        </p:tav>
                                      </p:tavLst>
                                    </p:anim>
                                    <p:anim calcmode="lin" valueType="num">
                                      <p:cBhvr additive="base">
                                        <p:cTn id="76" dur="500" fill="hold"/>
                                        <p:tgtEl>
                                          <p:spTgt spid="26639"/>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26640"/>
                                        </p:tgtEl>
                                        <p:attrNameLst>
                                          <p:attrName>style.visibility</p:attrName>
                                        </p:attrNameLst>
                                      </p:cBhvr>
                                      <p:to>
                                        <p:strVal val="visible"/>
                                      </p:to>
                                    </p:set>
                                    <p:anim calcmode="lin" valueType="num">
                                      <p:cBhvr additive="base">
                                        <p:cTn id="79" dur="500" fill="hold"/>
                                        <p:tgtEl>
                                          <p:spTgt spid="26640"/>
                                        </p:tgtEl>
                                        <p:attrNameLst>
                                          <p:attrName>ppt_x</p:attrName>
                                        </p:attrNameLst>
                                      </p:cBhvr>
                                      <p:tavLst>
                                        <p:tav tm="0">
                                          <p:val>
                                            <p:strVal val="#ppt_x"/>
                                          </p:val>
                                        </p:tav>
                                        <p:tav tm="100000">
                                          <p:val>
                                            <p:strVal val="#ppt_x"/>
                                          </p:val>
                                        </p:tav>
                                      </p:tavLst>
                                    </p:anim>
                                    <p:anim calcmode="lin" valueType="num">
                                      <p:cBhvr additive="base">
                                        <p:cTn id="80" dur="500" fill="hold"/>
                                        <p:tgtEl>
                                          <p:spTgt spid="26640"/>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26652"/>
                                        </p:tgtEl>
                                        <p:attrNameLst>
                                          <p:attrName>style.visibility</p:attrName>
                                        </p:attrNameLst>
                                      </p:cBhvr>
                                      <p:to>
                                        <p:strVal val="visible"/>
                                      </p:to>
                                    </p:set>
                                    <p:anim calcmode="lin" valueType="num">
                                      <p:cBhvr additive="base">
                                        <p:cTn id="83" dur="500" fill="hold"/>
                                        <p:tgtEl>
                                          <p:spTgt spid="26652"/>
                                        </p:tgtEl>
                                        <p:attrNameLst>
                                          <p:attrName>ppt_x</p:attrName>
                                        </p:attrNameLst>
                                      </p:cBhvr>
                                      <p:tavLst>
                                        <p:tav tm="0">
                                          <p:val>
                                            <p:strVal val="#ppt_x"/>
                                          </p:val>
                                        </p:tav>
                                        <p:tav tm="100000">
                                          <p:val>
                                            <p:strVal val="#ppt_x"/>
                                          </p:val>
                                        </p:tav>
                                      </p:tavLst>
                                    </p:anim>
                                    <p:anim calcmode="lin" valueType="num">
                                      <p:cBhvr additive="base">
                                        <p:cTn id="84" dur="500" fill="hold"/>
                                        <p:tgtEl>
                                          <p:spTgt spid="26652"/>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26648"/>
                                        </p:tgtEl>
                                        <p:attrNameLst>
                                          <p:attrName>style.visibility</p:attrName>
                                        </p:attrNameLst>
                                      </p:cBhvr>
                                      <p:to>
                                        <p:strVal val="visible"/>
                                      </p:to>
                                    </p:set>
                                    <p:anim calcmode="lin" valueType="num">
                                      <p:cBhvr additive="base">
                                        <p:cTn id="87" dur="500" fill="hold"/>
                                        <p:tgtEl>
                                          <p:spTgt spid="26648"/>
                                        </p:tgtEl>
                                        <p:attrNameLst>
                                          <p:attrName>ppt_x</p:attrName>
                                        </p:attrNameLst>
                                      </p:cBhvr>
                                      <p:tavLst>
                                        <p:tav tm="0">
                                          <p:val>
                                            <p:strVal val="#ppt_x"/>
                                          </p:val>
                                        </p:tav>
                                        <p:tav tm="100000">
                                          <p:val>
                                            <p:strVal val="#ppt_x"/>
                                          </p:val>
                                        </p:tav>
                                      </p:tavLst>
                                    </p:anim>
                                    <p:anim calcmode="lin" valueType="num">
                                      <p:cBhvr additive="base">
                                        <p:cTn id="88" dur="500" fill="hold"/>
                                        <p:tgtEl>
                                          <p:spTgt spid="26648"/>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26643"/>
                                        </p:tgtEl>
                                        <p:attrNameLst>
                                          <p:attrName>style.visibility</p:attrName>
                                        </p:attrNameLst>
                                      </p:cBhvr>
                                      <p:to>
                                        <p:strVal val="visible"/>
                                      </p:to>
                                    </p:set>
                                    <p:anim calcmode="lin" valueType="num">
                                      <p:cBhvr additive="base">
                                        <p:cTn id="91" dur="500" fill="hold"/>
                                        <p:tgtEl>
                                          <p:spTgt spid="26643"/>
                                        </p:tgtEl>
                                        <p:attrNameLst>
                                          <p:attrName>ppt_x</p:attrName>
                                        </p:attrNameLst>
                                      </p:cBhvr>
                                      <p:tavLst>
                                        <p:tav tm="0">
                                          <p:val>
                                            <p:strVal val="#ppt_x"/>
                                          </p:val>
                                        </p:tav>
                                        <p:tav tm="100000">
                                          <p:val>
                                            <p:strVal val="#ppt_x"/>
                                          </p:val>
                                        </p:tav>
                                      </p:tavLst>
                                    </p:anim>
                                    <p:anim calcmode="lin" valueType="num">
                                      <p:cBhvr additive="base">
                                        <p:cTn id="92" dur="500" fill="hold"/>
                                        <p:tgtEl>
                                          <p:spTgt spid="26643"/>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26633"/>
                                        </p:tgtEl>
                                        <p:attrNameLst>
                                          <p:attrName>style.visibility</p:attrName>
                                        </p:attrNameLst>
                                      </p:cBhvr>
                                      <p:to>
                                        <p:strVal val="visible"/>
                                      </p:to>
                                    </p:set>
                                    <p:anim calcmode="lin" valueType="num">
                                      <p:cBhvr additive="base">
                                        <p:cTn id="95" dur="500" fill="hold"/>
                                        <p:tgtEl>
                                          <p:spTgt spid="26633"/>
                                        </p:tgtEl>
                                        <p:attrNameLst>
                                          <p:attrName>ppt_x</p:attrName>
                                        </p:attrNameLst>
                                      </p:cBhvr>
                                      <p:tavLst>
                                        <p:tav tm="0">
                                          <p:val>
                                            <p:strVal val="#ppt_x"/>
                                          </p:val>
                                        </p:tav>
                                        <p:tav tm="100000">
                                          <p:val>
                                            <p:strVal val="#ppt_x"/>
                                          </p:val>
                                        </p:tav>
                                      </p:tavLst>
                                    </p:anim>
                                    <p:anim calcmode="lin" valueType="num">
                                      <p:cBhvr additive="base">
                                        <p:cTn id="96" dur="500" fill="hold"/>
                                        <p:tgtEl>
                                          <p:spTgt spid="26633"/>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26631"/>
                                        </p:tgtEl>
                                        <p:attrNameLst>
                                          <p:attrName>style.visibility</p:attrName>
                                        </p:attrNameLst>
                                      </p:cBhvr>
                                      <p:to>
                                        <p:strVal val="visible"/>
                                      </p:to>
                                    </p:set>
                                    <p:anim calcmode="lin" valueType="num">
                                      <p:cBhvr additive="base">
                                        <p:cTn id="99" dur="500" fill="hold"/>
                                        <p:tgtEl>
                                          <p:spTgt spid="26631"/>
                                        </p:tgtEl>
                                        <p:attrNameLst>
                                          <p:attrName>ppt_x</p:attrName>
                                        </p:attrNameLst>
                                      </p:cBhvr>
                                      <p:tavLst>
                                        <p:tav tm="0">
                                          <p:val>
                                            <p:strVal val="#ppt_x"/>
                                          </p:val>
                                        </p:tav>
                                        <p:tav tm="100000">
                                          <p:val>
                                            <p:strVal val="#ppt_x"/>
                                          </p:val>
                                        </p:tav>
                                      </p:tavLst>
                                    </p:anim>
                                    <p:anim calcmode="lin" valueType="num">
                                      <p:cBhvr additive="base">
                                        <p:cTn id="100" dur="500" fill="hold"/>
                                        <p:tgtEl>
                                          <p:spTgt spid="26631"/>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26627"/>
                                        </p:tgtEl>
                                        <p:attrNameLst>
                                          <p:attrName>style.visibility</p:attrName>
                                        </p:attrNameLst>
                                      </p:cBhvr>
                                      <p:to>
                                        <p:strVal val="visible"/>
                                      </p:to>
                                    </p:set>
                                    <p:anim calcmode="lin" valueType="num">
                                      <p:cBhvr additive="base">
                                        <p:cTn id="103" dur="500" fill="hold"/>
                                        <p:tgtEl>
                                          <p:spTgt spid="26627"/>
                                        </p:tgtEl>
                                        <p:attrNameLst>
                                          <p:attrName>ppt_x</p:attrName>
                                        </p:attrNameLst>
                                      </p:cBhvr>
                                      <p:tavLst>
                                        <p:tav tm="0">
                                          <p:val>
                                            <p:strVal val="#ppt_x"/>
                                          </p:val>
                                        </p:tav>
                                        <p:tav tm="100000">
                                          <p:val>
                                            <p:strVal val="#ppt_x"/>
                                          </p:val>
                                        </p:tav>
                                      </p:tavLst>
                                    </p:anim>
                                    <p:anim calcmode="lin" valueType="num">
                                      <p:cBhvr additive="base">
                                        <p:cTn id="104" dur="500" fill="hold"/>
                                        <p:tgtEl>
                                          <p:spTgt spid="266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animBg="1"/>
      <p:bldP spid="26631" grpId="0" animBg="1"/>
      <p:bldP spid="26633" grpId="0" animBg="1"/>
      <p:bldP spid="26635" grpId="0"/>
      <p:bldP spid="26638" grpId="0" animBg="1"/>
      <p:bldP spid="26639" grpId="0" animBg="1"/>
      <p:bldP spid="26640" grpId="0" animBg="1"/>
      <p:bldP spid="26641" grpId="0"/>
      <p:bldP spid="26642" grpId="0"/>
      <p:bldP spid="26643" grpId="0"/>
      <p:bldP spid="26644" grpId="0"/>
      <p:bldP spid="26645" grpId="0" animBg="1"/>
      <p:bldP spid="26646" grpId="0"/>
      <p:bldP spid="26647" grpId="0" animBg="1"/>
      <p:bldP spid="26648" grpId="0" animBg="1"/>
      <p:bldP spid="26650" grpId="0" animBg="1"/>
      <p:bldP spid="26651" grpId="0"/>
      <p:bldP spid="26652" grpId="0" animBg="1"/>
      <p:bldGraphic spid="31" grpId="0">
        <p:bldAsOne/>
      </p:bldGraphic>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8229600" cy="944562"/>
          </a:xfrm>
        </p:spPr>
        <p:txBody>
          <a:bodyPr/>
          <a:lstStyle/>
          <a:p>
            <a:pPr>
              <a:defRPr/>
            </a:pPr>
            <a:r>
              <a:rPr lang="en-US" dirty="0" smtClean="0">
                <a:sym typeface="Mathematica1"/>
              </a:rPr>
              <a:t> Levels and Rejection Regions</a:t>
            </a:r>
            <a:endParaRPr lang="en-US" dirty="0"/>
          </a:p>
        </p:txBody>
      </p:sp>
      <p:sp>
        <p:nvSpPr>
          <p:cNvPr id="5" name="Content Placeholder 4"/>
          <p:cNvSpPr>
            <a:spLocks noGrp="1"/>
          </p:cNvSpPr>
          <p:nvPr>
            <p:ph idx="1"/>
          </p:nvPr>
        </p:nvSpPr>
        <p:spPr>
          <a:xfrm>
            <a:off x="457200" y="1295400"/>
            <a:ext cx="8229600" cy="4711700"/>
          </a:xfrm>
        </p:spPr>
        <p:txBody>
          <a:bodyPr/>
          <a:lstStyle/>
          <a:p>
            <a:pPr>
              <a:defRPr/>
            </a:pPr>
            <a:r>
              <a:rPr lang="en-US" dirty="0" smtClean="0"/>
              <a:t>H</a:t>
            </a:r>
            <a:r>
              <a:rPr lang="en-US" baseline="-25000" dirty="0" smtClean="0"/>
              <a:t>A</a:t>
            </a:r>
            <a:r>
              <a:rPr lang="en-US" dirty="0" smtClean="0"/>
              <a:t>: p &gt; p</a:t>
            </a:r>
            <a:r>
              <a:rPr lang="en-US" baseline="-25000" dirty="0" smtClean="0"/>
              <a:t>0</a:t>
            </a:r>
            <a:r>
              <a:rPr lang="en-US" dirty="0" smtClean="0"/>
              <a:t> 		 H</a:t>
            </a:r>
            <a:r>
              <a:rPr lang="en-US" baseline="-25000" dirty="0" smtClean="0"/>
              <a:t>A</a:t>
            </a:r>
            <a:r>
              <a:rPr lang="en-US" dirty="0" smtClean="0"/>
              <a:t>: p &lt; p</a:t>
            </a:r>
            <a:r>
              <a:rPr lang="en-US" baseline="-25000" dirty="0" smtClean="0"/>
              <a:t>0</a:t>
            </a:r>
          </a:p>
          <a:p>
            <a:pPr>
              <a:defRPr/>
            </a:pPr>
            <a:endParaRPr lang="en-US" baseline="-25000" dirty="0"/>
          </a:p>
          <a:p>
            <a:pPr>
              <a:defRPr/>
            </a:pPr>
            <a:endParaRPr lang="en-US" baseline="-25000" dirty="0" smtClean="0"/>
          </a:p>
          <a:p>
            <a:pPr>
              <a:defRPr/>
            </a:pPr>
            <a:endParaRPr lang="en-US" baseline="-25000" dirty="0"/>
          </a:p>
          <a:p>
            <a:pPr>
              <a:defRPr/>
            </a:pPr>
            <a:endParaRPr lang="en-US" baseline="-25000" dirty="0" smtClean="0"/>
          </a:p>
          <a:p>
            <a:pPr>
              <a:defRPr/>
            </a:pPr>
            <a:endParaRPr lang="en-US" baseline="-25000" dirty="0"/>
          </a:p>
          <a:p>
            <a:pPr>
              <a:defRPr/>
            </a:pPr>
            <a:endParaRPr lang="en-US" baseline="-25000" dirty="0" smtClean="0"/>
          </a:p>
          <a:p>
            <a:pPr>
              <a:defRPr/>
            </a:pPr>
            <a:endParaRPr lang="en-US" baseline="-25000" dirty="0"/>
          </a:p>
          <a:p>
            <a:pPr>
              <a:defRPr/>
            </a:pPr>
            <a:r>
              <a:rPr lang="en-US" dirty="0" smtClean="0"/>
              <a:t>H</a:t>
            </a:r>
            <a:r>
              <a:rPr lang="en-US" baseline="-25000" dirty="0" smtClean="0"/>
              <a:t>A</a:t>
            </a:r>
            <a:r>
              <a:rPr lang="en-US" dirty="0" smtClean="0"/>
              <a:t>: p ≠ p</a:t>
            </a:r>
            <a:r>
              <a:rPr lang="en-US" baseline="-25000" dirty="0" smtClean="0"/>
              <a:t>0</a:t>
            </a:r>
          </a:p>
          <a:p>
            <a:pPr marL="109537" indent="0">
              <a:buFont typeface="Wingdings 3" pitchFamily="18" charset="2"/>
              <a:buNone/>
              <a:defRPr/>
            </a:pPr>
            <a:endParaRPr lang="en-US" dirty="0" smtClean="0"/>
          </a:p>
        </p:txBody>
      </p:sp>
      <p:graphicFrame>
        <p:nvGraphicFramePr>
          <p:cNvPr id="6" name="Table 5"/>
          <p:cNvGraphicFramePr>
            <a:graphicFrameLocks noGrp="1"/>
          </p:cNvGraphicFramePr>
          <p:nvPr>
            <p:extLst>
              <p:ext uri="{D42A27DB-BD31-4B8C-83A1-F6EECF244321}">
                <p14:modId xmlns:p14="http://schemas.microsoft.com/office/powerpoint/2010/main" val="3123547230"/>
              </p:ext>
            </p:extLst>
          </p:nvPr>
        </p:nvGraphicFramePr>
        <p:xfrm>
          <a:off x="533400" y="1905000"/>
          <a:ext cx="2667000" cy="1483360"/>
        </p:xfrm>
        <a:graphic>
          <a:graphicData uri="http://schemas.openxmlformats.org/drawingml/2006/table">
            <a:tbl>
              <a:tblPr firstRow="1" bandRow="1">
                <a:tableStyleId>{5C22544A-7EE6-4342-B048-85BDC9FD1C3A}</a:tableStyleId>
              </a:tblPr>
              <a:tblGrid>
                <a:gridCol w="525318"/>
                <a:gridCol w="2141682"/>
              </a:tblGrid>
              <a:tr h="370840">
                <a:tc>
                  <a:txBody>
                    <a:bodyPr/>
                    <a:lstStyle/>
                    <a:p>
                      <a:r>
                        <a:rPr lang="en-US" dirty="0" smtClean="0">
                          <a:sym typeface="Mathematica1"/>
                        </a:rPr>
                        <a:t></a:t>
                      </a:r>
                      <a:endParaRPr lang="en-US" dirty="0"/>
                    </a:p>
                  </a:txBody>
                  <a:tcPr/>
                </a:tc>
                <a:tc>
                  <a:txBody>
                    <a:bodyPr/>
                    <a:lstStyle/>
                    <a:p>
                      <a:r>
                        <a:rPr lang="en-US" dirty="0" smtClean="0"/>
                        <a:t>Rejection Region</a:t>
                      </a:r>
                      <a:endParaRPr lang="en-US" dirty="0"/>
                    </a:p>
                  </a:txBody>
                  <a:tcPr/>
                </a:tc>
              </a:tr>
              <a:tr h="370840">
                <a:tc>
                  <a:txBody>
                    <a:bodyPr/>
                    <a:lstStyle/>
                    <a:p>
                      <a:r>
                        <a:rPr lang="en-US" dirty="0" smtClean="0"/>
                        <a:t>.01</a:t>
                      </a:r>
                    </a:p>
                  </a:txBody>
                  <a:tcPr/>
                </a:tc>
                <a:tc>
                  <a:txBody>
                    <a:bodyPr/>
                    <a:lstStyle/>
                    <a:p>
                      <a:r>
                        <a:rPr lang="en-US" dirty="0" smtClean="0"/>
                        <a:t>Z &gt; 2.33</a:t>
                      </a:r>
                      <a:endParaRPr lang="en-US" dirty="0"/>
                    </a:p>
                  </a:txBody>
                  <a:tcPr/>
                </a:tc>
              </a:tr>
              <a:tr h="370840">
                <a:tc>
                  <a:txBody>
                    <a:bodyPr/>
                    <a:lstStyle/>
                    <a:p>
                      <a:r>
                        <a:rPr lang="en-US" dirty="0" smtClean="0"/>
                        <a:t>.05</a:t>
                      </a:r>
                      <a:endParaRPr lang="en-US" dirty="0"/>
                    </a:p>
                  </a:txBody>
                  <a:tcPr/>
                </a:tc>
                <a:tc>
                  <a:txBody>
                    <a:bodyPr/>
                    <a:lstStyle/>
                    <a:p>
                      <a:r>
                        <a:rPr lang="en-US" dirty="0" smtClean="0"/>
                        <a:t>Z &gt; 1.645</a:t>
                      </a:r>
                      <a:endParaRPr lang="en-US" dirty="0"/>
                    </a:p>
                  </a:txBody>
                  <a:tcPr/>
                </a:tc>
              </a:tr>
              <a:tr h="370840">
                <a:tc>
                  <a:txBody>
                    <a:bodyPr/>
                    <a:lstStyle/>
                    <a:p>
                      <a:r>
                        <a:rPr lang="en-US" dirty="0" smtClean="0"/>
                        <a:t>.10</a:t>
                      </a:r>
                      <a:endParaRPr lang="en-US" dirty="0"/>
                    </a:p>
                  </a:txBody>
                  <a:tcPr/>
                </a:tc>
                <a:tc>
                  <a:txBody>
                    <a:bodyPr/>
                    <a:lstStyle/>
                    <a:p>
                      <a:r>
                        <a:rPr lang="en-US" dirty="0" smtClean="0"/>
                        <a:t>Z &gt; 1.28</a:t>
                      </a:r>
                      <a:endParaRPr lang="en-US" dirty="0"/>
                    </a:p>
                  </a:txBody>
                  <a:tcPr/>
                </a:tc>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1966646295"/>
              </p:ext>
            </p:extLst>
          </p:nvPr>
        </p:nvGraphicFramePr>
        <p:xfrm>
          <a:off x="4343400" y="1905000"/>
          <a:ext cx="2667000" cy="1483360"/>
        </p:xfrm>
        <a:graphic>
          <a:graphicData uri="http://schemas.openxmlformats.org/drawingml/2006/table">
            <a:tbl>
              <a:tblPr firstRow="1" bandRow="1">
                <a:tableStyleId>{5C22544A-7EE6-4342-B048-85BDC9FD1C3A}</a:tableStyleId>
              </a:tblPr>
              <a:tblGrid>
                <a:gridCol w="525318"/>
                <a:gridCol w="2141682"/>
              </a:tblGrid>
              <a:tr h="370840">
                <a:tc>
                  <a:txBody>
                    <a:bodyPr/>
                    <a:lstStyle/>
                    <a:p>
                      <a:r>
                        <a:rPr lang="en-US" dirty="0" smtClean="0">
                          <a:sym typeface="Mathematica1"/>
                        </a:rPr>
                        <a:t></a:t>
                      </a:r>
                      <a:endParaRPr lang="en-US" dirty="0"/>
                    </a:p>
                  </a:txBody>
                  <a:tcPr/>
                </a:tc>
                <a:tc>
                  <a:txBody>
                    <a:bodyPr/>
                    <a:lstStyle/>
                    <a:p>
                      <a:r>
                        <a:rPr lang="en-US" dirty="0" smtClean="0"/>
                        <a:t>Rejection Region</a:t>
                      </a:r>
                      <a:endParaRPr lang="en-US" dirty="0"/>
                    </a:p>
                  </a:txBody>
                  <a:tcPr/>
                </a:tc>
              </a:tr>
              <a:tr h="370840">
                <a:tc>
                  <a:txBody>
                    <a:bodyPr/>
                    <a:lstStyle/>
                    <a:p>
                      <a:r>
                        <a:rPr lang="en-US" dirty="0" smtClean="0"/>
                        <a:t>.01</a:t>
                      </a:r>
                    </a:p>
                  </a:txBody>
                  <a:tcPr/>
                </a:tc>
                <a:tc>
                  <a:txBody>
                    <a:bodyPr/>
                    <a:lstStyle/>
                    <a:p>
                      <a:r>
                        <a:rPr lang="en-US" dirty="0" smtClean="0"/>
                        <a:t>Z &lt; -2.33</a:t>
                      </a:r>
                      <a:endParaRPr lang="en-US" dirty="0"/>
                    </a:p>
                  </a:txBody>
                  <a:tcPr/>
                </a:tc>
              </a:tr>
              <a:tr h="370840">
                <a:tc>
                  <a:txBody>
                    <a:bodyPr/>
                    <a:lstStyle/>
                    <a:p>
                      <a:r>
                        <a:rPr lang="en-US" dirty="0" smtClean="0"/>
                        <a:t>.05</a:t>
                      </a:r>
                      <a:endParaRPr lang="en-US" dirty="0"/>
                    </a:p>
                  </a:txBody>
                  <a:tcPr/>
                </a:tc>
                <a:tc>
                  <a:txBody>
                    <a:bodyPr/>
                    <a:lstStyle/>
                    <a:p>
                      <a:r>
                        <a:rPr lang="en-US" dirty="0" smtClean="0"/>
                        <a:t>Z &lt; -1.645</a:t>
                      </a:r>
                      <a:endParaRPr lang="en-US" dirty="0"/>
                    </a:p>
                  </a:txBody>
                  <a:tcPr/>
                </a:tc>
              </a:tr>
              <a:tr h="370840">
                <a:tc>
                  <a:txBody>
                    <a:bodyPr/>
                    <a:lstStyle/>
                    <a:p>
                      <a:r>
                        <a:rPr lang="en-US" dirty="0" smtClean="0"/>
                        <a:t>.10</a:t>
                      </a:r>
                      <a:endParaRPr lang="en-US" dirty="0"/>
                    </a:p>
                  </a:txBody>
                  <a:tcPr/>
                </a:tc>
                <a:tc>
                  <a:txBody>
                    <a:bodyPr/>
                    <a:lstStyle/>
                    <a:p>
                      <a:r>
                        <a:rPr lang="en-US" dirty="0" smtClean="0"/>
                        <a:t>Z &lt; -1.28</a:t>
                      </a:r>
                      <a:endParaRPr lang="en-US" dirty="0"/>
                    </a:p>
                  </a:txBody>
                  <a:tcPr/>
                </a:tc>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3215257802"/>
              </p:ext>
            </p:extLst>
          </p:nvPr>
        </p:nvGraphicFramePr>
        <p:xfrm>
          <a:off x="2819400" y="4114800"/>
          <a:ext cx="2971800" cy="1849439"/>
        </p:xfrm>
        <a:graphic>
          <a:graphicData uri="http://schemas.openxmlformats.org/drawingml/2006/table">
            <a:tbl>
              <a:tblPr firstRow="1" bandRow="1">
                <a:tableStyleId>{5C22544A-7EE6-4342-B048-85BDC9FD1C3A}</a:tableStyleId>
              </a:tblPr>
              <a:tblGrid>
                <a:gridCol w="585354"/>
                <a:gridCol w="2386446"/>
              </a:tblGrid>
              <a:tr h="365823">
                <a:tc>
                  <a:txBody>
                    <a:bodyPr/>
                    <a:lstStyle/>
                    <a:p>
                      <a:r>
                        <a:rPr lang="en-US" sz="1800" dirty="0" smtClean="0">
                          <a:sym typeface="Mathematica1"/>
                        </a:rPr>
                        <a:t></a:t>
                      </a:r>
                      <a:endParaRPr lang="en-US" sz="1800" dirty="0"/>
                    </a:p>
                  </a:txBody>
                  <a:tcPr marT="45728" marB="45728"/>
                </a:tc>
                <a:tc>
                  <a:txBody>
                    <a:bodyPr/>
                    <a:lstStyle/>
                    <a:p>
                      <a:r>
                        <a:rPr lang="en-US" sz="1800" dirty="0" smtClean="0"/>
                        <a:t>Rejection Region</a:t>
                      </a:r>
                      <a:endParaRPr lang="en-US" sz="1800" dirty="0"/>
                    </a:p>
                  </a:txBody>
                  <a:tcPr marT="45728" marB="45728"/>
                </a:tc>
              </a:tr>
              <a:tr h="370904">
                <a:tc>
                  <a:txBody>
                    <a:bodyPr/>
                    <a:lstStyle/>
                    <a:p>
                      <a:r>
                        <a:rPr lang="en-US" sz="1800" dirty="0" smtClean="0"/>
                        <a:t>.01</a:t>
                      </a:r>
                    </a:p>
                  </a:txBody>
                  <a:tcPr marT="45728" marB="45728"/>
                </a:tc>
                <a:tc>
                  <a:txBody>
                    <a:bodyPr/>
                    <a:lstStyle/>
                    <a:p>
                      <a:r>
                        <a:rPr lang="en-US" sz="1800" dirty="0" smtClean="0"/>
                        <a:t>Z &lt; -2.58,</a:t>
                      </a:r>
                      <a:r>
                        <a:rPr lang="en-US" sz="1800" baseline="0" dirty="0" smtClean="0"/>
                        <a:t> Z &gt; 2.58</a:t>
                      </a:r>
                      <a:endParaRPr lang="en-US" sz="1800" dirty="0"/>
                    </a:p>
                  </a:txBody>
                  <a:tcPr marT="45728" marB="45728"/>
                </a:tc>
              </a:tr>
              <a:tr h="370904">
                <a:tc>
                  <a:txBody>
                    <a:bodyPr/>
                    <a:lstStyle/>
                    <a:p>
                      <a:r>
                        <a:rPr lang="en-US" sz="1800" dirty="0" smtClean="0"/>
                        <a:t>.02</a:t>
                      </a:r>
                      <a:endParaRPr lang="en-US" sz="1800" dirty="0"/>
                    </a:p>
                  </a:txBody>
                  <a:tcPr marT="45728" marB="45728"/>
                </a:tc>
                <a:tc>
                  <a:txBody>
                    <a:bodyPr/>
                    <a:lstStyle/>
                    <a:p>
                      <a:r>
                        <a:rPr lang="en-US" sz="1800" dirty="0" smtClean="0"/>
                        <a:t>Z &lt; -2.33,</a:t>
                      </a:r>
                      <a:r>
                        <a:rPr lang="en-US" sz="1800" baseline="0" dirty="0" smtClean="0"/>
                        <a:t> Z &gt; 2.33</a:t>
                      </a:r>
                      <a:endParaRPr lang="en-US" sz="1800" dirty="0"/>
                    </a:p>
                  </a:txBody>
                  <a:tcPr marT="45728" marB="45728"/>
                </a:tc>
              </a:tr>
              <a:tr h="370904">
                <a:tc>
                  <a:txBody>
                    <a:bodyPr/>
                    <a:lstStyle/>
                    <a:p>
                      <a:r>
                        <a:rPr lang="en-US" sz="1800" dirty="0" smtClean="0"/>
                        <a:t>.05</a:t>
                      </a:r>
                      <a:endParaRPr lang="en-US" sz="1800" dirty="0"/>
                    </a:p>
                  </a:txBody>
                  <a:tcPr marT="45728" marB="45728"/>
                </a:tc>
                <a:tc>
                  <a:txBody>
                    <a:bodyPr/>
                    <a:lstStyle/>
                    <a:p>
                      <a:r>
                        <a:rPr lang="en-US" sz="1800" dirty="0" smtClean="0"/>
                        <a:t>Z &lt; -1.96, Z &gt; 1.96</a:t>
                      </a:r>
                      <a:endParaRPr lang="en-US" sz="1800" dirty="0"/>
                    </a:p>
                  </a:txBody>
                  <a:tcPr marT="45728" marB="45728"/>
                </a:tc>
              </a:tr>
              <a:tr h="370904">
                <a:tc>
                  <a:txBody>
                    <a:bodyPr/>
                    <a:lstStyle/>
                    <a:p>
                      <a:r>
                        <a:rPr lang="en-US" sz="1800" dirty="0" smtClean="0"/>
                        <a:t>.10</a:t>
                      </a:r>
                      <a:endParaRPr lang="en-US" sz="1800" dirty="0"/>
                    </a:p>
                  </a:txBody>
                  <a:tcPr marT="45728" marB="45728"/>
                </a:tc>
                <a:tc>
                  <a:txBody>
                    <a:bodyPr/>
                    <a:lstStyle/>
                    <a:p>
                      <a:r>
                        <a:rPr lang="en-US" sz="1800" dirty="0" smtClean="0"/>
                        <a:t>Z &lt; -1.645,</a:t>
                      </a:r>
                      <a:r>
                        <a:rPr lang="en-US" sz="1800" baseline="0" dirty="0" smtClean="0"/>
                        <a:t> Z &gt; 1.645</a:t>
                      </a:r>
                      <a:endParaRPr lang="en-US" sz="1800" dirty="0"/>
                    </a:p>
                  </a:txBody>
                  <a:tcPr marT="45728" marB="45728"/>
                </a:tc>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p:txBody>
          <a:bodyPr/>
          <a:lstStyle/>
          <a:p>
            <a:pPr eaLnBrk="1" hangingPunct="1">
              <a:defRPr/>
            </a:pPr>
            <a:r>
              <a:rPr lang="en-US" smtClean="0"/>
              <a:t>Alpha Levels (cont.)</a:t>
            </a:r>
          </a:p>
        </p:txBody>
      </p:sp>
      <p:sp>
        <p:nvSpPr>
          <p:cNvPr id="18435" name="Rectangle 3"/>
          <p:cNvSpPr>
            <a:spLocks noGrp="1" noChangeArrowheads="1"/>
          </p:cNvSpPr>
          <p:nvPr>
            <p:ph type="body" idx="1"/>
          </p:nvPr>
        </p:nvSpPr>
        <p:spPr/>
        <p:txBody>
          <a:bodyPr/>
          <a:lstStyle/>
          <a:p>
            <a:pPr marL="342900" indent="-342900" eaLnBrk="1" hangingPunct="1"/>
            <a:r>
              <a:rPr lang="en-US" smtClean="0"/>
              <a:t>What can you say if the P-value does not fall below </a:t>
            </a:r>
            <a:r>
              <a:rPr lang="el-GR" i="1" smtClean="0">
                <a:latin typeface="Lucida Sans Unicode" pitchFamily="34" charset="0"/>
              </a:rPr>
              <a:t>α</a:t>
            </a:r>
            <a:r>
              <a:rPr lang="en-US" smtClean="0">
                <a:sym typeface="Symbol" pitchFamily="18" charset="2"/>
              </a:rPr>
              <a:t>? </a:t>
            </a:r>
          </a:p>
          <a:p>
            <a:pPr marL="742950" lvl="1" indent="-285750" eaLnBrk="1" hangingPunct="1"/>
            <a:r>
              <a:rPr lang="en-US" smtClean="0">
                <a:sym typeface="Symbol" pitchFamily="18" charset="2"/>
              </a:rPr>
              <a:t>You should say that “The data have failed to provide sufficient evidence to reject the null hypothesis.” </a:t>
            </a:r>
          </a:p>
          <a:p>
            <a:pPr marL="742950" lvl="1" indent="-285750" eaLnBrk="1" hangingPunct="1"/>
            <a:r>
              <a:rPr lang="en-US" smtClean="0">
                <a:sym typeface="Symbol" pitchFamily="18" charset="2"/>
              </a:rPr>
              <a:t>Don’t say that you “accept the null hypothesis.”</a:t>
            </a:r>
          </a:p>
        </p:txBody>
      </p:sp>
    </p:spTree>
  </p:cSld>
  <p:clrMapOvr>
    <a:masterClrMapping/>
  </p:clrMapOvr>
  <p:transition spd="slow"/>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p:txBody>
          <a:bodyPr/>
          <a:lstStyle/>
          <a:p>
            <a:pPr eaLnBrk="1" hangingPunct="1">
              <a:defRPr/>
            </a:pPr>
            <a:r>
              <a:rPr lang="en-US" smtClean="0"/>
              <a:t>Alpha Levels (cont.)</a:t>
            </a:r>
          </a:p>
        </p:txBody>
      </p:sp>
      <p:sp>
        <p:nvSpPr>
          <p:cNvPr id="19459" name="Rectangle 3"/>
          <p:cNvSpPr>
            <a:spLocks noGrp="1" noChangeArrowheads="1"/>
          </p:cNvSpPr>
          <p:nvPr>
            <p:ph type="body" idx="1"/>
          </p:nvPr>
        </p:nvSpPr>
        <p:spPr/>
        <p:txBody>
          <a:bodyPr/>
          <a:lstStyle/>
          <a:p>
            <a:pPr marL="342900" indent="-342900" eaLnBrk="1" hangingPunct="1"/>
            <a:r>
              <a:rPr lang="en-US" smtClean="0">
                <a:sym typeface="Symbol" pitchFamily="18" charset="2"/>
              </a:rPr>
              <a:t>Recall that, in a jury trial, if we do not find the defendant guilty, we say the defendant is “not guilty”—we don’t say that the defendant is “innocent.”</a:t>
            </a:r>
          </a:p>
        </p:txBody>
      </p:sp>
    </p:spTree>
  </p:cSld>
  <p:clrMapOvr>
    <a:masterClrMapping/>
  </p:clrMapOvr>
  <p:transition spd="slow"/>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p:txBody>
          <a:bodyPr/>
          <a:lstStyle/>
          <a:p>
            <a:pPr eaLnBrk="1" hangingPunct="1">
              <a:defRPr/>
            </a:pPr>
            <a:r>
              <a:rPr lang="en-US" smtClean="0"/>
              <a:t>Alpha Levels (cont.)</a:t>
            </a:r>
          </a:p>
        </p:txBody>
      </p:sp>
      <p:sp>
        <p:nvSpPr>
          <p:cNvPr id="20483" name="Rectangle 3"/>
          <p:cNvSpPr>
            <a:spLocks noGrp="1" noChangeArrowheads="1"/>
          </p:cNvSpPr>
          <p:nvPr>
            <p:ph type="body" idx="1"/>
          </p:nvPr>
        </p:nvSpPr>
        <p:spPr>
          <a:xfrm>
            <a:off x="544513" y="1600200"/>
            <a:ext cx="8294687" cy="4267200"/>
          </a:xfrm>
        </p:spPr>
        <p:txBody>
          <a:bodyPr/>
          <a:lstStyle/>
          <a:p>
            <a:pPr marL="342900" indent="-342900" eaLnBrk="1" hangingPunct="1">
              <a:lnSpc>
                <a:spcPct val="90000"/>
              </a:lnSpc>
            </a:pPr>
            <a:r>
              <a:rPr lang="en-US" smtClean="0">
                <a:sym typeface="Symbol" pitchFamily="18" charset="2"/>
              </a:rPr>
              <a:t>The P-value gives the reader far more information than just stating that you reject or fail to reject the null.</a:t>
            </a:r>
          </a:p>
          <a:p>
            <a:pPr marL="342900" indent="-342900" eaLnBrk="1" hangingPunct="1">
              <a:lnSpc>
                <a:spcPct val="90000"/>
              </a:lnSpc>
            </a:pPr>
            <a:r>
              <a:rPr lang="en-US" smtClean="0">
                <a:sym typeface="Symbol" pitchFamily="18" charset="2"/>
              </a:rPr>
              <a:t>In fact, by providing a P-value to the reader, you allow that person to make his or her own decisions about the test. </a:t>
            </a:r>
          </a:p>
          <a:p>
            <a:pPr marL="742950" lvl="1" indent="-285750" eaLnBrk="1" hangingPunct="1">
              <a:lnSpc>
                <a:spcPct val="90000"/>
              </a:lnSpc>
            </a:pPr>
            <a:r>
              <a:rPr lang="en-US" smtClean="0">
                <a:sym typeface="Symbol" pitchFamily="18" charset="2"/>
              </a:rPr>
              <a:t>What you consider to be statistically significant might not be the same as what someone else considers statistically significant. </a:t>
            </a:r>
          </a:p>
          <a:p>
            <a:pPr marL="742950" lvl="1" indent="-285750" eaLnBrk="1" hangingPunct="1">
              <a:lnSpc>
                <a:spcPct val="90000"/>
              </a:lnSpc>
            </a:pPr>
            <a:r>
              <a:rPr lang="en-US" smtClean="0">
                <a:sym typeface="Symbol" pitchFamily="18" charset="2"/>
              </a:rPr>
              <a:t>There is more than one alpha level that can be used, but each test will give only one P-value.</a:t>
            </a:r>
          </a:p>
        </p:txBody>
      </p:sp>
    </p:spTree>
  </p:cSld>
  <p:clrMapOvr>
    <a:masterClrMapping/>
  </p:clrMapOvr>
  <p:transition spd="slow"/>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p:cNvSpPr>
            <a:spLocks noGrp="1" noChangeArrowheads="1"/>
          </p:cNvSpPr>
          <p:nvPr>
            <p:ph type="title"/>
          </p:nvPr>
        </p:nvSpPr>
        <p:spPr>
          <a:xfrm>
            <a:off x="152400" y="152400"/>
            <a:ext cx="8686800" cy="914400"/>
          </a:xfrm>
        </p:spPr>
        <p:txBody>
          <a:bodyPr/>
          <a:lstStyle/>
          <a:p>
            <a:pPr algn="ctr" eaLnBrk="1" hangingPunct="1">
              <a:defRPr/>
            </a:pPr>
            <a:r>
              <a:rPr lang="en-US" sz="3200" dirty="0" smtClean="0"/>
              <a:t>Confidence Intervals and Hypothesis Tests</a:t>
            </a:r>
          </a:p>
        </p:txBody>
      </p:sp>
      <p:sp>
        <p:nvSpPr>
          <p:cNvPr id="48132" name="Rectangle 3"/>
          <p:cNvSpPr>
            <a:spLocks noGrp="1" noChangeArrowheads="1"/>
          </p:cNvSpPr>
          <p:nvPr>
            <p:ph type="body" idx="1"/>
          </p:nvPr>
        </p:nvSpPr>
        <p:spPr>
          <a:xfrm>
            <a:off x="457200" y="1143000"/>
            <a:ext cx="8229600" cy="4800600"/>
          </a:xfrm>
        </p:spPr>
        <p:txBody>
          <a:bodyPr/>
          <a:lstStyle/>
          <a:p>
            <a:pPr marL="342900" indent="-342900" eaLnBrk="1" hangingPunct="1">
              <a:defRPr/>
            </a:pPr>
            <a:r>
              <a:rPr lang="en-US" dirty="0" smtClean="0"/>
              <a:t>Because confidence intervals are two-sided, they correspond to two-sided (two-tailed) hypothesis tests. </a:t>
            </a:r>
          </a:p>
          <a:p>
            <a:pPr marL="487362" indent="-285750" eaLnBrk="1" hangingPunct="1">
              <a:defRPr/>
            </a:pPr>
            <a:r>
              <a:rPr lang="en-US" dirty="0" smtClean="0"/>
              <a:t>In general, a confidence interval with a confidence level of </a:t>
            </a:r>
            <a:r>
              <a:rPr lang="en-US" i="1" dirty="0" smtClean="0"/>
              <a:t>C</a:t>
            </a:r>
            <a:r>
              <a:rPr lang="en-US" dirty="0" smtClean="0"/>
              <a:t>% corresponds to a two-sided hypothesis test with an </a:t>
            </a:r>
            <a:r>
              <a:rPr lang="el-GR" i="1" dirty="0" smtClean="0">
                <a:latin typeface="Lucida Sans Unicode" charset="0"/>
              </a:rPr>
              <a:t>α</a:t>
            </a:r>
            <a:r>
              <a:rPr lang="en-US" dirty="0" smtClean="0">
                <a:sym typeface="Symbol" charset="2"/>
              </a:rPr>
              <a:t>-level of 100 – </a:t>
            </a:r>
            <a:r>
              <a:rPr lang="en-US" i="1" dirty="0" smtClean="0">
                <a:sym typeface="Symbol" charset="2"/>
              </a:rPr>
              <a:t>C</a:t>
            </a:r>
            <a:r>
              <a:rPr lang="en-US" dirty="0" smtClean="0">
                <a:sym typeface="Symbol" charset="2"/>
              </a:rPr>
              <a:t>%.  For example:</a:t>
            </a:r>
          </a:p>
          <a:p>
            <a:pPr marL="742950" lvl="1" indent="-285750" eaLnBrk="1" hangingPunct="1">
              <a:defRPr/>
            </a:pPr>
            <a:r>
              <a:rPr lang="en-US" dirty="0" smtClean="0">
                <a:sym typeface="Symbol" charset="2"/>
              </a:rPr>
              <a:t>If a 2-sided hypothesis test at level </a:t>
            </a:r>
            <a:r>
              <a:rPr lang="en-US" dirty="0" smtClean="0">
                <a:sym typeface="Mathematica1"/>
              </a:rPr>
              <a:t>.05 rejects H</a:t>
            </a:r>
            <a:r>
              <a:rPr lang="en-US" baseline="-25000" dirty="0" smtClean="0">
                <a:sym typeface="Mathematica1"/>
              </a:rPr>
              <a:t>0</a:t>
            </a:r>
            <a:r>
              <a:rPr lang="en-US" dirty="0" smtClean="0">
                <a:sym typeface="Mathematica1"/>
              </a:rPr>
              <a:t> , then the null hypothesized value of p will not be in a 95% confidence interval calculated from the same data.</a:t>
            </a:r>
          </a:p>
          <a:p>
            <a:pPr marL="742950" lvl="1" indent="-285750" eaLnBrk="1" hangingPunct="1">
              <a:defRPr/>
            </a:pPr>
            <a:r>
              <a:rPr lang="en-US" dirty="0" smtClean="0">
                <a:sym typeface="Mathematica1"/>
              </a:rPr>
              <a:t>A 95% confidence interval shows the values of null hypothesis values p for which a 2-sided hypothesis test at level .05 will NOT reject the null hypothesis.</a:t>
            </a:r>
            <a:endParaRPr lang="en-US" dirty="0" smtClean="0">
              <a:sym typeface="Symbol" charset="2"/>
            </a:endParaRPr>
          </a:p>
        </p:txBody>
      </p:sp>
    </p:spTree>
  </p:cSld>
  <p:clrMapOvr>
    <a:masterClrMapping/>
  </p:clrMapOvr>
  <p:transition spd="slow"/>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4"/>
          <p:cNvSpPr>
            <a:spLocks noGrp="1"/>
          </p:cNvSpPr>
          <p:nvPr>
            <p:ph type="sldNum" sz="quarter" idx="4294967295"/>
          </p:nvPr>
        </p:nvSpPr>
        <p:spPr bwMode="auto">
          <a:xfrm>
            <a:off x="7086600" y="6400800"/>
            <a:ext cx="1905000" cy="3095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eaLnBrk="1" hangingPunct="1"/>
            <a:r>
              <a:rPr lang="en-US" sz="1000" smtClean="0">
                <a:latin typeface="Verdana" pitchFamily="34" charset="0"/>
              </a:rPr>
              <a:t>Chap 9-</a:t>
            </a:r>
            <a:fld id="{1EF9C598-F9D6-436C-B6CA-77B614D43D8E}" type="slidenum">
              <a:rPr lang="en-US" sz="1000" smtClean="0">
                <a:latin typeface="Verdana" pitchFamily="34" charset="0"/>
              </a:rPr>
              <a:pPr eaLnBrk="1" hangingPunct="1"/>
              <a:t>18</a:t>
            </a:fld>
            <a:endParaRPr lang="en-US" sz="1000" smtClean="0">
              <a:latin typeface="Verdana" pitchFamily="34" charset="0"/>
            </a:endParaRPr>
          </a:p>
        </p:txBody>
      </p:sp>
      <p:sp>
        <p:nvSpPr>
          <p:cNvPr id="171010" name="Rectangle 2"/>
          <p:cNvSpPr>
            <a:spLocks noGrp="1" noChangeArrowheads="1"/>
          </p:cNvSpPr>
          <p:nvPr>
            <p:ph type="title"/>
          </p:nvPr>
        </p:nvSpPr>
        <p:spPr>
          <a:xfrm>
            <a:off x="685800" y="152400"/>
            <a:ext cx="7793037" cy="762000"/>
          </a:xfrm>
        </p:spPr>
        <p:txBody>
          <a:bodyPr>
            <a:normAutofit fontScale="90000"/>
          </a:bodyPr>
          <a:lstStyle/>
          <a:p>
            <a:pPr eaLnBrk="1" hangingPunct="1">
              <a:defRPr/>
            </a:pPr>
            <a:r>
              <a:rPr lang="en-US" sz="3600" dirty="0"/>
              <a:t>Confidence Intervals and Hypothesis </a:t>
            </a:r>
            <a:r>
              <a:rPr lang="en-US" sz="3600" dirty="0" smtClean="0"/>
              <a:t>Tests: Example</a:t>
            </a:r>
            <a:endParaRPr lang="en-US" sz="3600" dirty="0"/>
          </a:p>
        </p:txBody>
      </p:sp>
      <p:sp>
        <p:nvSpPr>
          <p:cNvPr id="25604" name="Rectangle 3"/>
          <p:cNvSpPr>
            <a:spLocks noChangeArrowheads="1"/>
          </p:cNvSpPr>
          <p:nvPr/>
        </p:nvSpPr>
        <p:spPr bwMode="auto">
          <a:xfrm>
            <a:off x="609600" y="5029200"/>
            <a:ext cx="4133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25605" name="Rectangle 5"/>
          <p:cNvSpPr>
            <a:spLocks noGrp="1" noChangeArrowheads="1"/>
          </p:cNvSpPr>
          <p:nvPr>
            <p:ph type="body" idx="1"/>
          </p:nvPr>
        </p:nvSpPr>
        <p:spPr>
          <a:xfrm>
            <a:off x="381000" y="1143000"/>
            <a:ext cx="4343400" cy="4648200"/>
          </a:xfrm>
          <a:solidFill>
            <a:srgbClr val="FFFFC3"/>
          </a:solidFill>
          <a:ln w="19050">
            <a:solidFill>
              <a:schemeClr val="tx1"/>
            </a:solidFill>
            <a:miter lim="800000"/>
            <a:headEnd/>
            <a:tailEnd/>
          </a:ln>
        </p:spPr>
        <p:txBody>
          <a:bodyPr/>
          <a:lstStyle/>
          <a:p>
            <a:pPr eaLnBrk="1" hangingPunct="1">
              <a:buFont typeface="Wingdings" charset="2"/>
              <a:buNone/>
            </a:pPr>
            <a:r>
              <a:rPr lang="en-US" dirty="0" smtClean="0"/>
              <a:t>   A marketing company claims that it receives 8% responses from its mailing.  To test this claim, a random sample of 500 were surveyed  with 25 responses.  Calculate a 95% confidence interval to estimate the company’s response rate.</a:t>
            </a:r>
          </a:p>
        </p:txBody>
      </p:sp>
      <p:sp>
        <p:nvSpPr>
          <p:cNvPr id="25606" name="Text Box 7"/>
          <p:cNvSpPr txBox="1">
            <a:spLocks noChangeArrowheads="1"/>
          </p:cNvSpPr>
          <p:nvPr/>
        </p:nvSpPr>
        <p:spPr bwMode="auto">
          <a:xfrm>
            <a:off x="5181600" y="4267200"/>
            <a:ext cx="3124200" cy="1514475"/>
          </a:xfrm>
          <a:prstGeom prst="rect">
            <a:avLst/>
          </a:prstGeom>
          <a:solidFill>
            <a:srgbClr val="E1FFF7"/>
          </a:solidFill>
          <a:ln w="19050" algn="ctr">
            <a:solidFill>
              <a:schemeClr val="tx1"/>
            </a:solidFill>
            <a:miter lim="800000"/>
            <a:headEnd/>
            <a:tailEnd/>
          </a:ln>
        </p:spPr>
        <p:txBody>
          <a:bodyPr>
            <a:spAutoFit/>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eaLnBrk="1" hangingPunct="1">
              <a:spcBef>
                <a:spcPct val="50000"/>
              </a:spcBef>
            </a:pPr>
            <a:r>
              <a:rPr lang="en-US" sz="2000"/>
              <a:t>Check:  </a:t>
            </a:r>
          </a:p>
          <a:p>
            <a:pPr eaLnBrk="1" hangingPunct="1">
              <a:spcBef>
                <a:spcPct val="50000"/>
              </a:spcBef>
            </a:pPr>
            <a:r>
              <a:rPr lang="en-US" sz="2000"/>
              <a:t>     n</a:t>
            </a:r>
            <a:r>
              <a:rPr lang="en-US" sz="1000"/>
              <a:t> </a:t>
            </a:r>
            <a:r>
              <a:rPr lang="en-US" sz="2000">
                <a:solidFill>
                  <a:srgbClr val="000066"/>
                </a:solidFill>
                <a:sym typeface="Symbol" pitchFamily="18" charset="2"/>
              </a:rPr>
              <a:t>p</a:t>
            </a:r>
            <a:r>
              <a:rPr lang="en-US" sz="2000"/>
              <a:t> = (500)(.08) = 40</a:t>
            </a:r>
          </a:p>
          <a:p>
            <a:pPr eaLnBrk="1" hangingPunct="1">
              <a:spcBef>
                <a:spcPct val="50000"/>
              </a:spcBef>
            </a:pPr>
            <a:r>
              <a:rPr lang="en-US" sz="2000"/>
              <a:t>n(1-</a:t>
            </a:r>
            <a:r>
              <a:rPr lang="en-US" sz="2000">
                <a:solidFill>
                  <a:srgbClr val="000066"/>
                </a:solidFill>
                <a:sym typeface="Symbol" pitchFamily="18" charset="2"/>
              </a:rPr>
              <a:t>p</a:t>
            </a:r>
            <a:r>
              <a:rPr lang="en-US" sz="2000"/>
              <a:t>) = (500)(.92) = 460</a:t>
            </a:r>
          </a:p>
          <a:p>
            <a:pPr eaLnBrk="1" hangingPunct="1">
              <a:spcBef>
                <a:spcPct val="50000"/>
              </a:spcBef>
            </a:pPr>
            <a:endParaRPr lang="en-US" sz="800"/>
          </a:p>
        </p:txBody>
      </p:sp>
      <p:pic>
        <p:nvPicPr>
          <p:cNvPr id="25607" name="Picture 10" descr="j019641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86400" y="1828800"/>
            <a:ext cx="2590800" cy="196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8" name="Text Box 11"/>
          <p:cNvSpPr txBox="1">
            <a:spLocks noChangeArrowheads="1"/>
          </p:cNvSpPr>
          <p:nvPr/>
        </p:nvSpPr>
        <p:spPr bwMode="auto">
          <a:xfrm>
            <a:off x="8305800" y="47244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a:spAutoFit/>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eaLnBrk="1" hangingPunct="1">
              <a:spcBef>
                <a:spcPct val="50000"/>
              </a:spcBef>
            </a:pPr>
            <a:r>
              <a:rPr lang="en-US" b="1">
                <a:solidFill>
                  <a:schemeClr val="hlink"/>
                </a:solidFill>
                <a:sym typeface="Wingdings" charset="2"/>
              </a:rPr>
              <a:t></a:t>
            </a:r>
          </a:p>
        </p:txBody>
      </p:sp>
    </p:spTree>
    <p:custDataLst>
      <p:tags r:id="rId1"/>
    </p:custDataLst>
    <p:extLst>
      <p:ext uri="{BB962C8B-B14F-4D97-AF65-F5344CB8AC3E}">
        <p14:creationId xmlns:p14="http://schemas.microsoft.com/office/powerpoint/2010/main" val="316310215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4"/>
          <p:cNvSpPr>
            <a:spLocks noGrp="1"/>
          </p:cNvSpPr>
          <p:nvPr>
            <p:ph type="sldNum" sz="quarter" idx="4294967295"/>
          </p:nvPr>
        </p:nvSpPr>
        <p:spPr bwMode="auto">
          <a:xfrm>
            <a:off x="7086600" y="6400800"/>
            <a:ext cx="1905000" cy="3095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eaLnBrk="1" hangingPunct="1"/>
            <a:endParaRPr lang="en-US" sz="1000" smtClean="0">
              <a:latin typeface="Verdana" pitchFamily="34" charset="0"/>
            </a:endParaRPr>
          </a:p>
        </p:txBody>
      </p:sp>
      <p:sp>
        <p:nvSpPr>
          <p:cNvPr id="26629" name="Rectangle 5"/>
          <p:cNvSpPr>
            <a:spLocks noChangeArrowheads="1"/>
          </p:cNvSpPr>
          <p:nvPr/>
        </p:nvSpPr>
        <p:spPr bwMode="auto">
          <a:xfrm>
            <a:off x="1600200" y="5715000"/>
            <a:ext cx="609600" cy="228600"/>
          </a:xfrm>
          <a:prstGeom prst="rect">
            <a:avLst/>
          </a:prstGeom>
          <a:solidFill>
            <a:srgbClr val="FDDBE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26630" name="Rectangle 6"/>
          <p:cNvSpPr>
            <a:spLocks noChangeArrowheads="1"/>
          </p:cNvSpPr>
          <p:nvPr/>
        </p:nvSpPr>
        <p:spPr bwMode="auto">
          <a:xfrm>
            <a:off x="2962275" y="5721350"/>
            <a:ext cx="531813" cy="227013"/>
          </a:xfrm>
          <a:prstGeom prst="rect">
            <a:avLst/>
          </a:prstGeom>
          <a:solidFill>
            <a:srgbClr val="FDDBE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172041" name="Rectangle 9"/>
          <p:cNvSpPr>
            <a:spLocks noGrp="1" noChangeArrowheads="1"/>
          </p:cNvSpPr>
          <p:nvPr>
            <p:ph type="title"/>
          </p:nvPr>
        </p:nvSpPr>
        <p:spPr>
          <a:xfrm>
            <a:off x="1285081" y="28575"/>
            <a:ext cx="2209007" cy="581025"/>
          </a:xfrm>
        </p:spPr>
        <p:txBody>
          <a:bodyPr/>
          <a:lstStyle/>
          <a:p>
            <a:pPr eaLnBrk="1" hangingPunct="1">
              <a:defRPr/>
            </a:pPr>
            <a:r>
              <a:rPr lang="en-US" sz="3200" dirty="0" smtClean="0"/>
              <a:t>Solution</a:t>
            </a:r>
            <a:endParaRPr lang="en-US" sz="3200" i="1" dirty="0"/>
          </a:p>
        </p:txBody>
      </p:sp>
      <p:sp>
        <p:nvSpPr>
          <p:cNvPr id="26634" name="Rectangle 13"/>
          <p:cNvSpPr>
            <a:spLocks noChangeArrowheads="1"/>
          </p:cNvSpPr>
          <p:nvPr/>
        </p:nvSpPr>
        <p:spPr bwMode="auto">
          <a:xfrm>
            <a:off x="762000" y="2133600"/>
            <a:ext cx="7772400" cy="902298"/>
          </a:xfrm>
          <a:prstGeom prst="rect">
            <a:avLst/>
          </a:prstGeom>
          <a:solidFill>
            <a:srgbClr val="FFC000"/>
          </a:solidFill>
          <a:ln w="9525">
            <a:solidFill>
              <a:schemeClr val="tx1"/>
            </a:solidFill>
            <a:miter lim="800000"/>
            <a:headEnd/>
            <a:tailEnd/>
          </a:ln>
        </p:spPr>
        <p:txBody>
          <a:bodyPr wrap="square" lIns="90488" tIns="44450" rIns="90488" bIns="44450">
            <a:spAutoFit/>
          </a:bodyPr>
          <a:lstStyle/>
          <a:p>
            <a:pPr eaLnBrk="0" hangingPunct="0">
              <a:lnSpc>
                <a:spcPct val="110000"/>
              </a:lnSpc>
              <a:spcBef>
                <a:spcPts val="0"/>
              </a:spcBef>
            </a:pPr>
            <a:r>
              <a:rPr lang="en-US" b="1" dirty="0" smtClean="0"/>
              <a:t>Recall that we rejected H</a:t>
            </a:r>
            <a:r>
              <a:rPr lang="en-US" b="1" baseline="-25000" dirty="0" smtClean="0"/>
              <a:t>0</a:t>
            </a:r>
            <a:r>
              <a:rPr lang="en-US" b="1" dirty="0" smtClean="0"/>
              <a:t>: p=.08 for the hypothesis test H</a:t>
            </a:r>
            <a:r>
              <a:rPr lang="en-US" b="1" baseline="-25000" dirty="0" smtClean="0"/>
              <a:t>0</a:t>
            </a:r>
            <a:r>
              <a:rPr lang="en-US" b="1" dirty="0"/>
              <a:t>: </a:t>
            </a:r>
            <a:r>
              <a:rPr lang="en-US" b="1" dirty="0">
                <a:solidFill>
                  <a:srgbClr val="000066"/>
                </a:solidFill>
                <a:sym typeface="Symbol" pitchFamily="18" charset="2"/>
              </a:rPr>
              <a:t>p</a:t>
            </a:r>
            <a:r>
              <a:rPr lang="en-US" b="1" dirty="0"/>
              <a:t> = .08</a:t>
            </a:r>
            <a:r>
              <a:rPr lang="en-US" b="1" dirty="0">
                <a:latin typeface="Times New Roman" pitchFamily="18" charset="0"/>
              </a:rPr>
              <a:t>    </a:t>
            </a:r>
            <a:r>
              <a:rPr lang="en-US" b="1" dirty="0"/>
              <a:t>H</a:t>
            </a:r>
            <a:r>
              <a:rPr lang="en-US" b="1" baseline="-25000" dirty="0"/>
              <a:t>A</a:t>
            </a:r>
            <a:r>
              <a:rPr lang="en-US" b="1" dirty="0"/>
              <a:t>: </a:t>
            </a:r>
            <a:r>
              <a:rPr lang="en-US" b="1" dirty="0">
                <a:solidFill>
                  <a:srgbClr val="000066"/>
                </a:solidFill>
                <a:sym typeface="Symbol" pitchFamily="18" charset="2"/>
              </a:rPr>
              <a:t>p</a:t>
            </a:r>
            <a:r>
              <a:rPr lang="en-US" b="1" dirty="0">
                <a:latin typeface="Times New Roman" pitchFamily="18" charset="0"/>
              </a:rPr>
              <a:t> </a:t>
            </a:r>
            <a:r>
              <a:rPr lang="en-US" b="1" dirty="0">
                <a:latin typeface="Symbol" pitchFamily="18" charset="2"/>
              </a:rPr>
              <a:t>¹</a:t>
            </a:r>
            <a:r>
              <a:rPr lang="en-US" b="1" dirty="0">
                <a:latin typeface="Times New Roman" pitchFamily="18" charset="0"/>
              </a:rPr>
              <a:t> </a:t>
            </a:r>
            <a:r>
              <a:rPr lang="en-US" b="1" dirty="0"/>
              <a:t>.</a:t>
            </a:r>
            <a:r>
              <a:rPr lang="en-US" b="1" dirty="0" smtClean="0"/>
              <a:t>08 with </a:t>
            </a:r>
            <a:r>
              <a:rPr lang="en-US" b="1" dirty="0" smtClean="0">
                <a:sym typeface="Mathematica1"/>
              </a:rPr>
              <a:t> = .05</a:t>
            </a:r>
            <a:endParaRPr lang="en-US" b="1" dirty="0" smtClean="0"/>
          </a:p>
        </p:txBody>
      </p:sp>
      <p:graphicFrame>
        <p:nvGraphicFramePr>
          <p:cNvPr id="26653" name="Object 3"/>
          <p:cNvGraphicFramePr>
            <a:graphicFrameLocks noChangeAspect="1"/>
          </p:cNvGraphicFramePr>
          <p:nvPr>
            <p:extLst>
              <p:ext uri="{D42A27DB-BD31-4B8C-83A1-F6EECF244321}">
                <p14:modId xmlns:p14="http://schemas.microsoft.com/office/powerpoint/2010/main" val="3891356490"/>
              </p:ext>
            </p:extLst>
          </p:nvPr>
        </p:nvGraphicFramePr>
        <p:xfrm>
          <a:off x="361950" y="533400"/>
          <a:ext cx="3541713" cy="762000"/>
        </p:xfrm>
        <a:graphic>
          <a:graphicData uri="http://schemas.openxmlformats.org/presentationml/2006/ole">
            <mc:AlternateContent xmlns:mc="http://schemas.openxmlformats.org/markup-compatibility/2006">
              <mc:Choice xmlns:v="urn:schemas-microsoft-com:vml" Requires="v">
                <p:oleObj spid="_x0000_s71705" name="Equation" r:id="rId4" imgW="1828800" imgH="393480" progId="Equation.DSMT4">
                  <p:embed/>
                </p:oleObj>
              </mc:Choice>
              <mc:Fallback>
                <p:oleObj name="Equation" r:id="rId4" imgW="1828800" imgH="393480" progId="Equation.DSMT4">
                  <p:embed/>
                  <p:pic>
                    <p:nvPicPr>
                      <p:cNvPr id="0" name=""/>
                      <p:cNvPicPr>
                        <a:picLocks noChangeAspect="1" noChangeArrowheads="1"/>
                      </p:cNvPicPr>
                      <p:nvPr/>
                    </p:nvPicPr>
                    <p:blipFill>
                      <a:blip r:embed="rId5"/>
                      <a:srcRect/>
                      <a:stretch>
                        <a:fillRect/>
                      </a:stretch>
                    </p:blipFill>
                    <p:spPr bwMode="auto">
                      <a:xfrm>
                        <a:off x="361950" y="533400"/>
                        <a:ext cx="3541713"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 name="Object 2"/>
          <p:cNvGraphicFramePr>
            <a:graphicFrameLocks noChangeAspect="1"/>
          </p:cNvGraphicFramePr>
          <p:nvPr>
            <p:extLst>
              <p:ext uri="{D42A27DB-BD31-4B8C-83A1-F6EECF244321}">
                <p14:modId xmlns:p14="http://schemas.microsoft.com/office/powerpoint/2010/main" val="1413147939"/>
              </p:ext>
            </p:extLst>
          </p:nvPr>
        </p:nvGraphicFramePr>
        <p:xfrm>
          <a:off x="4038599" y="304800"/>
          <a:ext cx="4369227" cy="1571857"/>
        </p:xfrm>
        <a:graphic>
          <a:graphicData uri="http://schemas.openxmlformats.org/presentationml/2006/ole">
            <mc:AlternateContent xmlns:mc="http://schemas.openxmlformats.org/markup-compatibility/2006">
              <mc:Choice xmlns:v="urn:schemas-microsoft-com:vml" Requires="v">
                <p:oleObj spid="_x0000_s71706" name="Equation" r:id="rId6" imgW="2082600" imgH="749160" progId="Equation.DSMT4">
                  <p:embed/>
                </p:oleObj>
              </mc:Choice>
              <mc:Fallback>
                <p:oleObj name="Equation" r:id="rId6" imgW="2082600" imgH="749160" progId="Equation.DSMT4">
                  <p:embed/>
                  <p:pic>
                    <p:nvPicPr>
                      <p:cNvPr id="0" name=""/>
                      <p:cNvPicPr/>
                      <p:nvPr/>
                    </p:nvPicPr>
                    <p:blipFill>
                      <a:blip r:embed="rId7"/>
                      <a:stretch>
                        <a:fillRect/>
                      </a:stretch>
                    </p:blipFill>
                    <p:spPr>
                      <a:xfrm>
                        <a:off x="4038599" y="304800"/>
                        <a:ext cx="4369227" cy="1571857"/>
                      </a:xfrm>
                      <a:prstGeom prst="rect">
                        <a:avLst/>
                      </a:prstGeom>
                      <a:solidFill>
                        <a:srgbClr val="FFFF66"/>
                      </a:solidFill>
                    </p:spPr>
                  </p:pic>
                </p:oleObj>
              </mc:Fallback>
            </mc:AlternateContent>
          </a:graphicData>
        </a:graphic>
      </p:graphicFrame>
      <p:sp>
        <p:nvSpPr>
          <p:cNvPr id="4" name="TextBox 3"/>
          <p:cNvSpPr txBox="1"/>
          <p:nvPr/>
        </p:nvSpPr>
        <p:spPr>
          <a:xfrm>
            <a:off x="762000" y="3505200"/>
            <a:ext cx="8001000" cy="1200329"/>
          </a:xfrm>
          <a:prstGeom prst="rect">
            <a:avLst/>
          </a:prstGeom>
          <a:solidFill>
            <a:srgbClr val="FFFF00"/>
          </a:solidFill>
          <a:ln w="12700">
            <a:solidFill>
              <a:schemeClr val="tx1"/>
            </a:solidFill>
          </a:ln>
        </p:spPr>
        <p:txBody>
          <a:bodyPr wrap="square" rtlCol="0">
            <a:spAutoFit/>
          </a:bodyPr>
          <a:lstStyle/>
          <a:p>
            <a:r>
              <a:rPr lang="en-US" dirty="0" smtClean="0"/>
              <a:t>The 95% confidence interval (.031, .069) gives the values of p</a:t>
            </a:r>
            <a:r>
              <a:rPr lang="en-US" baseline="-25000" dirty="0" smtClean="0"/>
              <a:t>0</a:t>
            </a:r>
            <a:r>
              <a:rPr lang="en-US" dirty="0" smtClean="0"/>
              <a:t> for which a 2-tailed hypothesis test</a:t>
            </a:r>
          </a:p>
          <a:p>
            <a:r>
              <a:rPr lang="en-US" dirty="0" smtClean="0"/>
              <a:t>H</a:t>
            </a:r>
            <a:r>
              <a:rPr lang="en-US" baseline="-25000" dirty="0" smtClean="0"/>
              <a:t>0</a:t>
            </a:r>
            <a:r>
              <a:rPr lang="en-US" dirty="0" smtClean="0"/>
              <a:t>: p = p</a:t>
            </a:r>
            <a:r>
              <a:rPr lang="en-US" baseline="-25000" dirty="0" smtClean="0"/>
              <a:t>0</a:t>
            </a:r>
            <a:r>
              <a:rPr lang="en-US" dirty="0" smtClean="0"/>
              <a:t> ,  H</a:t>
            </a:r>
            <a:r>
              <a:rPr lang="en-US" baseline="-25000" dirty="0" smtClean="0"/>
              <a:t>A</a:t>
            </a:r>
            <a:r>
              <a:rPr lang="en-US" dirty="0" smtClean="0"/>
              <a:t>: </a:t>
            </a:r>
            <a:r>
              <a:rPr lang="en-US" dirty="0" smtClean="0">
                <a:solidFill>
                  <a:srgbClr val="000066"/>
                </a:solidFill>
                <a:sym typeface="Symbol" pitchFamily="18" charset="2"/>
              </a:rPr>
              <a:t>p</a:t>
            </a:r>
            <a:r>
              <a:rPr lang="en-US" dirty="0" smtClean="0">
                <a:latin typeface="Times New Roman" pitchFamily="18" charset="0"/>
              </a:rPr>
              <a:t> </a:t>
            </a:r>
            <a:r>
              <a:rPr lang="en-US" dirty="0" smtClean="0">
                <a:latin typeface="Symbol" pitchFamily="18" charset="2"/>
              </a:rPr>
              <a:t>¹</a:t>
            </a:r>
            <a:r>
              <a:rPr lang="en-US" dirty="0" smtClean="0">
                <a:latin typeface="Times New Roman" pitchFamily="18" charset="0"/>
              </a:rPr>
              <a:t> </a:t>
            </a:r>
            <a:r>
              <a:rPr lang="en-US" dirty="0" smtClean="0"/>
              <a:t>p</a:t>
            </a:r>
            <a:r>
              <a:rPr lang="en-US" baseline="-25000" dirty="0" smtClean="0"/>
              <a:t>0</a:t>
            </a:r>
            <a:r>
              <a:rPr lang="en-US" dirty="0" smtClean="0">
                <a:latin typeface="Times New Roman" pitchFamily="18" charset="0"/>
              </a:rPr>
              <a:t> </a:t>
            </a:r>
            <a:r>
              <a:rPr lang="en-US" dirty="0" smtClean="0">
                <a:latin typeface="Arial" pitchFamily="34" charset="0"/>
                <a:cs typeface="Arial" pitchFamily="34" charset="0"/>
              </a:rPr>
              <a:t>at </a:t>
            </a:r>
            <a:r>
              <a:rPr lang="en-US" dirty="0" smtClean="0">
                <a:latin typeface="Arial" pitchFamily="34" charset="0"/>
                <a:cs typeface="Arial" pitchFamily="34" charset="0"/>
                <a:sym typeface="Mathematica1"/>
              </a:rPr>
              <a:t> =.05</a:t>
            </a:r>
            <a:r>
              <a:rPr lang="en-US" dirty="0" smtClean="0">
                <a:latin typeface="Times New Roman" pitchFamily="18" charset="0"/>
              </a:rPr>
              <a:t> </a:t>
            </a:r>
            <a:r>
              <a:rPr lang="en-US" dirty="0" smtClean="0">
                <a:latin typeface="Arial" pitchFamily="34" charset="0"/>
                <a:cs typeface="Arial" pitchFamily="34" charset="0"/>
              </a:rPr>
              <a:t>will NOT reject </a:t>
            </a:r>
            <a:r>
              <a:rPr lang="en-US" dirty="0" smtClean="0"/>
              <a:t>H</a:t>
            </a:r>
            <a:r>
              <a:rPr lang="en-US" baseline="-25000" dirty="0" smtClean="0"/>
              <a:t>0</a:t>
            </a:r>
            <a:r>
              <a:rPr lang="en-US" dirty="0" smtClean="0"/>
              <a:t>: p = p</a:t>
            </a:r>
            <a:r>
              <a:rPr lang="en-US" baseline="-25000" dirty="0" smtClean="0"/>
              <a:t>0</a:t>
            </a:r>
            <a:r>
              <a:rPr lang="en-US" dirty="0" smtClean="0"/>
              <a:t> </a:t>
            </a:r>
            <a:endParaRPr lang="en-US" dirty="0">
              <a:latin typeface="Arial" pitchFamily="34" charset="0"/>
              <a:cs typeface="Arial" pitchFamily="34" charset="0"/>
            </a:endParaRPr>
          </a:p>
        </p:txBody>
      </p:sp>
    </p:spTree>
    <p:custDataLst>
      <p:tags r:id="rId2"/>
    </p:custDataLst>
    <p:extLst>
      <p:ext uri="{BB962C8B-B14F-4D97-AF65-F5344CB8AC3E}">
        <p14:creationId xmlns:p14="http://schemas.microsoft.com/office/powerpoint/2010/main" val="3026164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26653"/>
                                        </p:tgtEl>
                                        <p:attrNameLst>
                                          <p:attrName>style.visibility</p:attrName>
                                        </p:attrNameLst>
                                      </p:cBhvr>
                                      <p:to>
                                        <p:strVal val="visible"/>
                                      </p:to>
                                    </p:set>
                                    <p:anim calcmode="lin" valueType="num">
                                      <p:cBhvr additive="base">
                                        <p:cTn id="7" dur="500" fill="hold"/>
                                        <p:tgtEl>
                                          <p:spTgt spid="26653"/>
                                        </p:tgtEl>
                                        <p:attrNameLst>
                                          <p:attrName>ppt_x</p:attrName>
                                        </p:attrNameLst>
                                      </p:cBhvr>
                                      <p:tavLst>
                                        <p:tav tm="0">
                                          <p:val>
                                            <p:strVal val="#ppt_x"/>
                                          </p:val>
                                        </p:tav>
                                        <p:tav tm="100000">
                                          <p:val>
                                            <p:strVal val="#ppt_x"/>
                                          </p:val>
                                        </p:tav>
                                      </p:tavLst>
                                    </p:anim>
                                    <p:anim calcmode="lin" valueType="num">
                                      <p:cBhvr additive="base">
                                        <p:cTn id="8" dur="500" fill="hold"/>
                                        <p:tgtEl>
                                          <p:spTgt spid="2665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p:cNvSpPr>
            <a:spLocks noGrp="1" noChangeArrowheads="1"/>
          </p:cNvSpPr>
          <p:nvPr>
            <p:ph type="title"/>
          </p:nvPr>
        </p:nvSpPr>
        <p:spPr/>
        <p:txBody>
          <a:bodyPr/>
          <a:lstStyle/>
          <a:p>
            <a:pPr eaLnBrk="1" hangingPunct="1">
              <a:defRPr/>
            </a:pPr>
            <a:r>
              <a:rPr lang="en-US" smtClean="0"/>
              <a:t>Making Errors</a:t>
            </a:r>
          </a:p>
        </p:txBody>
      </p:sp>
      <p:sp>
        <p:nvSpPr>
          <p:cNvPr id="25603" name="Rectangle 3"/>
          <p:cNvSpPr>
            <a:spLocks noGrp="1" noChangeArrowheads="1"/>
          </p:cNvSpPr>
          <p:nvPr>
            <p:ph type="body" idx="1"/>
          </p:nvPr>
        </p:nvSpPr>
        <p:spPr/>
        <p:txBody>
          <a:bodyPr/>
          <a:lstStyle/>
          <a:p>
            <a:pPr marL="812800" indent="-812800" eaLnBrk="1" hangingPunct="1">
              <a:lnSpc>
                <a:spcPct val="90000"/>
              </a:lnSpc>
            </a:pPr>
            <a:r>
              <a:rPr lang="en-US" smtClean="0"/>
              <a:t>Here’s some shocking news for you: nobody’s perfect. Even with lots of evidence we can still make the wrong decision.</a:t>
            </a:r>
          </a:p>
          <a:p>
            <a:pPr marL="812800" indent="-812800" eaLnBrk="1" hangingPunct="1">
              <a:lnSpc>
                <a:spcPct val="90000"/>
              </a:lnSpc>
            </a:pPr>
            <a:r>
              <a:rPr lang="en-US" smtClean="0"/>
              <a:t>When we perform a hypothesis test, we can make mistakes in </a:t>
            </a:r>
            <a:r>
              <a:rPr lang="en-US" i="1" smtClean="0"/>
              <a:t>two</a:t>
            </a:r>
            <a:r>
              <a:rPr lang="en-US" smtClean="0"/>
              <a:t> ways:</a:t>
            </a:r>
          </a:p>
          <a:p>
            <a:pPr marL="1168400" lvl="1" indent="-711200" eaLnBrk="1" hangingPunct="1">
              <a:lnSpc>
                <a:spcPct val="90000"/>
              </a:lnSpc>
              <a:buClr>
                <a:schemeClr val="tx1"/>
              </a:buClr>
              <a:buSzPct val="90000"/>
              <a:buFontTx/>
              <a:buAutoNum type="romanUcPeriod"/>
            </a:pPr>
            <a:r>
              <a:rPr lang="en-US" smtClean="0"/>
              <a:t>The null hypothesis is true, but we mistakenly reject it. </a:t>
            </a:r>
            <a:r>
              <a:rPr lang="en-US" smtClean="0">
                <a:solidFill>
                  <a:schemeClr val="hlink"/>
                </a:solidFill>
              </a:rPr>
              <a:t>(Type I error)</a:t>
            </a:r>
          </a:p>
          <a:p>
            <a:pPr marL="1168400" lvl="1" indent="-711200" eaLnBrk="1" hangingPunct="1">
              <a:lnSpc>
                <a:spcPct val="90000"/>
              </a:lnSpc>
              <a:buClr>
                <a:schemeClr val="tx1"/>
              </a:buClr>
              <a:buSzPct val="90000"/>
              <a:buFontTx/>
              <a:buAutoNum type="romanUcPeriod"/>
            </a:pPr>
            <a:r>
              <a:rPr lang="en-US" smtClean="0"/>
              <a:t>The null hypothesis is false, but we fail to reject it. </a:t>
            </a:r>
            <a:r>
              <a:rPr lang="en-US" smtClean="0">
                <a:solidFill>
                  <a:schemeClr val="hlink"/>
                </a:solidFill>
              </a:rPr>
              <a:t>(Type II error)</a:t>
            </a:r>
          </a:p>
        </p:txBody>
      </p:sp>
    </p:spTree>
  </p:cSld>
  <p:clrMapOvr>
    <a:masterClrMapping/>
  </p:clrMapOvr>
  <p:transition spd="slow"/>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2"/>
          <p:cNvSpPr>
            <a:spLocks noGrp="1" noChangeArrowheads="1"/>
          </p:cNvSpPr>
          <p:nvPr>
            <p:ph type="title"/>
          </p:nvPr>
        </p:nvSpPr>
        <p:spPr>
          <a:xfrm>
            <a:off x="457200" y="152400"/>
            <a:ext cx="8229600" cy="990600"/>
          </a:xfrm>
        </p:spPr>
        <p:txBody>
          <a:bodyPr/>
          <a:lstStyle/>
          <a:p>
            <a:pPr eaLnBrk="1" hangingPunct="1">
              <a:defRPr/>
            </a:pPr>
            <a:r>
              <a:rPr lang="en-US" dirty="0" smtClean="0"/>
              <a:t>Making Errors (cont.)</a:t>
            </a:r>
          </a:p>
        </p:txBody>
      </p:sp>
      <p:sp>
        <p:nvSpPr>
          <p:cNvPr id="26627" name="Rectangle 3"/>
          <p:cNvSpPr>
            <a:spLocks noGrp="1" noChangeArrowheads="1"/>
          </p:cNvSpPr>
          <p:nvPr>
            <p:ph type="body" idx="1"/>
          </p:nvPr>
        </p:nvSpPr>
        <p:spPr>
          <a:xfrm>
            <a:off x="533400" y="1066800"/>
            <a:ext cx="8294688" cy="2133600"/>
          </a:xfrm>
        </p:spPr>
        <p:txBody>
          <a:bodyPr/>
          <a:lstStyle/>
          <a:p>
            <a:pPr marL="342900" indent="-342900" eaLnBrk="1" hangingPunct="1"/>
            <a:r>
              <a:rPr lang="en-US" smtClean="0"/>
              <a:t>Which type of error is more serious depends on the situation at hand. In other words, the gravity of the error is context dependent.</a:t>
            </a:r>
          </a:p>
          <a:p>
            <a:pPr marL="342900" indent="-342900" eaLnBrk="1" hangingPunct="1"/>
            <a:r>
              <a:rPr lang="en-US" smtClean="0"/>
              <a:t>Here’s an illustration of the four situations in a hypothesis test:</a:t>
            </a:r>
          </a:p>
        </p:txBody>
      </p:sp>
      <p:pic>
        <p:nvPicPr>
          <p:cNvPr id="26628" name="Picture 5" descr="Screen shot 2011-03-12 at 1.57.21 PM.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2971800"/>
            <a:ext cx="5308600" cy="29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p:txBody>
          <a:bodyPr/>
          <a:lstStyle/>
          <a:p>
            <a:pPr eaLnBrk="1" hangingPunct="1">
              <a:defRPr/>
            </a:pPr>
            <a:r>
              <a:rPr lang="en-US" dirty="0" smtClean="0"/>
              <a:t>Making Errors (cont.)</a:t>
            </a:r>
          </a:p>
        </p:txBody>
      </p:sp>
      <p:sp>
        <p:nvSpPr>
          <p:cNvPr id="27651" name="Rectangle 3"/>
          <p:cNvSpPr>
            <a:spLocks noGrp="1" noChangeArrowheads="1"/>
          </p:cNvSpPr>
          <p:nvPr>
            <p:ph type="body" idx="1"/>
          </p:nvPr>
        </p:nvSpPr>
        <p:spPr/>
        <p:txBody>
          <a:bodyPr/>
          <a:lstStyle/>
          <a:p>
            <a:pPr marL="342900" indent="-342900" eaLnBrk="1" hangingPunct="1"/>
            <a:r>
              <a:rPr lang="en-US" dirty="0" smtClean="0"/>
              <a:t>How often will a Type I error occur? </a:t>
            </a:r>
          </a:p>
          <a:p>
            <a:pPr marL="742950" lvl="1" indent="-285750" eaLnBrk="1" hangingPunct="1"/>
            <a:r>
              <a:rPr lang="en-US" dirty="0" smtClean="0">
                <a:solidFill>
                  <a:srgbClr val="FF0000"/>
                </a:solidFill>
              </a:rPr>
              <a:t>Since a Type I error is rejecting a true null hypothesis, the probability of a Type I error is our </a:t>
            </a:r>
            <a:r>
              <a:rPr lang="el-GR" i="1" dirty="0" smtClean="0">
                <a:solidFill>
                  <a:srgbClr val="FF0000"/>
                </a:solidFill>
                <a:latin typeface="Lucida Sans Unicode" pitchFamily="34" charset="0"/>
              </a:rPr>
              <a:t>α</a:t>
            </a:r>
            <a:r>
              <a:rPr lang="en-US" dirty="0" smtClean="0">
                <a:solidFill>
                  <a:srgbClr val="FF0000"/>
                </a:solidFill>
                <a:sym typeface="Symbol" pitchFamily="18" charset="2"/>
              </a:rPr>
              <a:t>  level.</a:t>
            </a:r>
          </a:p>
          <a:p>
            <a:pPr marL="342900" indent="-342900" eaLnBrk="1" hangingPunct="1"/>
            <a:r>
              <a:rPr lang="en-US" dirty="0" smtClean="0">
                <a:sym typeface="Symbol" pitchFamily="18" charset="2"/>
              </a:rPr>
              <a:t>When </a:t>
            </a:r>
            <a:r>
              <a:rPr lang="en-US" dirty="0" smtClean="0"/>
              <a:t>H</a:t>
            </a:r>
            <a:r>
              <a:rPr lang="en-US" baseline="-25000" dirty="0" smtClean="0"/>
              <a:t>0</a:t>
            </a:r>
            <a:r>
              <a:rPr lang="en-US" dirty="0" smtClean="0"/>
              <a:t> is false and we reject it, we have done the right thing.</a:t>
            </a:r>
          </a:p>
          <a:p>
            <a:pPr marL="742950" lvl="1" indent="-285750" eaLnBrk="1" hangingPunct="1"/>
            <a:r>
              <a:rPr lang="en-US" dirty="0" smtClean="0"/>
              <a:t>A test’s ability to detect a false hypothesis is called the </a:t>
            </a:r>
            <a:r>
              <a:rPr lang="en-US" dirty="0" smtClean="0">
                <a:solidFill>
                  <a:schemeClr val="hlink"/>
                </a:solidFill>
              </a:rPr>
              <a:t>power</a:t>
            </a:r>
            <a:r>
              <a:rPr lang="en-US" dirty="0" smtClean="0"/>
              <a:t> of the test.</a:t>
            </a:r>
          </a:p>
        </p:txBody>
      </p:sp>
    </p:spTree>
  </p:cSld>
  <p:clrMapOvr>
    <a:masterClrMapping/>
  </p:clrMapOvr>
  <p:transition spd="slow"/>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p:nvPr>
        </p:nvSpPr>
        <p:spPr/>
        <p:txBody>
          <a:bodyPr/>
          <a:lstStyle/>
          <a:p>
            <a:pPr eaLnBrk="1" hangingPunct="1">
              <a:defRPr/>
            </a:pPr>
            <a:r>
              <a:rPr lang="en-US" smtClean="0"/>
              <a:t>Making Errors (cont.)</a:t>
            </a:r>
          </a:p>
        </p:txBody>
      </p:sp>
      <p:sp>
        <p:nvSpPr>
          <p:cNvPr id="28675" name="Rectangle 3"/>
          <p:cNvSpPr>
            <a:spLocks noGrp="1" noChangeArrowheads="1"/>
          </p:cNvSpPr>
          <p:nvPr>
            <p:ph type="body" idx="1"/>
          </p:nvPr>
        </p:nvSpPr>
        <p:spPr/>
        <p:txBody>
          <a:bodyPr/>
          <a:lstStyle/>
          <a:p>
            <a:pPr marL="342900" indent="-342900" eaLnBrk="1" hangingPunct="1">
              <a:lnSpc>
                <a:spcPct val="90000"/>
              </a:lnSpc>
            </a:pPr>
            <a:r>
              <a:rPr lang="en-US" dirty="0" smtClean="0">
                <a:sym typeface="Symbol" pitchFamily="18" charset="2"/>
              </a:rPr>
              <a:t>When </a:t>
            </a:r>
            <a:r>
              <a:rPr lang="en-US" dirty="0" smtClean="0"/>
              <a:t>H</a:t>
            </a:r>
            <a:r>
              <a:rPr lang="en-US" baseline="-25000" dirty="0" smtClean="0"/>
              <a:t>0</a:t>
            </a:r>
            <a:r>
              <a:rPr lang="en-US" dirty="0" smtClean="0"/>
              <a:t> is false and we fail to reject it, we have made a </a:t>
            </a:r>
            <a:r>
              <a:rPr lang="en-US" dirty="0" smtClean="0">
                <a:solidFill>
                  <a:srgbClr val="FF0000"/>
                </a:solidFill>
              </a:rPr>
              <a:t>Type II error</a:t>
            </a:r>
            <a:r>
              <a:rPr lang="en-US" dirty="0" smtClean="0"/>
              <a:t>.</a:t>
            </a:r>
          </a:p>
          <a:p>
            <a:pPr marL="742950" lvl="1" indent="-285750" eaLnBrk="1" hangingPunct="1">
              <a:lnSpc>
                <a:spcPct val="90000"/>
              </a:lnSpc>
            </a:pPr>
            <a:r>
              <a:rPr lang="en-US" dirty="0" smtClean="0"/>
              <a:t>We assign the letter</a:t>
            </a:r>
            <a:r>
              <a:rPr lang="en-US" dirty="0" smtClean="0">
                <a:sym typeface="Symbol" pitchFamily="18" charset="2"/>
              </a:rPr>
              <a:t> </a:t>
            </a:r>
            <a:r>
              <a:rPr lang="el-GR" i="1" dirty="0" smtClean="0">
                <a:latin typeface="Lucida Sans Unicode" pitchFamily="34" charset="0"/>
              </a:rPr>
              <a:t>β</a:t>
            </a:r>
            <a:r>
              <a:rPr lang="en-US" dirty="0" smtClean="0">
                <a:sym typeface="Symbol" pitchFamily="18" charset="2"/>
              </a:rPr>
              <a:t> to the probability of this mistake.</a:t>
            </a:r>
          </a:p>
          <a:p>
            <a:pPr marL="742950" lvl="1" indent="-285750" eaLnBrk="1" hangingPunct="1">
              <a:lnSpc>
                <a:spcPct val="90000"/>
              </a:lnSpc>
            </a:pPr>
            <a:r>
              <a:rPr lang="en-US" dirty="0" smtClean="0"/>
              <a:t>It’s harder to assess the value of </a:t>
            </a:r>
            <a:r>
              <a:rPr lang="el-GR" i="1" dirty="0" smtClean="0">
                <a:latin typeface="Lucida Sans Unicode" pitchFamily="34" charset="0"/>
              </a:rPr>
              <a:t>β</a:t>
            </a:r>
            <a:r>
              <a:rPr lang="en-US" dirty="0" smtClean="0">
                <a:sym typeface="Symbol" pitchFamily="18" charset="2"/>
              </a:rPr>
              <a:t> because we don’t know what the value of the parameter really is.</a:t>
            </a:r>
          </a:p>
          <a:p>
            <a:pPr marL="742950" lvl="1" indent="-285750" eaLnBrk="1" hangingPunct="1">
              <a:lnSpc>
                <a:spcPct val="90000"/>
              </a:lnSpc>
            </a:pPr>
            <a:r>
              <a:rPr lang="en-US" dirty="0" smtClean="0">
                <a:sym typeface="Symbol" pitchFamily="18" charset="2"/>
              </a:rPr>
              <a:t>There is no single value for </a:t>
            </a:r>
            <a:r>
              <a:rPr lang="el-GR" i="1" dirty="0" smtClean="0">
                <a:latin typeface="Lucida Sans Unicode" pitchFamily="34" charset="0"/>
              </a:rPr>
              <a:t>β</a:t>
            </a:r>
            <a:r>
              <a:rPr lang="en-US" dirty="0" smtClean="0">
                <a:sym typeface="Symbol" pitchFamily="18" charset="2"/>
              </a:rPr>
              <a:t>--we can think of a whole collection of </a:t>
            </a:r>
            <a:r>
              <a:rPr lang="el-GR" i="1" dirty="0" smtClean="0">
                <a:latin typeface="Lucida Sans Unicode" pitchFamily="34" charset="0"/>
              </a:rPr>
              <a:t>β</a:t>
            </a:r>
            <a:r>
              <a:rPr lang="en-US" dirty="0" smtClean="0">
                <a:sym typeface="Symbol" pitchFamily="18" charset="2"/>
              </a:rPr>
              <a:t>’s, one for each incorrect parameter value.</a:t>
            </a:r>
          </a:p>
        </p:txBody>
      </p:sp>
    </p:spTree>
  </p:cSld>
  <p:clrMapOvr>
    <a:masterClrMapping/>
  </p:clrMapOvr>
  <p:transition spd="slow"/>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2"/>
          <p:cNvSpPr>
            <a:spLocks noGrp="1" noChangeArrowheads="1"/>
          </p:cNvSpPr>
          <p:nvPr>
            <p:ph type="title"/>
          </p:nvPr>
        </p:nvSpPr>
        <p:spPr/>
        <p:txBody>
          <a:bodyPr/>
          <a:lstStyle/>
          <a:p>
            <a:pPr eaLnBrk="1" hangingPunct="1">
              <a:defRPr/>
            </a:pPr>
            <a:r>
              <a:rPr lang="en-US" smtClean="0"/>
              <a:t>Making Errors (cont.)</a:t>
            </a:r>
          </a:p>
        </p:txBody>
      </p:sp>
      <p:sp>
        <p:nvSpPr>
          <p:cNvPr id="29699" name="Rectangle 3"/>
          <p:cNvSpPr>
            <a:spLocks noGrp="1" noChangeArrowheads="1"/>
          </p:cNvSpPr>
          <p:nvPr>
            <p:ph type="body" idx="1"/>
          </p:nvPr>
        </p:nvSpPr>
        <p:spPr>
          <a:xfrm>
            <a:off x="544513" y="1371600"/>
            <a:ext cx="8294687" cy="4724400"/>
          </a:xfrm>
        </p:spPr>
        <p:txBody>
          <a:bodyPr/>
          <a:lstStyle/>
          <a:p>
            <a:pPr marL="342900" indent="-342900" eaLnBrk="1" hangingPunct="1">
              <a:lnSpc>
                <a:spcPct val="90000"/>
              </a:lnSpc>
            </a:pPr>
            <a:r>
              <a:rPr lang="en-US" smtClean="0"/>
              <a:t>One way to focus our attention on a particular </a:t>
            </a:r>
            <a:r>
              <a:rPr lang="el-GR" i="1" smtClean="0">
                <a:latin typeface="Lucida Sans Unicode" pitchFamily="34" charset="0"/>
              </a:rPr>
              <a:t>β</a:t>
            </a:r>
            <a:r>
              <a:rPr lang="en-US" smtClean="0">
                <a:sym typeface="Symbol" pitchFamily="18" charset="2"/>
              </a:rPr>
              <a:t>  is to think about</a:t>
            </a:r>
            <a:r>
              <a:rPr lang="en-US" smtClean="0"/>
              <a:t> the </a:t>
            </a:r>
            <a:r>
              <a:rPr lang="en-US" smtClean="0">
                <a:solidFill>
                  <a:schemeClr val="hlink"/>
                </a:solidFill>
              </a:rPr>
              <a:t>effect size</a:t>
            </a:r>
            <a:r>
              <a:rPr lang="en-US" smtClean="0"/>
              <a:t>. </a:t>
            </a:r>
          </a:p>
          <a:p>
            <a:pPr marL="742950" lvl="1" indent="-285750" eaLnBrk="1" hangingPunct="1">
              <a:lnSpc>
                <a:spcPct val="90000"/>
              </a:lnSpc>
            </a:pPr>
            <a:r>
              <a:rPr lang="en-US" smtClean="0"/>
              <a:t>Ask “</a:t>
            </a:r>
            <a:r>
              <a:rPr lang="en-US" i="1" smtClean="0"/>
              <a:t>How big a difference would matter?</a:t>
            </a:r>
            <a:r>
              <a:rPr lang="en-US" smtClean="0"/>
              <a:t>”</a:t>
            </a:r>
          </a:p>
          <a:p>
            <a:pPr marL="342900" indent="-342900" eaLnBrk="1" hangingPunct="1">
              <a:lnSpc>
                <a:spcPct val="90000"/>
              </a:lnSpc>
            </a:pPr>
            <a:r>
              <a:rPr lang="en-US" smtClean="0"/>
              <a:t>We could reduce </a:t>
            </a:r>
            <a:r>
              <a:rPr lang="el-GR" i="1" smtClean="0">
                <a:latin typeface="Lucida Sans Unicode" pitchFamily="34" charset="0"/>
              </a:rPr>
              <a:t>β</a:t>
            </a:r>
            <a:r>
              <a:rPr lang="en-US" smtClean="0">
                <a:sym typeface="Symbol" pitchFamily="18" charset="2"/>
              </a:rPr>
              <a:t> for </a:t>
            </a:r>
            <a:r>
              <a:rPr lang="en-US" i="1" smtClean="0">
                <a:sym typeface="Symbol" pitchFamily="18" charset="2"/>
              </a:rPr>
              <a:t>all</a:t>
            </a:r>
            <a:r>
              <a:rPr lang="en-US" smtClean="0">
                <a:sym typeface="Symbol" pitchFamily="18" charset="2"/>
              </a:rPr>
              <a:t> alternative parameter values by increasing </a:t>
            </a:r>
            <a:r>
              <a:rPr lang="el-GR" i="1" smtClean="0">
                <a:latin typeface="Lucida Sans Unicode" pitchFamily="34" charset="0"/>
              </a:rPr>
              <a:t>α</a:t>
            </a:r>
            <a:r>
              <a:rPr lang="en-US" smtClean="0">
                <a:sym typeface="Symbol" pitchFamily="18" charset="2"/>
              </a:rPr>
              <a:t>.</a:t>
            </a:r>
          </a:p>
          <a:p>
            <a:pPr marL="742950" lvl="1" indent="-285750" eaLnBrk="1" hangingPunct="1">
              <a:lnSpc>
                <a:spcPct val="90000"/>
              </a:lnSpc>
            </a:pPr>
            <a:r>
              <a:rPr lang="en-US" smtClean="0"/>
              <a:t>This would reduce </a:t>
            </a:r>
            <a:r>
              <a:rPr lang="el-GR" i="1" smtClean="0">
                <a:latin typeface="Lucida Sans Unicode" pitchFamily="34" charset="0"/>
              </a:rPr>
              <a:t>β</a:t>
            </a:r>
            <a:r>
              <a:rPr lang="en-US" smtClean="0">
                <a:sym typeface="Symbol" pitchFamily="18" charset="2"/>
              </a:rPr>
              <a:t> but increase the chance of a Type I error.</a:t>
            </a:r>
          </a:p>
          <a:p>
            <a:pPr marL="742950" lvl="1" indent="-285750" eaLnBrk="1" hangingPunct="1">
              <a:lnSpc>
                <a:spcPct val="90000"/>
              </a:lnSpc>
            </a:pPr>
            <a:r>
              <a:rPr lang="en-US" smtClean="0">
                <a:sym typeface="Symbol" pitchFamily="18" charset="2"/>
              </a:rPr>
              <a:t>This tension between Type I and Type II errors is inevitable.</a:t>
            </a:r>
          </a:p>
          <a:p>
            <a:pPr marL="342900" indent="-342900" eaLnBrk="1" hangingPunct="1">
              <a:lnSpc>
                <a:spcPct val="90000"/>
              </a:lnSpc>
            </a:pPr>
            <a:r>
              <a:rPr lang="en-US" smtClean="0"/>
              <a:t>The only way to reduce </a:t>
            </a:r>
            <a:r>
              <a:rPr lang="en-US" i="1" smtClean="0"/>
              <a:t>both</a:t>
            </a:r>
            <a:r>
              <a:rPr lang="en-US" smtClean="0"/>
              <a:t> types of errors is to collect more data. Otherwise, we just wind up trading off one kind of error against the other. </a:t>
            </a:r>
          </a:p>
        </p:txBody>
      </p:sp>
    </p:spTree>
  </p:cSld>
  <p:clrMapOvr>
    <a:masterClrMapping/>
  </p:clrMapOvr>
  <p:transition spd="slow"/>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Example</a:t>
            </a:r>
            <a:endParaRPr lang="en-US" dirty="0"/>
          </a:p>
        </p:txBody>
      </p:sp>
      <p:sp>
        <p:nvSpPr>
          <p:cNvPr id="3" name="Content Placeholder 2"/>
          <p:cNvSpPr>
            <a:spLocks noGrp="1"/>
          </p:cNvSpPr>
          <p:nvPr>
            <p:ph idx="1"/>
          </p:nvPr>
        </p:nvSpPr>
        <p:spPr/>
        <p:txBody>
          <a:bodyPr/>
          <a:lstStyle/>
          <a:p>
            <a:r>
              <a:rPr lang="en-US" b="0" dirty="0" smtClean="0"/>
              <a:t>The proportion of NCSU undergraduates with student loans historically has been approximately 35%.  The director of financial aid thinks this percentage has increased recently because of tuition increases.  A random sample of 225 students results in 81 that have student loans.</a:t>
            </a:r>
          </a:p>
          <a:p>
            <a:endParaRPr lang="en-US" b="0" dirty="0"/>
          </a:p>
          <a:p>
            <a:r>
              <a:rPr lang="en-US" b="0" dirty="0" smtClean="0"/>
              <a:t>Perform a hypothesis test to determine if the percentage of NCSU undergraduates with student loans has increased.  Use </a:t>
            </a:r>
            <a:r>
              <a:rPr lang="en-US" b="0" dirty="0" smtClean="0">
                <a:sym typeface="Mathematica1"/>
              </a:rPr>
              <a:t>=.05</a:t>
            </a:r>
            <a:endParaRPr lang="en-US" b="0" dirty="0"/>
          </a:p>
        </p:txBody>
      </p:sp>
    </p:spTree>
    <p:extLst>
      <p:ext uri="{BB962C8B-B14F-4D97-AF65-F5344CB8AC3E}">
        <p14:creationId xmlns:p14="http://schemas.microsoft.com/office/powerpoint/2010/main" val="134539519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15962"/>
          </a:xfrm>
        </p:spPr>
        <p:txBody>
          <a:bodyPr>
            <a:normAutofit fontScale="90000"/>
          </a:bodyPr>
          <a:lstStyle/>
          <a:p>
            <a:pPr algn="ctr"/>
            <a:r>
              <a:rPr lang="en-US" dirty="0" smtClean="0"/>
              <a:t>Solution</a:t>
            </a:r>
            <a:endParaRPr lang="en-US" dirty="0"/>
          </a:p>
        </p:txBody>
      </p:sp>
      <p:graphicFrame>
        <p:nvGraphicFramePr>
          <p:cNvPr id="3" name="Object 2"/>
          <p:cNvGraphicFramePr>
            <a:graphicFrameLocks noChangeAspect="1"/>
          </p:cNvGraphicFramePr>
          <p:nvPr>
            <p:extLst>
              <p:ext uri="{D42A27DB-BD31-4B8C-83A1-F6EECF244321}">
                <p14:modId xmlns:p14="http://schemas.microsoft.com/office/powerpoint/2010/main" val="246578835"/>
              </p:ext>
            </p:extLst>
          </p:nvPr>
        </p:nvGraphicFramePr>
        <p:xfrm>
          <a:off x="914400" y="762000"/>
          <a:ext cx="7337425" cy="1919288"/>
        </p:xfrm>
        <a:graphic>
          <a:graphicData uri="http://schemas.openxmlformats.org/presentationml/2006/ole">
            <mc:AlternateContent xmlns:mc="http://schemas.openxmlformats.org/markup-compatibility/2006">
              <mc:Choice xmlns:v="urn:schemas-microsoft-com:vml" Requires="v">
                <p:oleObj spid="_x0000_s72714" name="Equation" r:id="rId3" imgW="4076640" imgH="1155600" progId="Equation.DSMT4">
                  <p:embed/>
                </p:oleObj>
              </mc:Choice>
              <mc:Fallback>
                <p:oleObj name="Equation" r:id="rId3" imgW="4076640" imgH="1155600" progId="Equation.DSMT4">
                  <p:embed/>
                  <p:pic>
                    <p:nvPicPr>
                      <p:cNvPr id="0" name=""/>
                      <p:cNvPicPr/>
                      <p:nvPr/>
                    </p:nvPicPr>
                    <p:blipFill>
                      <a:blip r:embed="rId4"/>
                      <a:stretch>
                        <a:fillRect/>
                      </a:stretch>
                    </p:blipFill>
                    <p:spPr>
                      <a:xfrm>
                        <a:off x="914400" y="762000"/>
                        <a:ext cx="7337425" cy="1919288"/>
                      </a:xfrm>
                      <a:prstGeom prst="rect">
                        <a:avLst/>
                      </a:prstGeom>
                      <a:solidFill>
                        <a:srgbClr val="FFFF66"/>
                      </a:solidFill>
                    </p:spPr>
                  </p:pic>
                </p:oleObj>
              </mc:Fallback>
            </mc:AlternateContent>
          </a:graphicData>
        </a:graphic>
      </p:graphicFrame>
      <p:sp>
        <p:nvSpPr>
          <p:cNvPr id="4" name="TextBox 3"/>
          <p:cNvSpPr txBox="1"/>
          <p:nvPr/>
        </p:nvSpPr>
        <p:spPr>
          <a:xfrm>
            <a:off x="914400" y="2819400"/>
            <a:ext cx="7162800" cy="1938992"/>
          </a:xfrm>
          <a:prstGeom prst="rect">
            <a:avLst/>
          </a:prstGeom>
          <a:solidFill>
            <a:srgbClr val="FFD85D"/>
          </a:solidFill>
        </p:spPr>
        <p:txBody>
          <a:bodyPr wrap="square" rtlCol="0">
            <a:spAutoFit/>
          </a:bodyPr>
          <a:lstStyle/>
          <a:p>
            <a:r>
              <a:rPr lang="en-US" b="1" dirty="0" smtClean="0"/>
              <a:t>Conclusion</a:t>
            </a:r>
            <a:r>
              <a:rPr lang="en-US" dirty="0" smtClean="0"/>
              <a:t>: since the value of the test statistic is not in the rejection region, we DO NOT reject</a:t>
            </a:r>
          </a:p>
          <a:p>
            <a:r>
              <a:rPr lang="en-US" dirty="0" smtClean="0"/>
              <a:t>H</a:t>
            </a:r>
            <a:r>
              <a:rPr lang="en-US" baseline="-25000" dirty="0" smtClean="0"/>
              <a:t>0</a:t>
            </a:r>
            <a:r>
              <a:rPr lang="en-US" dirty="0" smtClean="0"/>
              <a:t>: p=.35.  There is insufficient evidence to conclude that the proportion of NCSU undergrads with student loans has increased.</a:t>
            </a:r>
            <a:endParaRPr lang="en-US" b="1" dirty="0"/>
          </a:p>
        </p:txBody>
      </p:sp>
      <p:sp>
        <p:nvSpPr>
          <p:cNvPr id="5" name="TextBox 4"/>
          <p:cNvSpPr txBox="1"/>
          <p:nvPr/>
        </p:nvSpPr>
        <p:spPr>
          <a:xfrm>
            <a:off x="1066800" y="4948235"/>
            <a:ext cx="5638800" cy="461665"/>
          </a:xfrm>
          <a:prstGeom prst="rect">
            <a:avLst/>
          </a:prstGeom>
          <a:solidFill>
            <a:schemeClr val="accent1">
              <a:lumMod val="60000"/>
              <a:lumOff val="40000"/>
            </a:schemeClr>
          </a:solidFill>
        </p:spPr>
        <p:txBody>
          <a:bodyPr wrap="square" rtlCol="0">
            <a:spAutoFit/>
          </a:bodyPr>
          <a:lstStyle/>
          <a:p>
            <a:r>
              <a:rPr lang="en-US" dirty="0" smtClean="0"/>
              <a:t>What type of error might we be making?</a:t>
            </a:r>
            <a:endParaRPr lang="en-US" dirty="0"/>
          </a:p>
        </p:txBody>
      </p:sp>
      <p:sp>
        <p:nvSpPr>
          <p:cNvPr id="6" name="TextBox 5"/>
          <p:cNvSpPr txBox="1"/>
          <p:nvPr/>
        </p:nvSpPr>
        <p:spPr>
          <a:xfrm>
            <a:off x="6705600" y="4948236"/>
            <a:ext cx="1219200" cy="461665"/>
          </a:xfrm>
          <a:prstGeom prst="rect">
            <a:avLst/>
          </a:prstGeom>
          <a:noFill/>
        </p:spPr>
        <p:txBody>
          <a:bodyPr wrap="square" rtlCol="0">
            <a:spAutoFit/>
          </a:bodyPr>
          <a:lstStyle/>
          <a:p>
            <a:r>
              <a:rPr lang="en-US" b="1" dirty="0" smtClean="0">
                <a:solidFill>
                  <a:srgbClr val="FF0000"/>
                </a:solidFill>
              </a:rPr>
              <a:t>Type II</a:t>
            </a:r>
            <a:endParaRPr lang="en-US" b="1" dirty="0">
              <a:solidFill>
                <a:srgbClr val="FF0000"/>
              </a:solidFill>
            </a:endParaRPr>
          </a:p>
        </p:txBody>
      </p:sp>
      <p:sp>
        <p:nvSpPr>
          <p:cNvPr id="7" name="TextBox 6"/>
          <p:cNvSpPr txBox="1"/>
          <p:nvPr/>
        </p:nvSpPr>
        <p:spPr>
          <a:xfrm>
            <a:off x="457200" y="5414665"/>
            <a:ext cx="7239000" cy="461665"/>
          </a:xfrm>
          <a:prstGeom prst="rect">
            <a:avLst/>
          </a:prstGeom>
          <a:solidFill>
            <a:schemeClr val="accent1">
              <a:lumMod val="60000"/>
              <a:lumOff val="40000"/>
            </a:schemeClr>
          </a:solidFill>
        </p:spPr>
        <p:txBody>
          <a:bodyPr wrap="square" rtlCol="0">
            <a:spAutoFit/>
          </a:bodyPr>
          <a:lstStyle/>
          <a:p>
            <a:r>
              <a:rPr lang="en-US" dirty="0" smtClean="0"/>
              <a:t>What is the probability we are making a type I error?</a:t>
            </a:r>
            <a:endParaRPr lang="en-US" dirty="0"/>
          </a:p>
        </p:txBody>
      </p:sp>
      <p:sp>
        <p:nvSpPr>
          <p:cNvPr id="8" name="TextBox 7"/>
          <p:cNvSpPr txBox="1"/>
          <p:nvPr/>
        </p:nvSpPr>
        <p:spPr>
          <a:xfrm>
            <a:off x="7924800" y="5414665"/>
            <a:ext cx="533400" cy="461665"/>
          </a:xfrm>
          <a:prstGeom prst="rect">
            <a:avLst/>
          </a:prstGeom>
          <a:noFill/>
        </p:spPr>
        <p:txBody>
          <a:bodyPr wrap="square" rtlCol="0">
            <a:spAutoFit/>
          </a:bodyPr>
          <a:lstStyle/>
          <a:p>
            <a:r>
              <a:rPr lang="en-US" b="1" dirty="0" smtClean="0">
                <a:solidFill>
                  <a:srgbClr val="FF0000"/>
                </a:solidFill>
              </a:rPr>
              <a:t>0</a:t>
            </a:r>
            <a:endParaRPr lang="en-US" b="1" dirty="0">
              <a:solidFill>
                <a:srgbClr val="FF0000"/>
              </a:solidFill>
            </a:endParaRPr>
          </a:p>
        </p:txBody>
      </p:sp>
    </p:spTree>
    <p:extLst>
      <p:ext uri="{BB962C8B-B14F-4D97-AF65-F5344CB8AC3E}">
        <p14:creationId xmlns:p14="http://schemas.microsoft.com/office/powerpoint/2010/main" val="3272341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0-#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ppt_x</p:attrName>
                                        </p:attrNameLst>
                                      </p:cBhvr>
                                      <p:tavLst>
                                        <p:tav tm="0">
                                          <p:val>
                                            <p:strVal val="0-#ppt_w/2"/>
                                          </p:val>
                                        </p:tav>
                                        <p:tav tm="100000">
                                          <p:val>
                                            <p:strVal val="#ppt_x"/>
                                          </p:val>
                                        </p:tav>
                                      </p:tavLst>
                                    </p:anim>
                                    <p:anim calcmode="lin" valueType="num">
                                      <p:cBhvr additive="base">
                                        <p:cTn id="25"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additive="base">
                                        <p:cTn id="30" dur="500" fill="hold"/>
                                        <p:tgtEl>
                                          <p:spTgt spid="8"/>
                                        </p:tgtEl>
                                        <p:attrNameLst>
                                          <p:attrName>ppt_x</p:attrName>
                                        </p:attrNameLst>
                                      </p:cBhvr>
                                      <p:tavLst>
                                        <p:tav tm="0">
                                          <p:val>
                                            <p:strVal val="1+#ppt_w/2"/>
                                          </p:val>
                                        </p:tav>
                                        <p:tav tm="100000">
                                          <p:val>
                                            <p:strVal val="#ppt_x"/>
                                          </p:val>
                                        </p:tav>
                                      </p:tavLst>
                                    </p:anim>
                                    <p:anim calcmode="lin" valueType="num">
                                      <p:cBhvr additive="base">
                                        <p:cTn id="31"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animBg="1"/>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pPr algn="ctr"/>
            <a:r>
              <a:rPr lang="en-US" b="0" dirty="0" smtClean="0"/>
              <a:t>Solution (cont.)</a:t>
            </a:r>
            <a:endParaRPr lang="en-US" b="0" dirty="0"/>
          </a:p>
        </p:txBody>
      </p:sp>
      <p:sp>
        <p:nvSpPr>
          <p:cNvPr id="3" name="Content Placeholder 2"/>
          <p:cNvSpPr>
            <a:spLocks noGrp="1"/>
          </p:cNvSpPr>
          <p:nvPr>
            <p:ph idx="1"/>
          </p:nvPr>
        </p:nvSpPr>
        <p:spPr>
          <a:xfrm>
            <a:off x="457200" y="990600"/>
            <a:ext cx="8229600" cy="881062"/>
          </a:xfrm>
        </p:spPr>
        <p:txBody>
          <a:bodyPr/>
          <a:lstStyle/>
          <a:p>
            <a:r>
              <a:rPr lang="en-US" b="0" dirty="0" smtClean="0"/>
              <a:t>What is the probability of a type II error when the true value of </a:t>
            </a:r>
            <a:r>
              <a:rPr lang="en-US" b="0" i="1" dirty="0" smtClean="0"/>
              <a:t>p</a:t>
            </a:r>
            <a:r>
              <a:rPr lang="en-US" b="0" dirty="0" smtClean="0"/>
              <a:t> is .37?</a:t>
            </a:r>
            <a:endParaRPr lang="en-US" b="0" dirty="0"/>
          </a:p>
        </p:txBody>
      </p:sp>
      <p:graphicFrame>
        <p:nvGraphicFramePr>
          <p:cNvPr id="4" name="Object 3"/>
          <p:cNvGraphicFramePr>
            <a:graphicFrameLocks noChangeAspect="1"/>
          </p:cNvGraphicFramePr>
          <p:nvPr>
            <p:extLst>
              <p:ext uri="{D42A27DB-BD31-4B8C-83A1-F6EECF244321}">
                <p14:modId xmlns:p14="http://schemas.microsoft.com/office/powerpoint/2010/main" val="3780416086"/>
              </p:ext>
            </p:extLst>
          </p:nvPr>
        </p:nvGraphicFramePr>
        <p:xfrm>
          <a:off x="609600" y="1905000"/>
          <a:ext cx="7588250" cy="2447925"/>
        </p:xfrm>
        <a:graphic>
          <a:graphicData uri="http://schemas.openxmlformats.org/presentationml/2006/ole">
            <mc:AlternateContent xmlns:mc="http://schemas.openxmlformats.org/markup-compatibility/2006">
              <mc:Choice xmlns:v="urn:schemas-microsoft-com:vml" Requires="v">
                <p:oleObj spid="_x0000_s73738" name="Equation" r:id="rId3" imgW="4838400" imgH="1562040" progId="Equation.DSMT4">
                  <p:embed/>
                </p:oleObj>
              </mc:Choice>
              <mc:Fallback>
                <p:oleObj name="Equation" r:id="rId3" imgW="4838400" imgH="1562040" progId="Equation.DSMT4">
                  <p:embed/>
                  <p:pic>
                    <p:nvPicPr>
                      <p:cNvPr id="0" name=""/>
                      <p:cNvPicPr/>
                      <p:nvPr/>
                    </p:nvPicPr>
                    <p:blipFill>
                      <a:blip r:embed="rId4"/>
                      <a:stretch>
                        <a:fillRect/>
                      </a:stretch>
                    </p:blipFill>
                    <p:spPr>
                      <a:xfrm>
                        <a:off x="609600" y="1905000"/>
                        <a:ext cx="7588250" cy="2447925"/>
                      </a:xfrm>
                      <a:prstGeom prst="rect">
                        <a:avLst/>
                      </a:prstGeom>
                      <a:solidFill>
                        <a:srgbClr val="F5F95D"/>
                      </a:solidFill>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790167559"/>
              </p:ext>
            </p:extLst>
          </p:nvPr>
        </p:nvGraphicFramePr>
        <p:xfrm>
          <a:off x="457200" y="4540225"/>
          <a:ext cx="8458200" cy="1271853"/>
        </p:xfrm>
        <a:graphic>
          <a:graphicData uri="http://schemas.openxmlformats.org/presentationml/2006/ole">
            <mc:AlternateContent xmlns:mc="http://schemas.openxmlformats.org/markup-compatibility/2006">
              <mc:Choice xmlns:v="urn:schemas-microsoft-com:vml" Requires="v">
                <p:oleObj spid="_x0000_s73739" name="Equation" r:id="rId5" imgW="5219640" imgH="863280" progId="Equation.DSMT4">
                  <p:embed/>
                </p:oleObj>
              </mc:Choice>
              <mc:Fallback>
                <p:oleObj name="Equation" r:id="rId5" imgW="5219640" imgH="863280" progId="Equation.DSMT4">
                  <p:embed/>
                  <p:pic>
                    <p:nvPicPr>
                      <p:cNvPr id="0" name=""/>
                      <p:cNvPicPr/>
                      <p:nvPr/>
                    </p:nvPicPr>
                    <p:blipFill>
                      <a:blip r:embed="rId6"/>
                      <a:stretch>
                        <a:fillRect/>
                      </a:stretch>
                    </p:blipFill>
                    <p:spPr>
                      <a:xfrm>
                        <a:off x="457200" y="4540225"/>
                        <a:ext cx="8458200" cy="1271853"/>
                      </a:xfrm>
                      <a:prstGeom prst="rect">
                        <a:avLst/>
                      </a:prstGeom>
                      <a:solidFill>
                        <a:srgbClr val="FFCC66"/>
                      </a:solidFill>
                    </p:spPr>
                  </p:pic>
                </p:oleObj>
              </mc:Fallback>
            </mc:AlternateContent>
          </a:graphicData>
        </a:graphic>
      </p:graphicFrame>
    </p:spTree>
    <p:extLst>
      <p:ext uri="{BB962C8B-B14F-4D97-AF65-F5344CB8AC3E}">
        <p14:creationId xmlns:p14="http://schemas.microsoft.com/office/powerpoint/2010/main" val="166373199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2"/>
          <p:cNvSpPr>
            <a:spLocks noGrp="1" noChangeArrowheads="1"/>
          </p:cNvSpPr>
          <p:nvPr>
            <p:ph type="title"/>
          </p:nvPr>
        </p:nvSpPr>
        <p:spPr/>
        <p:txBody>
          <a:bodyPr/>
          <a:lstStyle/>
          <a:p>
            <a:pPr eaLnBrk="1" hangingPunct="1">
              <a:defRPr/>
            </a:pPr>
            <a:r>
              <a:rPr lang="en-US" smtClean="0"/>
              <a:t>Power</a:t>
            </a:r>
          </a:p>
        </p:txBody>
      </p:sp>
      <p:sp>
        <p:nvSpPr>
          <p:cNvPr id="30723" name="Rectangle 3"/>
          <p:cNvSpPr>
            <a:spLocks noGrp="1" noChangeArrowheads="1"/>
          </p:cNvSpPr>
          <p:nvPr>
            <p:ph type="body" idx="1"/>
          </p:nvPr>
        </p:nvSpPr>
        <p:spPr/>
        <p:txBody>
          <a:bodyPr/>
          <a:lstStyle/>
          <a:p>
            <a:pPr marL="342900" indent="-342900" eaLnBrk="1" hangingPunct="1"/>
            <a:r>
              <a:rPr lang="en-US" smtClean="0"/>
              <a:t>The </a:t>
            </a:r>
            <a:r>
              <a:rPr lang="en-US" smtClean="0">
                <a:solidFill>
                  <a:schemeClr val="hlink"/>
                </a:solidFill>
              </a:rPr>
              <a:t>power</a:t>
            </a:r>
            <a:r>
              <a:rPr lang="en-US" smtClean="0"/>
              <a:t> of a test is the probability that it correctly rejects a false null hypothesis.</a:t>
            </a:r>
          </a:p>
          <a:p>
            <a:pPr marL="342900" indent="-342900" eaLnBrk="1" hangingPunct="1"/>
            <a:r>
              <a:rPr lang="en-US" smtClean="0"/>
              <a:t>When the power is high, we can be confident that we’ve looked hard enough at the situation.</a:t>
            </a:r>
          </a:p>
          <a:p>
            <a:pPr marL="342900" indent="-342900" eaLnBrk="1" hangingPunct="1"/>
            <a:r>
              <a:rPr lang="en-US" smtClean="0"/>
              <a:t>The power of a test is 1 – </a:t>
            </a:r>
            <a:r>
              <a:rPr lang="el-GR" i="1" smtClean="0">
                <a:latin typeface="Lucida Sans Unicode" pitchFamily="34" charset="0"/>
              </a:rPr>
              <a:t>β</a:t>
            </a:r>
            <a:r>
              <a:rPr lang="en-US" i="1" smtClean="0">
                <a:sym typeface="Symbol" pitchFamily="18" charset="2"/>
              </a:rPr>
              <a:t> </a:t>
            </a:r>
            <a:r>
              <a:rPr lang="en-US" smtClean="0">
                <a:sym typeface="Symbol" pitchFamily="18" charset="2"/>
              </a:rPr>
              <a:t>; because </a:t>
            </a:r>
            <a:r>
              <a:rPr lang="el-GR" i="1" smtClean="0">
                <a:latin typeface="Lucida Sans Unicode" pitchFamily="34" charset="0"/>
              </a:rPr>
              <a:t>β</a:t>
            </a:r>
            <a:r>
              <a:rPr lang="en-US" smtClean="0">
                <a:sym typeface="Symbol" pitchFamily="18" charset="2"/>
              </a:rPr>
              <a:t>  is the probability that a test </a:t>
            </a:r>
            <a:r>
              <a:rPr lang="en-US" i="1" smtClean="0">
                <a:sym typeface="Symbol" pitchFamily="18" charset="2"/>
              </a:rPr>
              <a:t>fails</a:t>
            </a:r>
            <a:r>
              <a:rPr lang="en-US" smtClean="0">
                <a:sym typeface="Symbol" pitchFamily="18" charset="2"/>
              </a:rPr>
              <a:t> to reject a false null hypothesis and power is the probability that it does reject.</a:t>
            </a:r>
          </a:p>
        </p:txBody>
      </p:sp>
    </p:spTree>
  </p:cSld>
  <p:clrMapOvr>
    <a:masterClrMapping/>
  </p:clrMapOvr>
  <p:transition spd="slow"/>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2"/>
          <p:cNvSpPr>
            <a:spLocks noGrp="1" noChangeArrowheads="1"/>
          </p:cNvSpPr>
          <p:nvPr>
            <p:ph type="title"/>
          </p:nvPr>
        </p:nvSpPr>
        <p:spPr/>
        <p:txBody>
          <a:bodyPr/>
          <a:lstStyle/>
          <a:p>
            <a:pPr eaLnBrk="1" hangingPunct="1">
              <a:defRPr/>
            </a:pPr>
            <a:r>
              <a:rPr lang="en-US" smtClean="0"/>
              <a:t>Power (cont.)</a:t>
            </a:r>
          </a:p>
        </p:txBody>
      </p:sp>
      <p:sp>
        <p:nvSpPr>
          <p:cNvPr id="31747" name="Rectangle 3"/>
          <p:cNvSpPr>
            <a:spLocks noGrp="1" noChangeArrowheads="1"/>
          </p:cNvSpPr>
          <p:nvPr>
            <p:ph type="body" idx="1"/>
          </p:nvPr>
        </p:nvSpPr>
        <p:spPr/>
        <p:txBody>
          <a:bodyPr/>
          <a:lstStyle/>
          <a:p>
            <a:pPr marL="342900" indent="-342900" eaLnBrk="1" hangingPunct="1">
              <a:lnSpc>
                <a:spcPct val="90000"/>
              </a:lnSpc>
            </a:pPr>
            <a:r>
              <a:rPr lang="en-US" smtClean="0"/>
              <a:t>Whenever a study fails to reject its null hypothesis, the test’s power comes into question.</a:t>
            </a:r>
          </a:p>
          <a:p>
            <a:pPr marL="342900" indent="-342900" eaLnBrk="1" hangingPunct="1">
              <a:lnSpc>
                <a:spcPct val="90000"/>
              </a:lnSpc>
            </a:pPr>
            <a:r>
              <a:rPr lang="en-US" smtClean="0"/>
              <a:t>When we calculate power, we imagine that the null hypothesis is false.</a:t>
            </a:r>
          </a:p>
          <a:p>
            <a:pPr marL="342900" indent="-342900" eaLnBrk="1" hangingPunct="1">
              <a:lnSpc>
                <a:spcPct val="90000"/>
              </a:lnSpc>
            </a:pPr>
            <a:r>
              <a:rPr lang="en-US" smtClean="0"/>
              <a:t>The value of the power depends on how far the truth lies from the null hypothesis value.</a:t>
            </a:r>
          </a:p>
          <a:p>
            <a:pPr marL="742950" lvl="1" indent="-285750" eaLnBrk="1" hangingPunct="1">
              <a:lnSpc>
                <a:spcPct val="90000"/>
              </a:lnSpc>
            </a:pPr>
            <a:r>
              <a:rPr lang="en-US" smtClean="0">
                <a:sym typeface="Symbol" pitchFamily="18" charset="2"/>
              </a:rPr>
              <a:t>The distance between the null hypothesis value, </a:t>
            </a:r>
            <a:r>
              <a:rPr lang="en-US" i="1" smtClean="0">
                <a:sym typeface="Symbol" pitchFamily="18" charset="2"/>
              </a:rPr>
              <a:t>p</a:t>
            </a:r>
            <a:r>
              <a:rPr lang="en-US" baseline="-25000" smtClean="0">
                <a:sym typeface="Symbol" pitchFamily="18" charset="2"/>
              </a:rPr>
              <a:t>0</a:t>
            </a:r>
            <a:r>
              <a:rPr lang="en-US" smtClean="0">
                <a:sym typeface="Symbol" pitchFamily="18" charset="2"/>
              </a:rPr>
              <a:t>, and the truth, </a:t>
            </a:r>
            <a:r>
              <a:rPr lang="en-US" i="1" smtClean="0">
                <a:sym typeface="Symbol" pitchFamily="18" charset="2"/>
              </a:rPr>
              <a:t>p</a:t>
            </a:r>
            <a:r>
              <a:rPr lang="en-US" smtClean="0">
                <a:sym typeface="Symbol" pitchFamily="18" charset="2"/>
              </a:rPr>
              <a:t>, is called the </a:t>
            </a:r>
            <a:r>
              <a:rPr lang="en-US" smtClean="0">
                <a:solidFill>
                  <a:schemeClr val="hlink"/>
                </a:solidFill>
                <a:sym typeface="Symbol" pitchFamily="18" charset="2"/>
              </a:rPr>
              <a:t>effect size</a:t>
            </a:r>
            <a:r>
              <a:rPr lang="en-US" smtClean="0">
                <a:sym typeface="Symbol" pitchFamily="18" charset="2"/>
              </a:rPr>
              <a:t>.</a:t>
            </a:r>
          </a:p>
          <a:p>
            <a:pPr marL="742950" lvl="1" indent="-285750" eaLnBrk="1" hangingPunct="1">
              <a:lnSpc>
                <a:spcPct val="90000"/>
              </a:lnSpc>
            </a:pPr>
            <a:r>
              <a:rPr lang="en-US" smtClean="0">
                <a:sym typeface="Symbol" pitchFamily="18" charset="2"/>
              </a:rPr>
              <a:t>Power depends directly on effect size.</a:t>
            </a:r>
          </a:p>
        </p:txBody>
      </p:sp>
    </p:spTree>
  </p:cSld>
  <p:clrMapOvr>
    <a:masterClrMapping/>
  </p:clrMapOvr>
  <p:transition spd="slow"/>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0" name="Rectangle 2"/>
          <p:cNvSpPr>
            <a:spLocks noGrp="1" noChangeArrowheads="1"/>
          </p:cNvSpPr>
          <p:nvPr>
            <p:ph type="title"/>
          </p:nvPr>
        </p:nvSpPr>
        <p:spPr/>
        <p:txBody>
          <a:bodyPr>
            <a:normAutofit fontScale="90000"/>
          </a:bodyPr>
          <a:lstStyle/>
          <a:p>
            <a:pPr eaLnBrk="1" hangingPunct="1">
              <a:defRPr/>
            </a:pPr>
            <a:r>
              <a:rPr lang="en-US" smtClean="0"/>
              <a:t>A Picture Worth                  Words</a:t>
            </a:r>
          </a:p>
        </p:txBody>
      </p:sp>
      <p:sp>
        <p:nvSpPr>
          <p:cNvPr id="32771" name="Rectangle 3"/>
          <p:cNvSpPr>
            <a:spLocks noGrp="1" noChangeArrowheads="1"/>
          </p:cNvSpPr>
          <p:nvPr>
            <p:ph type="body" idx="1"/>
          </p:nvPr>
        </p:nvSpPr>
        <p:spPr/>
        <p:txBody>
          <a:bodyPr/>
          <a:lstStyle/>
          <a:p>
            <a:pPr marL="342900" indent="-342900" eaLnBrk="1" hangingPunct="1"/>
            <a:r>
              <a:rPr lang="en-US" smtClean="0"/>
              <a:t>The larger the effect size, the easier it should be to see it.</a:t>
            </a:r>
          </a:p>
          <a:p>
            <a:pPr marL="342900" indent="-342900" eaLnBrk="1" hangingPunct="1"/>
            <a:r>
              <a:rPr lang="en-US" smtClean="0"/>
              <a:t>Obtaining a larger sample size decreases the probability of a Type II error, so it increases the power.</a:t>
            </a:r>
          </a:p>
          <a:p>
            <a:pPr marL="342900" indent="-342900" eaLnBrk="1" hangingPunct="1"/>
            <a:r>
              <a:rPr lang="en-US" smtClean="0"/>
              <a:t>It also makes sense that the more we’re willing to accept a Type I error, the less likely we will be to make a Type II error.</a:t>
            </a:r>
          </a:p>
        </p:txBody>
      </p:sp>
      <p:graphicFrame>
        <p:nvGraphicFramePr>
          <p:cNvPr id="32772" name="Object 2"/>
          <p:cNvGraphicFramePr>
            <a:graphicFrameLocks noChangeAspect="1"/>
          </p:cNvGraphicFramePr>
          <p:nvPr/>
        </p:nvGraphicFramePr>
        <p:xfrm>
          <a:off x="3987800" y="508000"/>
          <a:ext cx="1955800" cy="1016000"/>
        </p:xfrm>
        <a:graphic>
          <a:graphicData uri="http://schemas.openxmlformats.org/presentationml/2006/ole">
            <mc:AlternateContent xmlns:mc="http://schemas.openxmlformats.org/markup-compatibility/2006">
              <mc:Choice xmlns:v="urn:schemas-microsoft-com:vml" Requires="v">
                <p:oleObj spid="_x0000_s32806" name="Equation" r:id="rId4" imgW="1955800" imgH="1016000" progId="Equation.DSMT4">
                  <p:embed/>
                </p:oleObj>
              </mc:Choice>
              <mc:Fallback>
                <p:oleObj name="Equation" r:id="rId4" imgW="1955800" imgH="1016000"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87800" y="508000"/>
                        <a:ext cx="1955800" cy="1016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8" name="Rectangle 2"/>
          <p:cNvSpPr>
            <a:spLocks noGrp="1" noChangeArrowheads="1"/>
          </p:cNvSpPr>
          <p:nvPr>
            <p:ph type="title"/>
          </p:nvPr>
        </p:nvSpPr>
        <p:spPr/>
        <p:txBody>
          <a:bodyPr>
            <a:normAutofit fontScale="90000"/>
          </a:bodyPr>
          <a:lstStyle/>
          <a:p>
            <a:pPr eaLnBrk="1" hangingPunct="1">
              <a:defRPr/>
            </a:pPr>
            <a:r>
              <a:rPr lang="en-US" dirty="0" smtClean="0"/>
              <a:t>A Picture is Worth                 Words (cont.)</a:t>
            </a:r>
            <a:endParaRPr lang="en-US" sz="3200" dirty="0" smtClean="0"/>
          </a:p>
        </p:txBody>
      </p:sp>
      <p:sp>
        <p:nvSpPr>
          <p:cNvPr id="33795" name="Rectangle 3"/>
          <p:cNvSpPr>
            <a:spLocks noGrp="1" noChangeArrowheads="1"/>
          </p:cNvSpPr>
          <p:nvPr>
            <p:ph type="body" idx="1"/>
          </p:nvPr>
        </p:nvSpPr>
        <p:spPr>
          <a:xfrm>
            <a:off x="304800" y="1481138"/>
            <a:ext cx="8610600" cy="4525962"/>
          </a:xfrm>
        </p:spPr>
        <p:txBody>
          <a:bodyPr/>
          <a:lstStyle/>
          <a:p>
            <a:pPr marL="342900" indent="-342900" eaLnBrk="1" hangingPunct="1"/>
            <a:r>
              <a:rPr lang="en-US" sz="2400" smtClean="0"/>
              <a:t>This diagram shows the relationship between these concepts:</a:t>
            </a:r>
          </a:p>
        </p:txBody>
      </p:sp>
      <p:graphicFrame>
        <p:nvGraphicFramePr>
          <p:cNvPr id="33796" name="Object 2"/>
          <p:cNvGraphicFramePr>
            <a:graphicFrameLocks noChangeAspect="1"/>
          </p:cNvGraphicFramePr>
          <p:nvPr/>
        </p:nvGraphicFramePr>
        <p:xfrm>
          <a:off x="4953000" y="76200"/>
          <a:ext cx="1955800" cy="1016000"/>
        </p:xfrm>
        <a:graphic>
          <a:graphicData uri="http://schemas.openxmlformats.org/presentationml/2006/ole">
            <mc:AlternateContent xmlns:mc="http://schemas.openxmlformats.org/markup-compatibility/2006">
              <mc:Choice xmlns:v="urn:schemas-microsoft-com:vml" Requires="v">
                <p:oleObj spid="_x0000_s33831" name="Equation" r:id="rId4" imgW="1955800" imgH="1016000" progId="Equation.DSMT4">
                  <p:embed/>
                </p:oleObj>
              </mc:Choice>
              <mc:Fallback>
                <p:oleObj name="Equation" r:id="rId4" imgW="1955800" imgH="1016000"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53000" y="76200"/>
                        <a:ext cx="1955800" cy="1016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33797" name="Picture 6" descr="Screen shot 2011-03-12 at 2.01.51 PM.pn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990600" y="1981200"/>
            <a:ext cx="7315200" cy="423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Rectangle 2"/>
          <p:cNvSpPr>
            <a:spLocks noGrp="1" noChangeArrowheads="1"/>
          </p:cNvSpPr>
          <p:nvPr>
            <p:ph type="title"/>
          </p:nvPr>
        </p:nvSpPr>
        <p:spPr/>
        <p:txBody>
          <a:bodyPr>
            <a:normAutofit fontScale="90000"/>
          </a:bodyPr>
          <a:lstStyle/>
          <a:p>
            <a:pPr eaLnBrk="1" hangingPunct="1">
              <a:defRPr/>
            </a:pPr>
            <a:r>
              <a:rPr lang="en-US" smtClean="0"/>
              <a:t>Reducing Both Type I and Type II Error</a:t>
            </a:r>
          </a:p>
        </p:txBody>
      </p:sp>
      <p:sp>
        <p:nvSpPr>
          <p:cNvPr id="34819" name="Rectangle 3"/>
          <p:cNvSpPr>
            <a:spLocks noGrp="1" noChangeArrowheads="1"/>
          </p:cNvSpPr>
          <p:nvPr>
            <p:ph type="body" idx="1"/>
          </p:nvPr>
        </p:nvSpPr>
        <p:spPr/>
        <p:txBody>
          <a:bodyPr/>
          <a:lstStyle/>
          <a:p>
            <a:pPr marL="342900" indent="-342900" eaLnBrk="1" hangingPunct="1"/>
            <a:r>
              <a:rPr lang="en-US" smtClean="0"/>
              <a:t>The previous figure seems to show that if we reduce Type I error, we must automatically increase Type II error.</a:t>
            </a:r>
          </a:p>
          <a:p>
            <a:pPr marL="342900" indent="-342900" eaLnBrk="1" hangingPunct="1"/>
            <a:r>
              <a:rPr lang="en-US" smtClean="0"/>
              <a:t>But, we can reduce both types of error by making both curves narrower.</a:t>
            </a:r>
          </a:p>
          <a:p>
            <a:pPr marL="342900" indent="-342900" eaLnBrk="1" hangingPunct="1"/>
            <a:r>
              <a:rPr lang="en-US" smtClean="0"/>
              <a:t>How do we make the curves narrower? Increase the sample size.</a:t>
            </a:r>
          </a:p>
        </p:txBody>
      </p:sp>
    </p:spTree>
  </p:cSld>
  <p:clrMapOvr>
    <a:masterClrMapping/>
  </p:clrMapOvr>
  <p:transition spd="slow"/>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2"/>
          <p:cNvSpPr>
            <a:spLocks noGrp="1" noChangeArrowheads="1"/>
          </p:cNvSpPr>
          <p:nvPr>
            <p:ph type="title"/>
          </p:nvPr>
        </p:nvSpPr>
        <p:spPr>
          <a:xfrm>
            <a:off x="457200" y="228600"/>
            <a:ext cx="8229600" cy="1066800"/>
          </a:xfrm>
        </p:spPr>
        <p:txBody>
          <a:bodyPr/>
          <a:lstStyle/>
          <a:p>
            <a:pPr eaLnBrk="1" hangingPunct="1">
              <a:defRPr/>
            </a:pPr>
            <a:r>
              <a:rPr lang="en-US" sz="3200" dirty="0" smtClean="0"/>
              <a:t>Reducing Both Type I and Type II Error (cont.)</a:t>
            </a:r>
          </a:p>
        </p:txBody>
      </p:sp>
      <p:sp>
        <p:nvSpPr>
          <p:cNvPr id="35843" name="Rectangle 3"/>
          <p:cNvSpPr>
            <a:spLocks noGrp="1" noChangeArrowheads="1"/>
          </p:cNvSpPr>
          <p:nvPr>
            <p:ph type="body" idx="1"/>
          </p:nvPr>
        </p:nvSpPr>
        <p:spPr>
          <a:xfrm>
            <a:off x="544513" y="1295400"/>
            <a:ext cx="8294687" cy="4876800"/>
          </a:xfrm>
        </p:spPr>
        <p:txBody>
          <a:bodyPr/>
          <a:lstStyle/>
          <a:p>
            <a:pPr marL="342900" indent="-342900" eaLnBrk="1" hangingPunct="1"/>
            <a:r>
              <a:rPr lang="en-US" smtClean="0"/>
              <a:t>This figure has means that are just as far apart as in the previous figure, but the sample sizes are larger, the standard deviations are smaller, and the error rates are reduced:</a:t>
            </a:r>
          </a:p>
        </p:txBody>
      </p:sp>
      <p:pic>
        <p:nvPicPr>
          <p:cNvPr id="35844" name="Picture 6" descr="Screen shot 2011-03-12 at 2.04.09 PM.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2590800"/>
            <a:ext cx="4687888" cy="361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4"/>
          <p:cNvSpPr>
            <a:spLocks noGrp="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eaLnBrk="1" hangingPunct="1"/>
            <a:r>
              <a:rPr lang="en-US" sz="1400" smtClean="0">
                <a:solidFill>
                  <a:srgbClr val="71BFA9"/>
                </a:solidFill>
              </a:rPr>
              <a:t>Slide 21 - </a:t>
            </a:r>
            <a:fld id="{46E48943-7218-42F7-A62B-64059BA49FF8}" type="slidenum">
              <a:rPr lang="en-US" sz="1400" smtClean="0">
                <a:solidFill>
                  <a:srgbClr val="71BFA9"/>
                </a:solidFill>
              </a:rPr>
              <a:pPr eaLnBrk="1" hangingPunct="1"/>
              <a:t>34</a:t>
            </a:fld>
            <a:endParaRPr lang="en-CA" sz="1400" smtClean="0">
              <a:solidFill>
                <a:srgbClr val="71BFA9"/>
              </a:solidFill>
            </a:endParaRPr>
          </a:p>
        </p:txBody>
      </p:sp>
      <p:sp>
        <p:nvSpPr>
          <p:cNvPr id="78851" name="Rectangle 3"/>
          <p:cNvSpPr>
            <a:spLocks noGrp="1" noChangeArrowheads="1"/>
          </p:cNvSpPr>
          <p:nvPr>
            <p:ph type="title"/>
          </p:nvPr>
        </p:nvSpPr>
        <p:spPr>
          <a:xfrm>
            <a:off x="304800" y="76200"/>
            <a:ext cx="4038600" cy="1028700"/>
          </a:xfrm>
        </p:spPr>
        <p:txBody>
          <a:bodyPr>
            <a:normAutofit fontScale="90000"/>
          </a:bodyPr>
          <a:lstStyle/>
          <a:p>
            <a:pPr eaLnBrk="1" hangingPunct="1">
              <a:defRPr/>
            </a:pPr>
            <a:r>
              <a:rPr lang="en-US" sz="2800" dirty="0" smtClean="0"/>
              <a:t>Reducing Both Type I</a:t>
            </a:r>
            <a:br>
              <a:rPr lang="en-US" sz="2800" dirty="0" smtClean="0"/>
            </a:br>
            <a:r>
              <a:rPr lang="en-US" sz="2800" dirty="0" smtClean="0"/>
              <a:t>and Type II Error (cont</a:t>
            </a:r>
            <a:r>
              <a:rPr lang="en-US" sz="3200" dirty="0" smtClean="0"/>
              <a:t>.)</a:t>
            </a:r>
          </a:p>
        </p:txBody>
      </p:sp>
      <p:sp>
        <p:nvSpPr>
          <p:cNvPr id="36868" name="Rectangle 4"/>
          <p:cNvSpPr>
            <a:spLocks noGrp="1" noChangeArrowheads="1"/>
          </p:cNvSpPr>
          <p:nvPr>
            <p:ph type="body" sz="half" idx="1"/>
          </p:nvPr>
        </p:nvSpPr>
        <p:spPr>
          <a:xfrm>
            <a:off x="228600" y="1219200"/>
            <a:ext cx="4070350" cy="3810000"/>
          </a:xfrm>
        </p:spPr>
        <p:txBody>
          <a:bodyPr/>
          <a:lstStyle/>
          <a:p>
            <a:pPr marL="342900" indent="-342900" eaLnBrk="1" hangingPunct="1"/>
            <a:r>
              <a:rPr lang="en-US" smtClean="0"/>
              <a:t>Original comparison of errors:</a:t>
            </a:r>
          </a:p>
          <a:p>
            <a:pPr marL="342900" indent="-342900" eaLnBrk="1" hangingPunct="1"/>
            <a:endParaRPr lang="en-US" smtClean="0"/>
          </a:p>
          <a:p>
            <a:pPr marL="342900" indent="-342900" eaLnBrk="1" hangingPunct="1"/>
            <a:endParaRPr lang="en-US" smtClean="0"/>
          </a:p>
          <a:p>
            <a:pPr marL="342900" indent="-342900" eaLnBrk="1" hangingPunct="1"/>
            <a:endParaRPr lang="en-US" smtClean="0"/>
          </a:p>
          <a:p>
            <a:pPr marL="342900" indent="-342900" eaLnBrk="1" hangingPunct="1"/>
            <a:r>
              <a:rPr lang="en-US" smtClean="0"/>
              <a:t>Comparison of errors with a larger sample size:</a:t>
            </a:r>
          </a:p>
          <a:p>
            <a:pPr marL="342900" indent="-342900" eaLnBrk="1" hangingPunct="1"/>
            <a:endParaRPr lang="en-US" smtClean="0"/>
          </a:p>
        </p:txBody>
      </p:sp>
      <p:pic>
        <p:nvPicPr>
          <p:cNvPr id="36869" name="Picture 8" descr="Screen shot 2011-03-12 at 2.04.09 PM.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11675" y="2971800"/>
            <a:ext cx="4343400" cy="337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0" name="Picture 9" descr="Screen shot 2011-03-12 at 2.01.51 PM.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343400" y="228600"/>
            <a:ext cx="4494213" cy="260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pPr>
              <a:defRPr/>
            </a:pPr>
            <a:r>
              <a:rPr lang="en-US" dirty="0" smtClean="0"/>
              <a:t>Sample size n for which </a:t>
            </a:r>
            <a:r>
              <a:rPr lang="en-US" dirty="0" smtClean="0">
                <a:sym typeface="Mathematica1"/>
              </a:rPr>
              <a:t></a:t>
            </a:r>
            <a:r>
              <a:rPr lang="en-US" dirty="0" smtClean="0"/>
              <a:t>-level  test also satisfies </a:t>
            </a:r>
            <a:r>
              <a:rPr lang="en-US" dirty="0" smtClean="0">
                <a:sym typeface="Mathematica1"/>
              </a:rPr>
              <a:t>(p</a:t>
            </a:r>
            <a:r>
              <a:rPr lang="en-US" baseline="-25000" dirty="0" smtClean="0">
                <a:sym typeface="Mathematica1"/>
              </a:rPr>
              <a:t>1</a:t>
            </a:r>
            <a:r>
              <a:rPr lang="en-US" dirty="0" smtClean="0">
                <a:sym typeface="Mathematica1"/>
              </a:rPr>
              <a:t>)=</a:t>
            </a:r>
            <a:endParaRPr lang="en-US" dirty="0"/>
          </a:p>
        </p:txBody>
      </p:sp>
      <p:sp>
        <p:nvSpPr>
          <p:cNvPr id="3" name="Content Placeholder 2"/>
          <p:cNvSpPr>
            <a:spLocks noGrp="1"/>
          </p:cNvSpPr>
          <p:nvPr>
            <p:ph idx="1"/>
          </p:nvPr>
        </p:nvSpPr>
        <p:spPr>
          <a:xfrm>
            <a:off x="457200" y="1371600"/>
            <a:ext cx="8229600" cy="4525963"/>
          </a:xfrm>
        </p:spPr>
        <p:txBody>
          <a:bodyPr/>
          <a:lstStyle/>
          <a:p>
            <a:pPr>
              <a:defRPr/>
            </a:pPr>
            <a:r>
              <a:rPr lang="en-US" dirty="0" smtClean="0"/>
              <a:t>1-tailed test:</a:t>
            </a:r>
          </a:p>
          <a:p>
            <a:pPr>
              <a:defRPr/>
            </a:pPr>
            <a:endParaRPr lang="en-US" dirty="0"/>
          </a:p>
          <a:p>
            <a:pPr>
              <a:defRPr/>
            </a:pPr>
            <a:endParaRPr lang="en-US" dirty="0" smtClean="0"/>
          </a:p>
          <a:p>
            <a:pPr>
              <a:defRPr/>
            </a:pPr>
            <a:endParaRPr lang="en-US" dirty="0"/>
          </a:p>
          <a:p>
            <a:pPr>
              <a:defRPr/>
            </a:pPr>
            <a:r>
              <a:rPr lang="en-US" dirty="0" smtClean="0"/>
              <a:t>2-tailed test (an approximate solution):</a:t>
            </a:r>
          </a:p>
          <a:p>
            <a:pPr>
              <a:defRPr/>
            </a:pPr>
            <a:endParaRPr lang="en-US" dirty="0"/>
          </a:p>
          <a:p>
            <a:pPr>
              <a:defRPr/>
            </a:pPr>
            <a:endParaRPr lang="en-US" dirty="0" smtClean="0"/>
          </a:p>
          <a:p>
            <a:pPr>
              <a:defRPr/>
            </a:pPr>
            <a:endParaRPr lang="en-US" dirty="0"/>
          </a:p>
          <a:p>
            <a:pPr>
              <a:defRPr/>
            </a:pPr>
            <a:r>
              <a:rPr lang="en-US" dirty="0"/>
              <a:t>w</a:t>
            </a:r>
            <a:r>
              <a:rPr lang="en-US" dirty="0" smtClean="0"/>
              <a:t>here </a:t>
            </a:r>
          </a:p>
          <a:p>
            <a:pPr marL="109537" indent="0">
              <a:buFont typeface="Wingdings 3" pitchFamily="18" charset="2"/>
              <a:buNone/>
              <a:defRPr/>
            </a:pPr>
            <a:endParaRPr lang="en-US" dirty="0" smtClean="0"/>
          </a:p>
          <a:p>
            <a:pPr>
              <a:defRPr/>
            </a:pPr>
            <a:endParaRPr lang="en-US" dirty="0"/>
          </a:p>
        </p:txBody>
      </p:sp>
      <p:graphicFrame>
        <p:nvGraphicFramePr>
          <p:cNvPr id="37892" name="Content Placeholder 4"/>
          <p:cNvGraphicFramePr>
            <a:graphicFrameLocks noGrp="1" noChangeAspect="1"/>
          </p:cNvGraphicFramePr>
          <p:nvPr>
            <p:ph sz="half" idx="4294967295"/>
          </p:nvPr>
        </p:nvGraphicFramePr>
        <p:xfrm>
          <a:off x="2209800" y="2209800"/>
          <a:ext cx="4389438" cy="1044575"/>
        </p:xfrm>
        <a:graphic>
          <a:graphicData uri="http://schemas.openxmlformats.org/presentationml/2006/ole">
            <mc:AlternateContent xmlns:mc="http://schemas.openxmlformats.org/markup-compatibility/2006">
              <mc:Choice xmlns:v="urn:schemas-microsoft-com:vml" Requires="v">
                <p:oleObj spid="_x0000_s37994" name="Equation" r:id="rId3" imgW="1600200" imgH="381000" progId="Equation.DSMT4">
                  <p:embed/>
                </p:oleObj>
              </mc:Choice>
              <mc:Fallback>
                <p:oleObj name="Equation" r:id="rId3" imgW="1600200" imgH="381000" progId="Equation.DSMT4">
                  <p:embed/>
                  <p:pic>
                    <p:nvPicPr>
                      <p:cNvPr id="0" name="Content Placeholder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2209800"/>
                        <a:ext cx="4389438" cy="104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893" name="Object 5"/>
          <p:cNvGraphicFramePr>
            <a:graphicFrameLocks noChangeAspect="1"/>
          </p:cNvGraphicFramePr>
          <p:nvPr/>
        </p:nvGraphicFramePr>
        <p:xfrm>
          <a:off x="2209800" y="4114800"/>
          <a:ext cx="4724400" cy="1090613"/>
        </p:xfrm>
        <a:graphic>
          <a:graphicData uri="http://schemas.openxmlformats.org/presentationml/2006/ole">
            <mc:AlternateContent xmlns:mc="http://schemas.openxmlformats.org/markup-compatibility/2006">
              <mc:Choice xmlns:v="urn:schemas-microsoft-com:vml" Requires="v">
                <p:oleObj spid="_x0000_s37995" name="Equation" r:id="rId5" imgW="1651000" imgH="381000" progId="Equation.DSMT4">
                  <p:embed/>
                </p:oleObj>
              </mc:Choice>
              <mc:Fallback>
                <p:oleObj name="Equation" r:id="rId5" imgW="1651000" imgH="3810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9800" y="4114800"/>
                        <a:ext cx="4724400" cy="1090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894" name="Object 6"/>
          <p:cNvGraphicFramePr>
            <a:graphicFrameLocks noChangeAspect="1"/>
          </p:cNvGraphicFramePr>
          <p:nvPr/>
        </p:nvGraphicFramePr>
        <p:xfrm>
          <a:off x="2286000" y="5257800"/>
          <a:ext cx="2446338" cy="647700"/>
        </p:xfrm>
        <a:graphic>
          <a:graphicData uri="http://schemas.openxmlformats.org/presentationml/2006/ole">
            <mc:AlternateContent xmlns:mc="http://schemas.openxmlformats.org/markup-compatibility/2006">
              <mc:Choice xmlns:v="urn:schemas-microsoft-com:vml" Requires="v">
                <p:oleObj spid="_x0000_s37996" name="Equation" r:id="rId7" imgW="863225" imgH="228501" progId="Equation.DSMT4">
                  <p:embed/>
                </p:oleObj>
              </mc:Choice>
              <mc:Fallback>
                <p:oleObj name="Equation" r:id="rId7" imgW="863225" imgH="228501"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86000" y="5257800"/>
                        <a:ext cx="244633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EXPANDSHOWBAR" val="True"/>
  <p:tag name="BULLETTYPE" val="3"/>
  <p:tag name="RESPCOUNTERSTYLE" val="-1"/>
  <p:tag name="INPUTSOURCE" val="1"/>
  <p:tag name="BACKUPMAINTENANCE" val="7"/>
  <p:tag name="ROTATIONINTERVAL" val="2"/>
  <p:tag name="RACERSMAXDISPLAYED" val="5"/>
  <p:tag name="TEAMSINLEADERBOARD" val="5"/>
  <p:tag name="BUBBLEVALUEFORMAT" val="0.0"/>
  <p:tag name="CUSTOMCELLFORECOLOR" val="-16777216"/>
  <p:tag name="CUSTOMCELLBACKCOLOR4" val="-8355712"/>
  <p:tag name="DISPLAYDEVICEID" val="True"/>
  <p:tag name="GRIDSIZE" val="{Width=800, Height=600}"/>
  <p:tag name="CHARTLABELS" val="1"/>
  <p:tag name="PARTLISTDEFAULT" val="1"/>
  <p:tag name="INCORRECTPOINTVALUE" val="0"/>
  <p:tag name="AUTOADJUSTPARTRANGE" val="True"/>
  <p:tag name="FIBNUMRESULTS" val="5"/>
  <p:tag name="PRRESPONSE2" val="9"/>
  <p:tag name="PRRESPONSE6" val="5"/>
  <p:tag name="PRRESPONSE10" val="1"/>
  <p:tag name="CSVFORMAT" val="0"/>
  <p:tag name="RESPCOUNTERFORMAT" val="0"/>
  <p:tag name="ALLOWDUPLICATES" val="False"/>
  <p:tag name="REVIEWONLY" val="False"/>
  <p:tag name="RACEANIMATIONSPEED" val="3"/>
  <p:tag name="BUBBLENAMEVISIBLE" val="True"/>
  <p:tag name="CUSTOMGRIDBACKCOLOR" val="-722948"/>
  <p:tag name="USESCHEMECOLORS" val="True"/>
  <p:tag name="GRIDROTATIONINTERVAL" val="2"/>
  <p:tag name="CHARTCOLORS" val="0"/>
  <p:tag name="INCLUDEPPT" val="True"/>
  <p:tag name="REALTIMEBACKUPPATH" val="(None)"/>
  <p:tag name="FIBDISPLAYRESULTS" val="True"/>
  <p:tag name="PRRESPONSE3" val="8"/>
  <p:tag name="PRRESPONSE8" val="3"/>
  <p:tag name="TPVERSION" val="2008"/>
  <p:tag name="ANSWERNOWSTYLE" val="-1"/>
  <p:tag name="COUNTDOWNSECONDS" val="10"/>
  <p:tag name="AUTOADVANCE" val="False"/>
  <p:tag name="SKIPREMAININGRACESLIDES" val="True"/>
  <p:tag name="BUBBLEGROUPING" val="3"/>
  <p:tag name="CUSTOMCELLBACKCOLOR3" val="-268652"/>
  <p:tag name="AUTOSIZEGRID" val="True"/>
  <p:tag name="INCLUDENONRESPONDERS" val="False"/>
  <p:tag name="REALTIMEBACKUP" val="False"/>
  <p:tag name="FIBINCLUDEOTHER" val="True"/>
  <p:tag name="PRRESPONSE5" val="6"/>
  <p:tag name="ALWAYSOPENPOLL" val="False"/>
  <p:tag name="ANSWERNOWTEXT" val="Answer Now"/>
  <p:tag name="BACKUPSESSIONS" val="True"/>
  <p:tag name="RACEENDPOINTS" val="100"/>
  <p:tag name="DEFAULTNUMTEAMS" val="5"/>
  <p:tag name="DISPLAYDEVICENUMBER" val="True"/>
  <p:tag name="RESETCHARTS" val="True"/>
  <p:tag name="ZEROBASED" val="False"/>
  <p:tag name="PRRESPONSE1" val="10"/>
  <p:tag name="SHOWFLASHWARNING" val="True"/>
  <p:tag name="COUNTDOWNSTYLE" val="3"/>
  <p:tag name="AUTOUPDATEALIASES" val="True"/>
  <p:tag name="BUBBLESIZEVISIBLE" val="True"/>
  <p:tag name="GRIDOPACITY" val="90"/>
  <p:tag name="ALLOWUSERFEEDBACK" val="True"/>
  <p:tag name="FIBDISPLAYKEYWORDS" val="True"/>
  <p:tag name="SHOWBARVISIBLE" val="True"/>
  <p:tag name="NUMRESPONSES" val="1"/>
  <p:tag name="MAXRESPONDERS" val="5"/>
  <p:tag name="GRIDPOSITION" val="1"/>
  <p:tag name="CHARTSCALE" val="True"/>
  <p:tag name="PRRESPONSE9" val="2"/>
  <p:tag name="CHARTVALUEFORMAT" val="0%"/>
  <p:tag name="CUSTOMCELLBACKCOLOR2" val="-13395457"/>
  <p:tag name="CORRECTPOINTVALUE" val="1"/>
  <p:tag name="USESECONDARYMONITOR" val="True"/>
  <p:tag name="PARTICIPANTSINLEADERBOARD" val="5"/>
  <p:tag name="MULTIRESPDIVISOR" val="1"/>
  <p:tag name="SAVECSVWITHSESSION" val="False"/>
  <p:tag name="DISPLAYNAME" val="True"/>
  <p:tag name="PRRESPONSE7" val="4"/>
  <p:tag name="POLLINGCYCLE" val="2"/>
  <p:tag name="STDCHART" val="1"/>
  <p:tag name="RESPTABLESTYLE" val="-1"/>
  <p:tag name="CUSTOMCELLBACKCOLOR1" val="-657956"/>
  <p:tag name="PRRESPONSE4" val="7"/>
  <p:tag name="ADVANCEDSETTINGSVIEW" val="False"/>
  <p:tag name="DELIMITERS" val="3.1"/>
  <p:tag name="INCLUDESESSION" val="True"/>
  <p:tag name="TASKPANEKEY" val="2ce79e0a-4f2e-487d-8839-c8840f40092e"/>
  <p:tag name="POWERPOINTVERSION" val="14.0"/>
  <p:tag name="TPFULLVERSION" val="4.3.2.1178"/>
</p:tagLst>
</file>

<file path=ppt/tags/tag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5.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6.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7.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8.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9.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0.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1.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heme/theme1.xml><?xml version="1.0" encoding="utf-8"?>
<a:theme xmlns:a="http://schemas.openxmlformats.org/drawingml/2006/main" name="9_Concourse">
  <a:themeElements>
    <a:clrScheme name="9_Concourse 1">
      <a:dk1>
        <a:srgbClr val="000000"/>
      </a:dk1>
      <a:lt1>
        <a:srgbClr val="FFFFFF"/>
      </a:lt1>
      <a:dk2>
        <a:srgbClr val="464646"/>
      </a:dk2>
      <a:lt2>
        <a:srgbClr val="DEF5FA"/>
      </a:lt2>
      <a:accent1>
        <a:srgbClr val="2DA2BF"/>
      </a:accent1>
      <a:accent2>
        <a:srgbClr val="DA1F28"/>
      </a:accent2>
      <a:accent3>
        <a:srgbClr val="FFFFFF"/>
      </a:accent3>
      <a:accent4>
        <a:srgbClr val="000000"/>
      </a:accent4>
      <a:accent5>
        <a:srgbClr val="ADCEDC"/>
      </a:accent5>
      <a:accent6>
        <a:srgbClr val="C51B23"/>
      </a:accent6>
      <a:hlink>
        <a:srgbClr val="FF8119"/>
      </a:hlink>
      <a:folHlink>
        <a:srgbClr val="44B9E8"/>
      </a:folHlink>
    </a:clrScheme>
    <a:fontScheme name="9_Concourse">
      <a:majorFont>
        <a:latin typeface="Lucida Sans Unicode"/>
        <a:ea typeface=""/>
        <a:cs typeface="Arial"/>
      </a:majorFont>
      <a:minorFont>
        <a:latin typeface="Times New Roman"/>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9_Concourse 1">
        <a:dk1>
          <a:srgbClr val="000000"/>
        </a:dk1>
        <a:lt1>
          <a:srgbClr val="FFFFFF"/>
        </a:lt1>
        <a:dk2>
          <a:srgbClr val="464646"/>
        </a:dk2>
        <a:lt2>
          <a:srgbClr val="DEF5FA"/>
        </a:lt2>
        <a:accent1>
          <a:srgbClr val="2DA2BF"/>
        </a:accent1>
        <a:accent2>
          <a:srgbClr val="DA1F28"/>
        </a:accent2>
        <a:accent3>
          <a:srgbClr val="FFFFFF"/>
        </a:accent3>
        <a:accent4>
          <a:srgbClr val="000000"/>
        </a:accent4>
        <a:accent5>
          <a:srgbClr val="ADCEDC"/>
        </a:accent5>
        <a:accent6>
          <a:srgbClr val="C51B23"/>
        </a:accent6>
        <a:hlink>
          <a:srgbClr val="FF8119"/>
        </a:hlink>
        <a:folHlink>
          <a:srgbClr val="44B9E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Radial</Template>
  <TotalTime>11491</TotalTime>
  <Words>2573</Words>
  <Application>Microsoft Office PowerPoint</Application>
  <PresentationFormat>On-screen Show (4:3)</PresentationFormat>
  <Paragraphs>373</Paragraphs>
  <Slides>35</Slides>
  <Notes>23</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35</vt:i4>
      </vt:variant>
    </vt:vector>
  </HeadingPairs>
  <TitlesOfParts>
    <vt:vector size="38" baseType="lpstr">
      <vt:lpstr>9_Concourse</vt:lpstr>
      <vt:lpstr>Equation</vt:lpstr>
      <vt:lpstr>MathType 6.0 Equation</vt:lpstr>
      <vt:lpstr>PowerPoint Presentation</vt:lpstr>
      <vt:lpstr>Alpha Levels: a Threshold for the P-value.</vt:lpstr>
      <vt:lpstr>Alpha Levels (cont.)</vt:lpstr>
      <vt:lpstr>Alpha Levels (cont.)</vt:lpstr>
      <vt:lpstr>PowerPoint Presentation</vt:lpstr>
      <vt:lpstr>Medication side effects (hypothesis test for p)</vt:lpstr>
      <vt:lpstr>PowerPoint Presentation</vt:lpstr>
      <vt:lpstr>PowerPoint Presentation</vt:lpstr>
      <vt:lpstr>Rejection region for a 2-tail test of p with α = 0.05 </vt:lpstr>
      <vt:lpstr>PowerPoint Presentation</vt:lpstr>
      <vt:lpstr>Example:  one-proportion z test</vt:lpstr>
      <vt:lpstr>Solution</vt:lpstr>
      <vt:lpstr> Levels and Rejection Regions</vt:lpstr>
      <vt:lpstr>Alpha Levels (cont.)</vt:lpstr>
      <vt:lpstr>Alpha Levels (cont.)</vt:lpstr>
      <vt:lpstr>Alpha Levels (cont.)</vt:lpstr>
      <vt:lpstr>Confidence Intervals and Hypothesis Tests</vt:lpstr>
      <vt:lpstr>Confidence Intervals and Hypothesis Tests: Example</vt:lpstr>
      <vt:lpstr>Solution</vt:lpstr>
      <vt:lpstr>Making Errors</vt:lpstr>
      <vt:lpstr>Making Errors (cont.)</vt:lpstr>
      <vt:lpstr>Making Errors (cont.)</vt:lpstr>
      <vt:lpstr>Making Errors (cont.)</vt:lpstr>
      <vt:lpstr>Making Errors (cont.)</vt:lpstr>
      <vt:lpstr>Example</vt:lpstr>
      <vt:lpstr>Solution</vt:lpstr>
      <vt:lpstr>Solution (cont.)</vt:lpstr>
      <vt:lpstr>Power</vt:lpstr>
      <vt:lpstr>Power (cont.)</vt:lpstr>
      <vt:lpstr>A Picture Worth                  Words</vt:lpstr>
      <vt:lpstr>A Picture is Worth                 Words (cont.)</vt:lpstr>
      <vt:lpstr>Reducing Both Type I and Type II Error</vt:lpstr>
      <vt:lpstr>Reducing Both Type I and Type II Error (cont.)</vt:lpstr>
      <vt:lpstr>Reducing Both Type I and Type II Error (cont.)</vt:lpstr>
      <vt:lpstr>Sample size n for which -level  test also satisfies (p1)=</vt:lpstr>
    </vt:vector>
  </TitlesOfParts>
  <Company>Pearson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Stats: An Applied Approach</dc:title>
  <dc:creator>Sharpe</dc:creator>
  <cp:lastModifiedBy>Tom Reiland</cp:lastModifiedBy>
  <cp:revision>710</cp:revision>
  <dcterms:created xsi:type="dcterms:W3CDTF">2006-09-04T14:13:43Z</dcterms:created>
  <dcterms:modified xsi:type="dcterms:W3CDTF">2014-03-24T14:10:31Z</dcterms:modified>
</cp:coreProperties>
</file>